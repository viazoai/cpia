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notesSlides/notesSlide19.xml" ContentType="application/vnd.openxmlformats-officedocument.presentationml.notesSlide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55"/>
  </p:notesMasterIdLst>
  <p:handoutMasterIdLst>
    <p:handoutMasterId r:id="rId56"/>
  </p:handoutMasterIdLst>
  <p:sldIdLst>
    <p:sldId id="12832" r:id="rId5"/>
    <p:sldId id="12834" r:id="rId6"/>
    <p:sldId id="12833" r:id="rId7"/>
    <p:sldId id="12835" r:id="rId8"/>
    <p:sldId id="12837" r:id="rId9"/>
    <p:sldId id="12839" r:id="rId10"/>
    <p:sldId id="12841" r:id="rId11"/>
    <p:sldId id="12840" r:id="rId12"/>
    <p:sldId id="12817" r:id="rId13"/>
    <p:sldId id="12818" r:id="rId14"/>
    <p:sldId id="12828" r:id="rId15"/>
    <p:sldId id="12823" r:id="rId16"/>
    <p:sldId id="12824" r:id="rId17"/>
    <p:sldId id="12829" r:id="rId18"/>
    <p:sldId id="12826" r:id="rId19"/>
    <p:sldId id="12825" r:id="rId20"/>
    <p:sldId id="12827" r:id="rId21"/>
    <p:sldId id="12830" r:id="rId22"/>
    <p:sldId id="12820" r:id="rId23"/>
    <p:sldId id="12816" r:id="rId24"/>
    <p:sldId id="12822" r:id="rId25"/>
    <p:sldId id="12821" r:id="rId26"/>
    <p:sldId id="12793" r:id="rId27"/>
    <p:sldId id="12800" r:id="rId28"/>
    <p:sldId id="12812" r:id="rId29"/>
    <p:sldId id="12799" r:id="rId30"/>
    <p:sldId id="12813" r:id="rId31"/>
    <p:sldId id="12807" r:id="rId32"/>
    <p:sldId id="12814" r:id="rId33"/>
    <p:sldId id="12808" r:id="rId34"/>
    <p:sldId id="12809" r:id="rId35"/>
    <p:sldId id="12811" r:id="rId36"/>
    <p:sldId id="12772" r:id="rId37"/>
    <p:sldId id="12781" r:id="rId38"/>
    <p:sldId id="12780" r:id="rId39"/>
    <p:sldId id="284" r:id="rId40"/>
    <p:sldId id="12774" r:id="rId41"/>
    <p:sldId id="12782" r:id="rId42"/>
    <p:sldId id="12783" r:id="rId43"/>
    <p:sldId id="12778" r:id="rId44"/>
    <p:sldId id="12779" r:id="rId45"/>
    <p:sldId id="12784" r:id="rId46"/>
    <p:sldId id="12785" r:id="rId47"/>
    <p:sldId id="12786" r:id="rId48"/>
    <p:sldId id="12787" r:id="rId49"/>
    <p:sldId id="12788" r:id="rId50"/>
    <p:sldId id="12789" r:id="rId51"/>
    <p:sldId id="12790" r:id="rId52"/>
    <p:sldId id="12791" r:id="rId53"/>
    <p:sldId id="12792" r:id="rId5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ontents" id="{01987817-5420-4DE9-BCEF-19850F8105C3}">
          <p14:sldIdLst>
            <p14:sldId id="12832"/>
            <p14:sldId id="12834"/>
            <p14:sldId id="12833"/>
            <p14:sldId id="12835"/>
            <p14:sldId id="12837"/>
            <p14:sldId id="12839"/>
            <p14:sldId id="12841"/>
            <p14:sldId id="12840"/>
          </p14:sldIdLst>
        </p14:section>
        <p14:section name="v01" id="{431A593B-6C01-404B-816F-60EAD2E169AC}">
          <p14:sldIdLst>
            <p14:sldId id="12817"/>
            <p14:sldId id="12818"/>
            <p14:sldId id="12828"/>
            <p14:sldId id="12823"/>
            <p14:sldId id="12824"/>
            <p14:sldId id="12829"/>
            <p14:sldId id="12826"/>
            <p14:sldId id="12825"/>
            <p14:sldId id="12827"/>
            <p14:sldId id="12830"/>
          </p14:sldIdLst>
        </p14:section>
        <p14:section name="ref" id="{C2032A16-16D4-455D-9AC2-7263F4BFDC5C}">
          <p14:sldIdLst>
            <p14:sldId id="12820"/>
            <p14:sldId id="12816"/>
            <p14:sldId id="12822"/>
            <p14:sldId id="12821"/>
            <p14:sldId id="12793"/>
            <p14:sldId id="12800"/>
            <p14:sldId id="12812"/>
            <p14:sldId id="12799"/>
            <p14:sldId id="12813"/>
            <p14:sldId id="12807"/>
            <p14:sldId id="12814"/>
            <p14:sldId id="12808"/>
            <p14:sldId id="12809"/>
            <p14:sldId id="12811"/>
          </p14:sldIdLst>
        </p14:section>
        <p14:section name="template" id="{FBA5ED95-E93D-47C1-94C3-D417B5A45BD8}">
          <p14:sldIdLst>
            <p14:sldId id="12772"/>
            <p14:sldId id="12781"/>
            <p14:sldId id="12780"/>
            <p14:sldId id="284"/>
            <p14:sldId id="12774"/>
          </p14:sldIdLst>
        </p14:section>
        <p14:section name="SAMPLE" id="{E922A470-60F1-42D3-96E1-463A0CA13394}">
          <p14:sldIdLst>
            <p14:sldId id="12782"/>
            <p14:sldId id="12783"/>
            <p14:sldId id="12778"/>
            <p14:sldId id="12779"/>
            <p14:sldId id="12784"/>
            <p14:sldId id="12785"/>
            <p14:sldId id="12786"/>
            <p14:sldId id="12787"/>
            <p14:sldId id="12788"/>
            <p14:sldId id="12789"/>
            <p14:sldId id="12790"/>
            <p14:sldId id="12791"/>
            <p14:sldId id="1279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572" userDrawn="1">
          <p15:clr>
            <a:srgbClr val="A4A3A4"/>
          </p15:clr>
        </p15:guide>
        <p15:guide id="2" orient="horz" pos="164" userDrawn="1">
          <p15:clr>
            <a:srgbClr val="A4A3A4"/>
          </p15:clr>
        </p15:guide>
        <p15:guide id="3" orient="horz" pos="4150" userDrawn="1">
          <p15:clr>
            <a:srgbClr val="A4A3A4"/>
          </p15:clr>
        </p15:guide>
        <p15:guide id="7" pos="7525" userDrawn="1">
          <p15:clr>
            <a:srgbClr val="A4A3A4"/>
          </p15:clr>
        </p15:guide>
        <p15:guide id="8" pos="3840" userDrawn="1">
          <p15:clr>
            <a:srgbClr val="A4A3A4"/>
          </p15:clr>
        </p15:guide>
        <p15:guide id="9" pos="164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7E0EB"/>
    <a:srgbClr val="15233A"/>
    <a:srgbClr val="1C2D47"/>
    <a:srgbClr val="4ADE80"/>
    <a:srgbClr val="5CC4D9"/>
    <a:srgbClr val="16294A"/>
    <a:srgbClr val="081224"/>
    <a:srgbClr val="A8B5C7"/>
    <a:srgbClr val="0A1628"/>
    <a:srgbClr val="5FC7D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920FC62-E954-4C7F-A0F4-EC89F0A81DDB}" v="339" dt="2026-05-31T02:25:49.676"/>
    <p1510:client id="{BB24E61B-4B3E-4613-8480-0B1427D3190D}" v="576" dt="2026-05-31T08:54:43.21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71" autoAdjust="0"/>
    <p:restoredTop sz="92197" autoAdjust="0"/>
  </p:normalViewPr>
  <p:slideViewPr>
    <p:cSldViewPr snapToGrid="0">
      <p:cViewPr>
        <p:scale>
          <a:sx n="75" d="100"/>
          <a:sy n="75" d="100"/>
        </p:scale>
        <p:origin x="1170" y="606"/>
      </p:cViewPr>
      <p:guideLst>
        <p:guide orient="horz" pos="572"/>
        <p:guide orient="horz" pos="164"/>
        <p:guide orient="horz" pos="4150"/>
        <p:guide pos="7525"/>
        <p:guide pos="3840"/>
        <p:guide pos="164"/>
      </p:guideLst>
    </p:cSldViewPr>
  </p:slideViewPr>
  <p:notesTextViewPr>
    <p:cViewPr>
      <p:scale>
        <a:sx n="3" d="2"/>
        <a:sy n="3" d="2"/>
      </p:scale>
      <p:origin x="-6" y="-18"/>
    </p:cViewPr>
  </p:notesTextViewPr>
  <p:notesViewPr>
    <p:cSldViewPr snapToGrid="0">
      <p:cViewPr>
        <p:scale>
          <a:sx n="1" d="2"/>
          <a:sy n="1" d="2"/>
        </p:scale>
        <p:origin x="6468" y="202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notesMaster" Target="notesMasters/notesMaster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viewProps" Target="viewProps.xml"/><Relationship Id="rId5" Type="http://schemas.openxmlformats.org/officeDocument/2006/relationships/slide" Target="slides/slide1.xml"/><Relationship Id="rId61" Type="http://schemas.microsoft.com/office/2016/11/relationships/changesInfo" Target="changesInfos/changesInfo1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handoutMaster" Target="handoutMasters/handoutMaster1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theme" Target="theme/theme1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presProps" Target="presProps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yung jun jo" userId="eecbfa9617bcf066" providerId="LiveId" clId="{CED4A83C-449D-4884-BBE3-D1C96CDA3770}"/>
    <pc:docChg chg="undo custSel addSld delSld modSld sldOrd modMainMaster addSection modSection modNotesMaster">
      <pc:chgData name="hyung jun jo" userId="eecbfa9617bcf066" providerId="LiveId" clId="{CED4A83C-449D-4884-BBE3-D1C96CDA3770}" dt="2026-05-31T08:58:46.021" v="5536" actId="207"/>
      <pc:docMkLst>
        <pc:docMk/>
      </pc:docMkLst>
      <pc:sldChg chg="modSp modNotes">
        <pc:chgData name="hyung jun jo" userId="eecbfa9617bcf066" providerId="LiveId" clId="{CED4A83C-449D-4884-BBE3-D1C96CDA3770}" dt="2026-05-31T02:59:28.581" v="1"/>
        <pc:sldMkLst>
          <pc:docMk/>
          <pc:sldMk cId="55147835" sldId="284"/>
        </pc:sldMkLst>
        <pc:spChg chg="mod">
          <ac:chgData name="hyung jun jo" userId="eecbfa9617bcf066" providerId="LiveId" clId="{CED4A83C-449D-4884-BBE3-D1C96CDA3770}" dt="2026-05-31T02:59:28.581" v="1"/>
          <ac:spMkLst>
            <pc:docMk/>
            <pc:sldMk cId="55147835" sldId="284"/>
            <ac:spMk id="2" creationId="{A39A9A69-873D-634C-7788-94935E6704A0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55147835" sldId="284"/>
            <ac:spMk id="16" creationId="{07B6E715-637F-9275-FB59-2C7C5668D53D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55147835" sldId="284"/>
            <ac:spMk id="20" creationId="{C047D835-CE9A-E65D-2D40-2E95282A98A5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55147835" sldId="284"/>
            <ac:spMk id="25" creationId="{1185BC29-22B8-0988-C979-1C4C785826C1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55147835" sldId="284"/>
            <ac:spMk id="42" creationId="{47348647-BDB8-1650-401D-090EA3445C4B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55147835" sldId="284"/>
            <ac:spMk id="48" creationId="{B592695D-58B9-8C52-68A1-C0BAF8DB7D5E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55147835" sldId="284"/>
            <ac:spMk id="59" creationId="{43684BC2-B743-45E6-D828-D1179E355582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55147835" sldId="284"/>
            <ac:spMk id="72" creationId="{34F945DD-7C83-05D2-1F90-2A5A26D84E47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55147835" sldId="284"/>
            <ac:spMk id="79" creationId="{48ED1F07-B488-E09A-4087-0343822FD410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55147835" sldId="284"/>
            <ac:spMk id="80" creationId="{70CAB2DB-B385-F2CE-BC08-755815D6EE89}"/>
          </ac:spMkLst>
        </pc:spChg>
      </pc:sldChg>
      <pc:sldChg chg="modSp modNotes">
        <pc:chgData name="hyung jun jo" userId="eecbfa9617bcf066" providerId="LiveId" clId="{CED4A83C-449D-4884-BBE3-D1C96CDA3770}" dt="2026-05-31T02:59:28.581" v="1"/>
        <pc:sldMkLst>
          <pc:docMk/>
          <pc:sldMk cId="1145893927" sldId="12772"/>
        </pc:sldMkLst>
        <pc:spChg chg="mod">
          <ac:chgData name="hyung jun jo" userId="eecbfa9617bcf066" providerId="LiveId" clId="{CED4A83C-449D-4884-BBE3-D1C96CDA3770}" dt="2026-05-31T02:59:28.581" v="1"/>
          <ac:spMkLst>
            <pc:docMk/>
            <pc:sldMk cId="1145893927" sldId="12772"/>
            <ac:spMk id="7" creationId="{71DDB92C-2FB4-42C6-94D8-1360A530D397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1145893927" sldId="12772"/>
            <ac:spMk id="19" creationId="{BD6BF05A-7A46-4216-9A3D-CEFDC84B4733}"/>
          </ac:spMkLst>
        </pc:spChg>
      </pc:sldChg>
      <pc:sldChg chg="modSp modNotes">
        <pc:chgData name="hyung jun jo" userId="eecbfa9617bcf066" providerId="LiveId" clId="{CED4A83C-449D-4884-BBE3-D1C96CDA3770}" dt="2026-05-31T02:59:28.581" v="1"/>
        <pc:sldMkLst>
          <pc:docMk/>
          <pc:sldMk cId="4244536655" sldId="12774"/>
        </pc:sldMkLst>
        <pc:spChg chg="mod">
          <ac:chgData name="hyung jun jo" userId="eecbfa9617bcf066" providerId="LiveId" clId="{CED4A83C-449D-4884-BBE3-D1C96CDA3770}" dt="2026-05-31T02:59:28.581" v="1"/>
          <ac:spMkLst>
            <pc:docMk/>
            <pc:sldMk cId="4244536655" sldId="12774"/>
            <ac:spMk id="7" creationId="{97C1D730-EFEA-B0D4-DDB3-919A35244967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4244536655" sldId="12774"/>
            <ac:spMk id="24" creationId="{95BD3062-4279-98A6-A5EB-08A6425311D8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4244536655" sldId="12774"/>
            <ac:spMk id="26" creationId="{9B29DD7D-CB77-4E8E-9EE1-392B7D86DB52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4244536655" sldId="12774"/>
            <ac:spMk id="34" creationId="{210BD514-A47C-45BC-97DF-62C213AA1439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4244536655" sldId="12774"/>
            <ac:spMk id="37" creationId="{2F181642-690B-4944-B39E-4F5C3A9903CF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4244536655" sldId="12774"/>
            <ac:spMk id="39" creationId="{95F4A69A-8452-42C2-BC14-7CCEEEDC750B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4244536655" sldId="12774"/>
            <ac:spMk id="42" creationId="{AD15642B-C868-D2C9-9B3F-A1C653ABD59D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4244536655" sldId="12774"/>
            <ac:spMk id="52" creationId="{CBEC167E-0921-111E-599C-BBD904C1FF70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4244536655" sldId="12774"/>
            <ac:spMk id="60" creationId="{2BC0EB81-D8DA-44CB-B1D4-952B62E5934E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4244536655" sldId="12774"/>
            <ac:spMk id="82" creationId="{FAD42232-8C35-4306-F0CB-23CF2C004B4A}"/>
          </ac:spMkLst>
        </pc:spChg>
      </pc:sldChg>
      <pc:sldChg chg="modSp">
        <pc:chgData name="hyung jun jo" userId="eecbfa9617bcf066" providerId="LiveId" clId="{CED4A83C-449D-4884-BBE3-D1C96CDA3770}" dt="2026-05-31T02:59:28.581" v="1"/>
        <pc:sldMkLst>
          <pc:docMk/>
          <pc:sldMk cId="3141625965" sldId="12778"/>
        </pc:sldMkLst>
        <pc:spChg chg="mod">
          <ac:chgData name="hyung jun jo" userId="eecbfa9617bcf066" providerId="LiveId" clId="{CED4A83C-449D-4884-BBE3-D1C96CDA3770}" dt="2026-05-31T02:59:28.581" v="1"/>
          <ac:spMkLst>
            <pc:docMk/>
            <pc:sldMk cId="3141625965" sldId="12778"/>
            <ac:spMk id="21" creationId="{527E11CB-DFC7-D519-EC2A-EE5E9B524683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3141625965" sldId="12778"/>
            <ac:spMk id="27" creationId="{00BE1D6A-3E2C-C555-135C-507F0F12BEB6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3141625965" sldId="12778"/>
            <ac:spMk id="110" creationId="{9427316E-1AAE-AF50-4F49-A30AFED12DFE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3141625965" sldId="12778"/>
            <ac:spMk id="111" creationId="{A8972A27-D940-AB9C-2FBA-BB494ABFE7E3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3141625965" sldId="12778"/>
            <ac:spMk id="113" creationId="{6C06C84B-7211-CA80-5BD9-2FB2CD11906E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3141625965" sldId="12778"/>
            <ac:spMk id="119" creationId="{881D3F94-0762-A0C5-D1AB-277E7490D1F5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3141625965" sldId="12778"/>
            <ac:spMk id="123" creationId="{FA4EE54C-400D-22CB-49DE-592AF61B3074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3141625965" sldId="12778"/>
            <ac:spMk id="132" creationId="{C81626B9-E2BE-77DD-12D4-7A986E8E510F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3141625965" sldId="12778"/>
            <ac:spMk id="134" creationId="{4FDCBAFF-AA77-A072-E53F-2690780F0606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3141625965" sldId="12778"/>
            <ac:spMk id="137" creationId="{C4101A19-AC14-EA83-3FD1-F1D7D8AB1637}"/>
          </ac:spMkLst>
        </pc:spChg>
      </pc:sldChg>
      <pc:sldChg chg="modSp">
        <pc:chgData name="hyung jun jo" userId="eecbfa9617bcf066" providerId="LiveId" clId="{CED4A83C-449D-4884-BBE3-D1C96CDA3770}" dt="2026-05-31T02:59:28.581" v="1"/>
        <pc:sldMkLst>
          <pc:docMk/>
          <pc:sldMk cId="753409892" sldId="12779"/>
        </pc:sldMkLst>
        <pc:spChg chg="mod">
          <ac:chgData name="hyung jun jo" userId="eecbfa9617bcf066" providerId="LiveId" clId="{CED4A83C-449D-4884-BBE3-D1C96CDA3770}" dt="2026-05-31T02:59:28.581" v="1"/>
          <ac:spMkLst>
            <pc:docMk/>
            <pc:sldMk cId="753409892" sldId="12779"/>
            <ac:spMk id="2" creationId="{BBCFF1BB-7987-1A54-3284-CB375BF9DD09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753409892" sldId="12779"/>
            <ac:spMk id="4" creationId="{B9768A85-1A29-4B5A-4333-24DEA38D37CD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753409892" sldId="12779"/>
            <ac:spMk id="7" creationId="{02FFBE4A-2C8F-296E-A4C3-DD7E7B6FFDD1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753409892" sldId="12779"/>
            <ac:spMk id="12" creationId="{99BDA016-7D06-7A86-8B5F-EB85A1F0903A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753409892" sldId="12779"/>
            <ac:spMk id="19" creationId="{CA9CE299-6E04-5E5C-15E4-1B2FB1DCE8AD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753409892" sldId="12779"/>
            <ac:spMk id="24" creationId="{4F0C1F61-CE13-CE68-5299-A73F3B462112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753409892" sldId="12779"/>
            <ac:spMk id="25" creationId="{760015DD-DB3C-10C3-B908-30631E9807C2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753409892" sldId="12779"/>
            <ac:spMk id="27" creationId="{F5EB250D-1E3F-E115-029C-1046D36EE8CA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753409892" sldId="12779"/>
            <ac:spMk id="31" creationId="{0295D685-81FD-5E18-196C-9F5937A84DF6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753409892" sldId="12779"/>
            <ac:spMk id="44" creationId="{D10F8541-6DE9-FA34-5D6A-33D80265D15C}"/>
          </ac:spMkLst>
        </pc:spChg>
      </pc:sldChg>
      <pc:sldChg chg="modSp">
        <pc:chgData name="hyung jun jo" userId="eecbfa9617bcf066" providerId="LiveId" clId="{CED4A83C-449D-4884-BBE3-D1C96CDA3770}" dt="2026-05-31T02:59:28.581" v="1"/>
        <pc:sldMkLst>
          <pc:docMk/>
          <pc:sldMk cId="3557250074" sldId="12780"/>
        </pc:sldMkLst>
        <pc:spChg chg="mod">
          <ac:chgData name="hyung jun jo" userId="eecbfa9617bcf066" providerId="LiveId" clId="{CED4A83C-449D-4884-BBE3-D1C96CDA3770}" dt="2026-05-31T02:59:28.581" v="1"/>
          <ac:spMkLst>
            <pc:docMk/>
            <pc:sldMk cId="3557250074" sldId="12780"/>
            <ac:spMk id="2" creationId="{87FFA92C-EB32-2EEF-CD2A-89197113AE27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3557250074" sldId="12780"/>
            <ac:spMk id="14" creationId="{37FDC5A1-E2AC-0E90-3147-B6653574BCF4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3557250074" sldId="12780"/>
            <ac:spMk id="15" creationId="{F222F1ED-4D68-F771-23AA-E29F23467EC8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3557250074" sldId="12780"/>
            <ac:spMk id="18" creationId="{075C7822-2C03-DD2F-4CCE-CAD916283C11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3557250074" sldId="12780"/>
            <ac:spMk id="34" creationId="{9D084E30-C87D-BBCA-C85C-45264281C8E4}"/>
          </ac:spMkLst>
        </pc:spChg>
        <pc:cxnChg chg="mod">
          <ac:chgData name="hyung jun jo" userId="eecbfa9617bcf066" providerId="LiveId" clId="{CED4A83C-449D-4884-BBE3-D1C96CDA3770}" dt="2026-05-31T02:59:28.581" v="1"/>
          <ac:cxnSpMkLst>
            <pc:docMk/>
            <pc:sldMk cId="3557250074" sldId="12780"/>
            <ac:cxnSpMk id="9" creationId="{47FFABBA-8DC8-0363-E0AF-9557061D8B02}"/>
          </ac:cxnSpMkLst>
        </pc:cxnChg>
        <pc:cxnChg chg="mod">
          <ac:chgData name="hyung jun jo" userId="eecbfa9617bcf066" providerId="LiveId" clId="{CED4A83C-449D-4884-BBE3-D1C96CDA3770}" dt="2026-05-31T02:59:28.581" v="1"/>
          <ac:cxnSpMkLst>
            <pc:docMk/>
            <pc:sldMk cId="3557250074" sldId="12780"/>
            <ac:cxnSpMk id="10" creationId="{BC1EAFEB-1950-0AE0-8739-7B8F3F2CB683}"/>
          </ac:cxnSpMkLst>
        </pc:cxnChg>
        <pc:cxnChg chg="mod">
          <ac:chgData name="hyung jun jo" userId="eecbfa9617bcf066" providerId="LiveId" clId="{CED4A83C-449D-4884-BBE3-D1C96CDA3770}" dt="2026-05-31T02:59:28.581" v="1"/>
          <ac:cxnSpMkLst>
            <pc:docMk/>
            <pc:sldMk cId="3557250074" sldId="12780"/>
            <ac:cxnSpMk id="11" creationId="{4FB8E3A0-5E44-E6D3-9320-6E32AC0917AE}"/>
          </ac:cxnSpMkLst>
        </pc:cxnChg>
        <pc:cxnChg chg="mod">
          <ac:chgData name="hyung jun jo" userId="eecbfa9617bcf066" providerId="LiveId" clId="{CED4A83C-449D-4884-BBE3-D1C96CDA3770}" dt="2026-05-31T02:59:28.581" v="1"/>
          <ac:cxnSpMkLst>
            <pc:docMk/>
            <pc:sldMk cId="3557250074" sldId="12780"/>
            <ac:cxnSpMk id="12" creationId="{03A83D45-6477-B36C-3F7D-3158E569E76E}"/>
          </ac:cxnSpMkLst>
        </pc:cxnChg>
        <pc:cxnChg chg="mod">
          <ac:chgData name="hyung jun jo" userId="eecbfa9617bcf066" providerId="LiveId" clId="{CED4A83C-449D-4884-BBE3-D1C96CDA3770}" dt="2026-05-31T02:59:28.581" v="1"/>
          <ac:cxnSpMkLst>
            <pc:docMk/>
            <pc:sldMk cId="3557250074" sldId="12780"/>
            <ac:cxnSpMk id="13" creationId="{F89ABDDF-6604-80A6-777B-DCEE1AADA7F5}"/>
          </ac:cxnSpMkLst>
        </pc:cxnChg>
      </pc:sldChg>
      <pc:sldChg chg="modSp">
        <pc:chgData name="hyung jun jo" userId="eecbfa9617bcf066" providerId="LiveId" clId="{CED4A83C-449D-4884-BBE3-D1C96CDA3770}" dt="2026-05-31T02:59:28.581" v="1"/>
        <pc:sldMkLst>
          <pc:docMk/>
          <pc:sldMk cId="3462130015" sldId="12781"/>
        </pc:sldMkLst>
        <pc:spChg chg="mod">
          <ac:chgData name="hyung jun jo" userId="eecbfa9617bcf066" providerId="LiveId" clId="{CED4A83C-449D-4884-BBE3-D1C96CDA3770}" dt="2026-05-31T02:59:28.581" v="1"/>
          <ac:spMkLst>
            <pc:docMk/>
            <pc:sldMk cId="3462130015" sldId="12781"/>
            <ac:spMk id="5" creationId="{58632B48-F1FB-E7F6-BF5C-35FCAD1D0EA0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3462130015" sldId="12781"/>
            <ac:spMk id="16" creationId="{18CFBCC9-E046-5349-CDDC-597BAE968A09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3462130015" sldId="12781"/>
            <ac:spMk id="18" creationId="{2712FF19-41E0-C40D-A7D6-33E9B97129F2}"/>
          </ac:spMkLst>
        </pc:spChg>
      </pc:sldChg>
      <pc:sldChg chg="modSp">
        <pc:chgData name="hyung jun jo" userId="eecbfa9617bcf066" providerId="LiveId" clId="{CED4A83C-449D-4884-BBE3-D1C96CDA3770}" dt="2026-05-31T02:59:28.581" v="1"/>
        <pc:sldMkLst>
          <pc:docMk/>
          <pc:sldMk cId="3737956980" sldId="12782"/>
        </pc:sldMkLst>
        <pc:spChg chg="mod">
          <ac:chgData name="hyung jun jo" userId="eecbfa9617bcf066" providerId="LiveId" clId="{CED4A83C-449D-4884-BBE3-D1C96CDA3770}" dt="2026-05-31T02:59:28.581" v="1"/>
          <ac:spMkLst>
            <pc:docMk/>
            <pc:sldMk cId="3737956980" sldId="12782"/>
            <ac:spMk id="8" creationId="{896FDF7A-C355-79BE-568D-213FC9E676B8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3737956980" sldId="12782"/>
            <ac:spMk id="12" creationId="{E3E4FC2D-A12C-CA03-D66F-D27C8650843D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3737956980" sldId="12782"/>
            <ac:spMk id="23" creationId="{FD18E40F-768D-293C-0172-271E2C26863F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3737956980" sldId="12782"/>
            <ac:spMk id="26" creationId="{4E4A6FC5-B7CC-8FF1-287F-7470EC41031C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3737956980" sldId="12782"/>
            <ac:spMk id="29" creationId="{C41FB3F1-F3D9-D2A2-2E9A-3813E6B40937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3737956980" sldId="12782"/>
            <ac:spMk id="31" creationId="{E305CFBC-5953-0919-E533-8ACBD6FFDA48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3737956980" sldId="12782"/>
            <ac:spMk id="39" creationId="{C240F843-BEF7-B96B-5852-61A6110D5A6D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3737956980" sldId="12782"/>
            <ac:spMk id="62" creationId="{A75A2B5B-0483-62D4-C4E6-6BDB76278C88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3737956980" sldId="12782"/>
            <ac:spMk id="73" creationId="{CF3B0ECA-70A9-BBD5-C512-12640F950B2D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3737956980" sldId="12782"/>
            <ac:spMk id="88" creationId="{E62B4997-1E8A-215F-F24B-14C616031CE8}"/>
          </ac:spMkLst>
        </pc:spChg>
      </pc:sldChg>
      <pc:sldChg chg="modSp">
        <pc:chgData name="hyung jun jo" userId="eecbfa9617bcf066" providerId="LiveId" clId="{CED4A83C-449D-4884-BBE3-D1C96CDA3770}" dt="2026-05-31T02:59:28.581" v="1"/>
        <pc:sldMkLst>
          <pc:docMk/>
          <pc:sldMk cId="2113876" sldId="12783"/>
        </pc:sldMkLst>
        <pc:spChg chg="mod">
          <ac:chgData name="hyung jun jo" userId="eecbfa9617bcf066" providerId="LiveId" clId="{CED4A83C-449D-4884-BBE3-D1C96CDA3770}" dt="2026-05-31T02:59:28.581" v="1"/>
          <ac:spMkLst>
            <pc:docMk/>
            <pc:sldMk cId="2113876" sldId="12783"/>
            <ac:spMk id="5" creationId="{DD6DB781-4156-20D9-DB8B-AC1BED6C0FC5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2113876" sldId="12783"/>
            <ac:spMk id="11" creationId="{83B63E56-DACB-04C7-01B7-336CBBEA37A4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2113876" sldId="12783"/>
            <ac:spMk id="15" creationId="{4EDBB26D-F134-6821-1150-4C20F6693821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2113876" sldId="12783"/>
            <ac:spMk id="18" creationId="{1011C32A-1084-F878-540C-1443ED1FDE59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2113876" sldId="12783"/>
            <ac:spMk id="26" creationId="{3B021798-7C13-3E35-CB21-DA1C6ACA411C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2113876" sldId="12783"/>
            <ac:spMk id="39" creationId="{5F6B5D2E-DA03-0A0C-3D3A-ED2E0C9CE658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2113876" sldId="12783"/>
            <ac:spMk id="42" creationId="{AF98861E-D40A-3FCA-46A4-2D41F019FF26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2113876" sldId="12783"/>
            <ac:spMk id="55" creationId="{7A0E44CB-B739-A643-1836-C8C139746A9A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2113876" sldId="12783"/>
            <ac:spMk id="73" creationId="{6A517ED2-FCCF-19CC-64EF-1A1EBCADAB75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2113876" sldId="12783"/>
            <ac:spMk id="75" creationId="{3BB05D61-573A-3B8A-CB4D-AF9F961651D5}"/>
          </ac:spMkLst>
        </pc:spChg>
      </pc:sldChg>
      <pc:sldChg chg="modSp">
        <pc:chgData name="hyung jun jo" userId="eecbfa9617bcf066" providerId="LiveId" clId="{CED4A83C-449D-4884-BBE3-D1C96CDA3770}" dt="2026-05-31T02:59:28.581" v="1"/>
        <pc:sldMkLst>
          <pc:docMk/>
          <pc:sldMk cId="1736579766" sldId="12784"/>
        </pc:sldMkLst>
        <pc:spChg chg="mod">
          <ac:chgData name="hyung jun jo" userId="eecbfa9617bcf066" providerId="LiveId" clId="{CED4A83C-449D-4884-BBE3-D1C96CDA3770}" dt="2026-05-31T02:59:28.581" v="1"/>
          <ac:spMkLst>
            <pc:docMk/>
            <pc:sldMk cId="1736579766" sldId="12784"/>
            <ac:spMk id="4" creationId="{1B2F07E1-2930-50FC-46FD-6F4E08FE6D1F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1736579766" sldId="12784"/>
            <ac:spMk id="9" creationId="{5B6B4E90-8FB5-A63F-BC01-F3B0674C814A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1736579766" sldId="12784"/>
            <ac:spMk id="11" creationId="{B9F777FE-C99E-6CF5-2E6D-A2ECF41E0411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1736579766" sldId="12784"/>
            <ac:spMk id="14" creationId="{021B9B20-646F-F506-3C36-A0FD5EBE6EBA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1736579766" sldId="12784"/>
            <ac:spMk id="18" creationId="{85E375A5-87DB-7D56-005B-8934FB31F2C1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1736579766" sldId="12784"/>
            <ac:spMk id="20" creationId="{A7EEC86C-6327-052F-38B9-FCB157F3C324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1736579766" sldId="12784"/>
            <ac:spMk id="24" creationId="{291B42A3-1A55-A780-C762-2ABB728BB153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1736579766" sldId="12784"/>
            <ac:spMk id="25" creationId="{0E5263BA-6F80-C8EB-D424-A12BFD97D2B7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1736579766" sldId="12784"/>
            <ac:spMk id="29" creationId="{6AA2C14C-28C6-2B61-2F55-2176F33B7F2A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1736579766" sldId="12784"/>
            <ac:spMk id="30" creationId="{0C44C12F-C7F6-BC4A-39F6-B0D40861C10F}"/>
          </ac:spMkLst>
        </pc:spChg>
      </pc:sldChg>
      <pc:sldChg chg="modSp">
        <pc:chgData name="hyung jun jo" userId="eecbfa9617bcf066" providerId="LiveId" clId="{CED4A83C-449D-4884-BBE3-D1C96CDA3770}" dt="2026-05-31T02:59:28.581" v="1"/>
        <pc:sldMkLst>
          <pc:docMk/>
          <pc:sldMk cId="1428800592" sldId="12785"/>
        </pc:sldMkLst>
        <pc:spChg chg="mod">
          <ac:chgData name="hyung jun jo" userId="eecbfa9617bcf066" providerId="LiveId" clId="{CED4A83C-449D-4884-BBE3-D1C96CDA3770}" dt="2026-05-31T02:59:28.581" v="1"/>
          <ac:spMkLst>
            <pc:docMk/>
            <pc:sldMk cId="1428800592" sldId="12785"/>
            <ac:spMk id="2" creationId="{BA32A7CF-F874-3323-8570-CAFBAFEF3E59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1428800592" sldId="12785"/>
            <ac:spMk id="3" creationId="{0FDE27D4-3E2B-D838-7BF1-FB6358B84D85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1428800592" sldId="12785"/>
            <ac:spMk id="4" creationId="{DF6D0058-49F9-10EE-8C0A-2C7FCED44ACE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1428800592" sldId="12785"/>
            <ac:spMk id="8" creationId="{134D5575-D833-F1A5-2413-9633DA5A09C4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1428800592" sldId="12785"/>
            <ac:spMk id="10" creationId="{363C4589-B885-59F6-B649-A7F7E55EB838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1428800592" sldId="12785"/>
            <ac:spMk id="12" creationId="{12828CCC-EC62-409F-DC40-43DF33AE597D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1428800592" sldId="12785"/>
            <ac:spMk id="14" creationId="{EFB17457-8525-2F38-1AFB-5F9F006CEC71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1428800592" sldId="12785"/>
            <ac:spMk id="15" creationId="{8663CEF7-C978-23E8-4915-96CEFDA33CEF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1428800592" sldId="12785"/>
            <ac:spMk id="16" creationId="{C7ACB391-1D00-A332-DE1C-6B66921557EA}"/>
          </ac:spMkLst>
        </pc:spChg>
        <pc:picChg chg="mod">
          <ac:chgData name="hyung jun jo" userId="eecbfa9617bcf066" providerId="LiveId" clId="{CED4A83C-449D-4884-BBE3-D1C96CDA3770}" dt="2026-05-31T02:59:28.581" v="1"/>
          <ac:picMkLst>
            <pc:docMk/>
            <pc:sldMk cId="1428800592" sldId="12785"/>
            <ac:picMk id="6" creationId="{9DD6CE60-77E4-F33A-6AFD-9A822BCAB649}"/>
          </ac:picMkLst>
        </pc:picChg>
      </pc:sldChg>
      <pc:sldChg chg="modSp">
        <pc:chgData name="hyung jun jo" userId="eecbfa9617bcf066" providerId="LiveId" clId="{CED4A83C-449D-4884-BBE3-D1C96CDA3770}" dt="2026-05-31T02:59:28.581" v="1"/>
        <pc:sldMkLst>
          <pc:docMk/>
          <pc:sldMk cId="3253887122" sldId="12786"/>
        </pc:sldMkLst>
        <pc:spChg chg="mod">
          <ac:chgData name="hyung jun jo" userId="eecbfa9617bcf066" providerId="LiveId" clId="{CED4A83C-449D-4884-BBE3-D1C96CDA3770}" dt="2026-05-31T02:59:28.581" v="1"/>
          <ac:spMkLst>
            <pc:docMk/>
            <pc:sldMk cId="3253887122" sldId="12786"/>
            <ac:spMk id="3" creationId="{93FFE738-B727-09D9-731D-43B641CAF239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3253887122" sldId="12786"/>
            <ac:spMk id="4" creationId="{897B7DC7-7201-734D-EC6B-566E4C6BD49C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3253887122" sldId="12786"/>
            <ac:spMk id="5" creationId="{B9541D26-0031-3700-7058-52ED68AF25E2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3253887122" sldId="12786"/>
            <ac:spMk id="9" creationId="{0DF0B570-35FA-570E-5219-BC9B427B2D2E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3253887122" sldId="12786"/>
            <ac:spMk id="11" creationId="{5ADE4E91-4AA2-C410-1D77-04A2DCD588D3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3253887122" sldId="12786"/>
            <ac:spMk id="21" creationId="{8D393138-8896-6240-4F19-66329088C619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3253887122" sldId="12786"/>
            <ac:spMk id="22" creationId="{9BF60AD3-5EBB-8A7F-386A-D224C0FC45BA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3253887122" sldId="12786"/>
            <ac:spMk id="23" creationId="{4921D4F2-F0B6-1ABB-C928-2F7F99C1C2BA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3253887122" sldId="12786"/>
            <ac:spMk id="24" creationId="{62CAB29E-8D0D-7F81-5537-3FB39398A333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3253887122" sldId="12786"/>
            <ac:spMk id="33" creationId="{DF90E414-92A7-4FF4-5EC0-678420CE55C7}"/>
          </ac:spMkLst>
        </pc:spChg>
      </pc:sldChg>
      <pc:sldChg chg="modSp">
        <pc:chgData name="hyung jun jo" userId="eecbfa9617bcf066" providerId="LiveId" clId="{CED4A83C-449D-4884-BBE3-D1C96CDA3770}" dt="2026-05-31T02:59:28.581" v="1"/>
        <pc:sldMkLst>
          <pc:docMk/>
          <pc:sldMk cId="1185812049" sldId="12787"/>
        </pc:sldMkLst>
        <pc:spChg chg="mod">
          <ac:chgData name="hyung jun jo" userId="eecbfa9617bcf066" providerId="LiveId" clId="{CED4A83C-449D-4884-BBE3-D1C96CDA3770}" dt="2026-05-31T02:59:28.581" v="1"/>
          <ac:spMkLst>
            <pc:docMk/>
            <pc:sldMk cId="1185812049" sldId="12787"/>
            <ac:spMk id="32" creationId="{5240B7B6-4189-294D-9DCD-85EB772FF2FC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1185812049" sldId="12787"/>
            <ac:spMk id="34" creationId="{17553561-2E79-DC70-5554-392D627D8FE2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1185812049" sldId="12787"/>
            <ac:spMk id="37" creationId="{9A978288-66A7-83C4-71ED-F9F9395F69BB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1185812049" sldId="12787"/>
            <ac:spMk id="39" creationId="{CD425813-D9F6-1584-3198-E8DA639F5B70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1185812049" sldId="12787"/>
            <ac:spMk id="42" creationId="{204F9EB9-5725-13C7-11EF-D545DCA300CE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1185812049" sldId="12787"/>
            <ac:spMk id="47" creationId="{655D82C6-7CAE-A355-57F1-993FEA90BCF6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1185812049" sldId="12787"/>
            <ac:spMk id="50" creationId="{F44A434A-621B-8165-BE81-5642CD71F3DD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1185812049" sldId="12787"/>
            <ac:spMk id="51" creationId="{9098B4C2-ADD2-0EEE-0F15-840F0FB52A74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1185812049" sldId="12787"/>
            <ac:spMk id="52" creationId="{802B14F6-B40B-A847-432A-02814929DED8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1185812049" sldId="12787"/>
            <ac:spMk id="54" creationId="{6BB0210F-E2DD-A77E-8E6A-9BC5DC91C975}"/>
          </ac:spMkLst>
        </pc:spChg>
      </pc:sldChg>
      <pc:sldChg chg="modSp">
        <pc:chgData name="hyung jun jo" userId="eecbfa9617bcf066" providerId="LiveId" clId="{CED4A83C-449D-4884-BBE3-D1C96CDA3770}" dt="2026-05-31T02:59:28.581" v="1"/>
        <pc:sldMkLst>
          <pc:docMk/>
          <pc:sldMk cId="1900710329" sldId="12788"/>
        </pc:sldMkLst>
        <pc:spChg chg="mod">
          <ac:chgData name="hyung jun jo" userId="eecbfa9617bcf066" providerId="LiveId" clId="{CED4A83C-449D-4884-BBE3-D1C96CDA3770}" dt="2026-05-31T02:59:28.581" v="1"/>
          <ac:spMkLst>
            <pc:docMk/>
            <pc:sldMk cId="1900710329" sldId="12788"/>
            <ac:spMk id="2" creationId="{83BFAB0E-1950-535E-4933-7D401FFAB7B2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1900710329" sldId="12788"/>
            <ac:spMk id="4" creationId="{DE9E6EFB-1B4A-355D-7B79-0F620742E538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1900710329" sldId="12788"/>
            <ac:spMk id="13" creationId="{AC7AC464-0E18-7231-4A03-7DA895A1B790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1900710329" sldId="12788"/>
            <ac:spMk id="15" creationId="{477ED685-EF06-E4C2-C339-83D18C9E1E3A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1900710329" sldId="12788"/>
            <ac:spMk id="16" creationId="{CDC816A4-0149-F8B9-78EB-9370F183F456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1900710329" sldId="12788"/>
            <ac:spMk id="17" creationId="{4F340EFC-918D-F605-6E13-860E21A7990C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1900710329" sldId="12788"/>
            <ac:spMk id="20" creationId="{48F06C47-A7B7-B120-A5EB-831D28EDC2ED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1900710329" sldId="12788"/>
            <ac:spMk id="27" creationId="{29DC2F1F-5D9B-C187-0F1E-BCED2C06FED6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1900710329" sldId="12788"/>
            <ac:spMk id="30" creationId="{A4886BE2-EDD2-3E52-8DE7-0D33704D850D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1900710329" sldId="12788"/>
            <ac:spMk id="33" creationId="{4BCD8380-0B84-1639-89D3-ECE2B3949612}"/>
          </ac:spMkLst>
        </pc:spChg>
      </pc:sldChg>
      <pc:sldChg chg="modSp">
        <pc:chgData name="hyung jun jo" userId="eecbfa9617bcf066" providerId="LiveId" clId="{CED4A83C-449D-4884-BBE3-D1C96CDA3770}" dt="2026-05-31T02:59:28.581" v="1"/>
        <pc:sldMkLst>
          <pc:docMk/>
          <pc:sldMk cId="2737685132" sldId="12789"/>
        </pc:sldMkLst>
        <pc:spChg chg="mod">
          <ac:chgData name="hyung jun jo" userId="eecbfa9617bcf066" providerId="LiveId" clId="{CED4A83C-449D-4884-BBE3-D1C96CDA3770}" dt="2026-05-31T02:59:28.581" v="1"/>
          <ac:spMkLst>
            <pc:docMk/>
            <pc:sldMk cId="2737685132" sldId="12789"/>
            <ac:spMk id="6" creationId="{6D0B255A-B566-A8E0-EABB-B5480DBC79E6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2737685132" sldId="12789"/>
            <ac:spMk id="20" creationId="{A36CFAAA-A864-99B7-8A59-B4FB9394668C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2737685132" sldId="12789"/>
            <ac:spMk id="22" creationId="{70ECCB5E-F34E-ECB7-DB45-3EF8C6FB3019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2737685132" sldId="12789"/>
            <ac:spMk id="26" creationId="{09E0323E-7637-9AEB-C034-A4559A6E0C38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2737685132" sldId="12789"/>
            <ac:spMk id="40" creationId="{D6A93C5C-8265-9DE1-425E-A9E04E6D4797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2737685132" sldId="12789"/>
            <ac:spMk id="55" creationId="{2ECE48AA-0CF3-B0F7-1F92-F1B92F9D1C00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2737685132" sldId="12789"/>
            <ac:spMk id="57" creationId="{F335188E-EE57-759F-4F73-A048B069A3A0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2737685132" sldId="12789"/>
            <ac:spMk id="65" creationId="{0625DF80-4242-8333-505A-811D00A32BEC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2737685132" sldId="12789"/>
            <ac:spMk id="68" creationId="{E9B3E2B2-152B-DB76-7788-B5E303DDEFE5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2737685132" sldId="12789"/>
            <ac:spMk id="84" creationId="{2D59C663-C0D9-0CB4-CA65-CD7C7AAA58E3}"/>
          </ac:spMkLst>
        </pc:spChg>
      </pc:sldChg>
      <pc:sldChg chg="modSp">
        <pc:chgData name="hyung jun jo" userId="eecbfa9617bcf066" providerId="LiveId" clId="{CED4A83C-449D-4884-BBE3-D1C96CDA3770}" dt="2026-05-31T02:59:28.581" v="1"/>
        <pc:sldMkLst>
          <pc:docMk/>
          <pc:sldMk cId="2041716004" sldId="12790"/>
        </pc:sldMkLst>
        <pc:spChg chg="mod">
          <ac:chgData name="hyung jun jo" userId="eecbfa9617bcf066" providerId="LiveId" clId="{CED4A83C-449D-4884-BBE3-D1C96CDA3770}" dt="2026-05-31T02:59:28.581" v="1"/>
          <ac:spMkLst>
            <pc:docMk/>
            <pc:sldMk cId="2041716004" sldId="12790"/>
            <ac:spMk id="4" creationId="{72668775-7104-76BF-BBE1-42438E935E1D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2041716004" sldId="12790"/>
            <ac:spMk id="5" creationId="{724C1BAB-F22E-493A-2E77-3B384604264E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2041716004" sldId="12790"/>
            <ac:spMk id="7" creationId="{9ADE4F36-87E5-F4C6-DB49-4C9669A37A0A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2041716004" sldId="12790"/>
            <ac:spMk id="8" creationId="{BCF21715-32CC-963F-4289-93364DF1F3F8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2041716004" sldId="12790"/>
            <ac:spMk id="10" creationId="{91779E38-3E3B-D836-4D32-24D1ADACB826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2041716004" sldId="12790"/>
            <ac:spMk id="11" creationId="{9CD114FC-B18C-A603-5480-2BE02FF80B25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2041716004" sldId="12790"/>
            <ac:spMk id="13" creationId="{D560A49F-3E22-1058-6CF7-3C6B25274E51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2041716004" sldId="12790"/>
            <ac:spMk id="14" creationId="{BD0D3F01-2451-6007-0691-2BB6EA982FA7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2041716004" sldId="12790"/>
            <ac:spMk id="15" creationId="{1603B2D6-55E5-33FC-3DAF-28B07FD8C3A7}"/>
          </ac:spMkLst>
        </pc:spChg>
        <pc:graphicFrameChg chg="mod">
          <ac:chgData name="hyung jun jo" userId="eecbfa9617bcf066" providerId="LiveId" clId="{CED4A83C-449D-4884-BBE3-D1C96CDA3770}" dt="2026-05-31T02:59:28.581" v="1"/>
          <ac:graphicFrameMkLst>
            <pc:docMk/>
            <pc:sldMk cId="2041716004" sldId="12790"/>
            <ac:graphicFrameMk id="2" creationId="{442EED9B-CF4F-218E-FBE9-E93E5A35551A}"/>
          </ac:graphicFrameMkLst>
        </pc:graphicFrameChg>
      </pc:sldChg>
      <pc:sldChg chg="modSp">
        <pc:chgData name="hyung jun jo" userId="eecbfa9617bcf066" providerId="LiveId" clId="{CED4A83C-449D-4884-BBE3-D1C96CDA3770}" dt="2026-05-31T02:59:28.581" v="1"/>
        <pc:sldMkLst>
          <pc:docMk/>
          <pc:sldMk cId="3400839180" sldId="12791"/>
        </pc:sldMkLst>
        <pc:spChg chg="mod">
          <ac:chgData name="hyung jun jo" userId="eecbfa9617bcf066" providerId="LiveId" clId="{CED4A83C-449D-4884-BBE3-D1C96CDA3770}" dt="2026-05-31T02:59:28.581" v="1"/>
          <ac:spMkLst>
            <pc:docMk/>
            <pc:sldMk cId="3400839180" sldId="12791"/>
            <ac:spMk id="2" creationId="{4D728DDB-623B-CC60-8D61-BF040BCB3A31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3400839180" sldId="12791"/>
            <ac:spMk id="7" creationId="{0A91582B-1CFC-F8E3-7873-A4095F36CF4B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3400839180" sldId="12791"/>
            <ac:spMk id="18" creationId="{0576BD2C-3EFA-304A-B8A5-F965C0D3A25F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3400839180" sldId="12791"/>
            <ac:spMk id="21" creationId="{C72DD066-C792-77F9-ADC8-7DC8D8B3A7D0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3400839180" sldId="12791"/>
            <ac:spMk id="23" creationId="{A09F5FB8-8318-6EE5-98AC-AFAFBC22F989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3400839180" sldId="12791"/>
            <ac:spMk id="27" creationId="{F4444A2E-CA5A-078F-2C40-456CED14599E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3400839180" sldId="12791"/>
            <ac:spMk id="29" creationId="{6EA5D477-95BC-8DBA-6412-45453AF6F6C4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3400839180" sldId="12791"/>
            <ac:spMk id="33" creationId="{55CDC94E-B265-1D8A-E8AB-C69CB406DE92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3400839180" sldId="12791"/>
            <ac:spMk id="35" creationId="{A2856FFD-4824-E0EC-C48F-7DA82F6D2534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3400839180" sldId="12791"/>
            <ac:spMk id="36" creationId="{4CB44331-14DE-ACB0-8CFC-E12A13161ED1}"/>
          </ac:spMkLst>
        </pc:spChg>
      </pc:sldChg>
      <pc:sldChg chg="modSp">
        <pc:chgData name="hyung jun jo" userId="eecbfa9617bcf066" providerId="LiveId" clId="{CED4A83C-449D-4884-BBE3-D1C96CDA3770}" dt="2026-05-31T02:59:28.581" v="1"/>
        <pc:sldMkLst>
          <pc:docMk/>
          <pc:sldMk cId="952753822" sldId="12792"/>
        </pc:sldMkLst>
        <pc:spChg chg="mod">
          <ac:chgData name="hyung jun jo" userId="eecbfa9617bcf066" providerId="LiveId" clId="{CED4A83C-449D-4884-BBE3-D1C96CDA3770}" dt="2026-05-31T02:59:28.581" v="1"/>
          <ac:spMkLst>
            <pc:docMk/>
            <pc:sldMk cId="952753822" sldId="12792"/>
            <ac:spMk id="2" creationId="{73580699-39AC-689F-8AFB-96EB9AAA8E25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952753822" sldId="12792"/>
            <ac:spMk id="11" creationId="{2ADF0A20-94C4-E05F-10CB-C5295A830086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952753822" sldId="12792"/>
            <ac:spMk id="12" creationId="{D97D913B-FE8D-09F0-4795-4527A454B645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952753822" sldId="12792"/>
            <ac:spMk id="17" creationId="{CCD4E2D5-4947-15A0-E8D1-D496FF446A65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952753822" sldId="12792"/>
            <ac:spMk id="39" creationId="{69524FB0-58C5-B497-5410-570EA1A1D907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952753822" sldId="12792"/>
            <ac:spMk id="42" creationId="{E5E06AA2-E496-A497-0588-862AD5223EFC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952753822" sldId="12792"/>
            <ac:spMk id="43" creationId="{26ECD55A-E464-2D8D-1A6E-B81EFE0F1807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952753822" sldId="12792"/>
            <ac:spMk id="58" creationId="{6CA65886-8629-B4B7-6628-9EB6ED0143CD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952753822" sldId="12792"/>
            <ac:spMk id="61" creationId="{7F07C136-4415-055F-E915-D7F70AFB39D6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952753822" sldId="12792"/>
            <ac:spMk id="62" creationId="{DC52127B-229A-C93B-F90A-D69D7B41B252}"/>
          </ac:spMkLst>
        </pc:spChg>
      </pc:sldChg>
      <pc:sldChg chg="modSp modNotes">
        <pc:chgData name="hyung jun jo" userId="eecbfa9617bcf066" providerId="LiveId" clId="{CED4A83C-449D-4884-BBE3-D1C96CDA3770}" dt="2026-05-31T02:59:28.581" v="1"/>
        <pc:sldMkLst>
          <pc:docMk/>
          <pc:sldMk cId="3407252431" sldId="12793"/>
        </pc:sldMkLst>
        <pc:spChg chg="mod">
          <ac:chgData name="hyung jun jo" userId="eecbfa9617bcf066" providerId="LiveId" clId="{CED4A83C-449D-4884-BBE3-D1C96CDA3770}" dt="2026-05-31T02:59:28.581" v="1"/>
          <ac:spMkLst>
            <pc:docMk/>
            <pc:sldMk cId="3407252431" sldId="12793"/>
            <ac:spMk id="3" creationId="{A09E31A1-00E6-483A-E6D2-36ABEE1EFAC8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3407252431" sldId="12793"/>
            <ac:spMk id="7" creationId="{71DDB92C-2FB4-42C6-94D8-1360A530D397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3407252431" sldId="12793"/>
            <ac:spMk id="19" creationId="{BD6BF05A-7A46-4216-9A3D-CEFDC84B4733}"/>
          </ac:spMkLst>
        </pc:spChg>
      </pc:sldChg>
      <pc:sldChg chg="modSp">
        <pc:chgData name="hyung jun jo" userId="eecbfa9617bcf066" providerId="LiveId" clId="{CED4A83C-449D-4884-BBE3-D1C96CDA3770}" dt="2026-05-31T02:59:28.581" v="1"/>
        <pc:sldMkLst>
          <pc:docMk/>
          <pc:sldMk cId="648122183" sldId="12799"/>
        </pc:sldMkLst>
        <pc:spChg chg="mod">
          <ac:chgData name="hyung jun jo" userId="eecbfa9617bcf066" providerId="LiveId" clId="{CED4A83C-449D-4884-BBE3-D1C96CDA3770}" dt="2026-05-31T02:59:28.581" v="1"/>
          <ac:spMkLst>
            <pc:docMk/>
            <pc:sldMk cId="648122183" sldId="12799"/>
            <ac:spMk id="6" creationId="{1363DD10-EEA7-A9EF-793D-E927C05E5CE3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648122183" sldId="12799"/>
            <ac:spMk id="8" creationId="{902056F4-E216-AC78-2D1A-CBE476BE568C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648122183" sldId="12799"/>
            <ac:spMk id="22" creationId="{698C89C0-B952-23E9-3079-10035B2D63E9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648122183" sldId="12799"/>
            <ac:spMk id="25" creationId="{BE2D3ED6-8DD1-3CE5-F1B2-A9F576767F6C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648122183" sldId="12799"/>
            <ac:spMk id="36" creationId="{8B9870BE-BA76-C79B-13F5-17925D35C5AA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648122183" sldId="12799"/>
            <ac:spMk id="38" creationId="{542E4479-09B8-65E5-8A9D-EF1B303371BB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648122183" sldId="12799"/>
            <ac:spMk id="40" creationId="{ED59B6DA-AD7E-1D9C-52CC-5955ED7EE94E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648122183" sldId="12799"/>
            <ac:spMk id="44" creationId="{C8634F40-54A5-EE3E-9A76-BCD5D02F203E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648122183" sldId="12799"/>
            <ac:spMk id="53" creationId="{898D6D0C-39B1-D1F4-DF39-BCC81E5E4F07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648122183" sldId="12799"/>
            <ac:spMk id="68" creationId="{1A1D7BDB-DC4E-E7CA-F1ED-70BF9540B121}"/>
          </ac:spMkLst>
        </pc:spChg>
      </pc:sldChg>
      <pc:sldChg chg="modSp modNotes">
        <pc:chgData name="hyung jun jo" userId="eecbfa9617bcf066" providerId="LiveId" clId="{CED4A83C-449D-4884-BBE3-D1C96CDA3770}" dt="2026-05-31T02:59:28.581" v="1"/>
        <pc:sldMkLst>
          <pc:docMk/>
          <pc:sldMk cId="1172785327" sldId="12800"/>
        </pc:sldMkLst>
        <pc:spChg chg="mod">
          <ac:chgData name="hyung jun jo" userId="eecbfa9617bcf066" providerId="LiveId" clId="{CED4A83C-449D-4884-BBE3-D1C96CDA3770}" dt="2026-05-31T02:59:28.581" v="1"/>
          <ac:spMkLst>
            <pc:docMk/>
            <pc:sldMk cId="1172785327" sldId="12800"/>
            <ac:spMk id="6" creationId="{6250BED2-15F6-B926-8C26-42D9D7A83D55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1172785327" sldId="12800"/>
            <ac:spMk id="8" creationId="{09835CD6-FC93-757E-5B88-8D095C3AE443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1172785327" sldId="12800"/>
            <ac:spMk id="13" creationId="{12D2C852-6F53-8E9E-825A-70D87C0BAE0A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1172785327" sldId="12800"/>
            <ac:spMk id="22" creationId="{C36C9611-6DA1-2847-83FD-4CD225BB7490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1172785327" sldId="12800"/>
            <ac:spMk id="28" creationId="{4EA30E56-FF82-B954-DFE3-D8CA2AA8371E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1172785327" sldId="12800"/>
            <ac:spMk id="40" creationId="{A74C0DD7-C98D-48E0-C5CB-0FFC3C98AB46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1172785327" sldId="12800"/>
            <ac:spMk id="43" creationId="{7675FCFD-157E-8881-B465-BE974410DD11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1172785327" sldId="12800"/>
            <ac:spMk id="47" creationId="{B2226820-5890-2543-38FF-A57349A5A33E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1172785327" sldId="12800"/>
            <ac:spMk id="98" creationId="{9E4C400F-00D7-7356-5934-C2DEBA3ED2DE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1172785327" sldId="12800"/>
            <ac:spMk id="99" creationId="{18C24A58-E073-B292-D358-BA12E8304E80}"/>
          </ac:spMkLst>
        </pc:spChg>
      </pc:sldChg>
      <pc:sldChg chg="modSp">
        <pc:chgData name="hyung jun jo" userId="eecbfa9617bcf066" providerId="LiveId" clId="{CED4A83C-449D-4884-BBE3-D1C96CDA3770}" dt="2026-05-31T02:59:28.581" v="1"/>
        <pc:sldMkLst>
          <pc:docMk/>
          <pc:sldMk cId="4042651301" sldId="12807"/>
        </pc:sldMkLst>
        <pc:spChg chg="mod">
          <ac:chgData name="hyung jun jo" userId="eecbfa9617bcf066" providerId="LiveId" clId="{CED4A83C-449D-4884-BBE3-D1C96CDA3770}" dt="2026-05-31T02:59:28.581" v="1"/>
          <ac:spMkLst>
            <pc:docMk/>
            <pc:sldMk cId="4042651301" sldId="12807"/>
            <ac:spMk id="9" creationId="{20840250-A786-62E8-C520-CB6C9A0900F6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4042651301" sldId="12807"/>
            <ac:spMk id="14" creationId="{D3BA6FAC-B2FE-76E6-0F9D-6F5F93D362DC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4042651301" sldId="12807"/>
            <ac:spMk id="16" creationId="{4AADAA96-F5D6-A53A-99E8-215A05DFB956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4042651301" sldId="12807"/>
            <ac:spMk id="18" creationId="{859589D9-BC79-60FB-C687-23B2EEDE2BDC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4042651301" sldId="12807"/>
            <ac:spMk id="20" creationId="{320F5465-32FC-0606-5A4C-BABB16570299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4042651301" sldId="12807"/>
            <ac:spMk id="21" creationId="{9E381163-A032-B5F7-679F-538E57159E73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4042651301" sldId="12807"/>
            <ac:spMk id="22" creationId="{E0BE5762-799D-EB7D-FFCF-E07C23EBC996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4042651301" sldId="12807"/>
            <ac:spMk id="27" creationId="{08C1684F-6B02-AC63-518C-5E79F1B53DFE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4042651301" sldId="12807"/>
            <ac:spMk id="29" creationId="{D1007DF3-6508-A6B6-2F91-AEC76EC668D4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4042651301" sldId="12807"/>
            <ac:spMk id="46" creationId="{B9015E00-AAAF-CFDE-0845-A7345035C20C}"/>
          </ac:spMkLst>
        </pc:spChg>
      </pc:sldChg>
      <pc:sldChg chg="modSp">
        <pc:chgData name="hyung jun jo" userId="eecbfa9617bcf066" providerId="LiveId" clId="{CED4A83C-449D-4884-BBE3-D1C96CDA3770}" dt="2026-05-31T02:59:28.581" v="1"/>
        <pc:sldMkLst>
          <pc:docMk/>
          <pc:sldMk cId="3539700473" sldId="12808"/>
        </pc:sldMkLst>
        <pc:spChg chg="mod">
          <ac:chgData name="hyung jun jo" userId="eecbfa9617bcf066" providerId="LiveId" clId="{CED4A83C-449D-4884-BBE3-D1C96CDA3770}" dt="2026-05-31T02:59:28.581" v="1"/>
          <ac:spMkLst>
            <pc:docMk/>
            <pc:sldMk cId="3539700473" sldId="12808"/>
            <ac:spMk id="32" creationId="{991CE54D-4F58-39DC-AB9A-7A7F910A9DA4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3539700473" sldId="12808"/>
            <ac:spMk id="35" creationId="{06D51061-5906-2416-0270-AFA39A284ED4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3539700473" sldId="12808"/>
            <ac:spMk id="41" creationId="{2B231CD3-C89E-A740-620E-F59E29FCEC29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3539700473" sldId="12808"/>
            <ac:spMk id="45" creationId="{C97D32B1-8EF0-0E0F-1DEB-FBF10B68C2F0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3539700473" sldId="12808"/>
            <ac:spMk id="46" creationId="{35F6E159-29B2-FF29-0D18-BE0E0A87A556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3539700473" sldId="12808"/>
            <ac:spMk id="51" creationId="{7AA5F530-FE60-F0B7-0334-6464C38C8337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3539700473" sldId="12808"/>
            <ac:spMk id="74" creationId="{33DE765A-C5F6-A32E-432D-A15048A91A70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3539700473" sldId="12808"/>
            <ac:spMk id="75" creationId="{A97D5B8B-48FE-D4EF-A31E-AA67D6939868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3539700473" sldId="12808"/>
            <ac:spMk id="76" creationId="{716E95C2-04E1-2683-D79A-C330DE14AC31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3539700473" sldId="12808"/>
            <ac:spMk id="77" creationId="{CC706368-6B78-11FA-2895-21CA517DF46C}"/>
          </ac:spMkLst>
        </pc:spChg>
      </pc:sldChg>
      <pc:sldChg chg="modSp">
        <pc:chgData name="hyung jun jo" userId="eecbfa9617bcf066" providerId="LiveId" clId="{CED4A83C-449D-4884-BBE3-D1C96CDA3770}" dt="2026-05-31T02:59:28.581" v="1"/>
        <pc:sldMkLst>
          <pc:docMk/>
          <pc:sldMk cId="3367668591" sldId="12809"/>
        </pc:sldMkLst>
        <pc:spChg chg="mod">
          <ac:chgData name="hyung jun jo" userId="eecbfa9617bcf066" providerId="LiveId" clId="{CED4A83C-449D-4884-BBE3-D1C96CDA3770}" dt="2026-05-31T02:59:28.581" v="1"/>
          <ac:spMkLst>
            <pc:docMk/>
            <pc:sldMk cId="3367668591" sldId="12809"/>
            <ac:spMk id="27" creationId="{4803E8D2-5F48-A839-497A-4D11AEE48B7C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3367668591" sldId="12809"/>
            <ac:spMk id="30" creationId="{987B136F-445B-3F04-A8BD-EA17A720C9CA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3367668591" sldId="12809"/>
            <ac:spMk id="34" creationId="{CF634C61-4BEC-E55A-FD3D-E8D1B3F0BB49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3367668591" sldId="12809"/>
            <ac:spMk id="35" creationId="{BE113427-0388-D904-A0AF-5CFF24891249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3367668591" sldId="12809"/>
            <ac:spMk id="40" creationId="{79B9B801-34BA-D63D-3515-966B2473A0E5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3367668591" sldId="12809"/>
            <ac:spMk id="42" creationId="{E110C4B9-D5C0-9938-A0C9-6E825FC5CA8B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3367668591" sldId="12809"/>
            <ac:spMk id="54" creationId="{E5E885B0-185F-A10A-DE4E-4BB6597E28A5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3367668591" sldId="12809"/>
            <ac:spMk id="57" creationId="{FBF5E4C4-033D-6919-E969-8800C61F4864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3367668591" sldId="12809"/>
            <ac:spMk id="61" creationId="{4EC8B5BD-E4BB-8A14-C315-A607E413C660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3367668591" sldId="12809"/>
            <ac:spMk id="66" creationId="{72D98219-6EEB-BF95-CD5A-E3BB2E3C8D15}"/>
          </ac:spMkLst>
        </pc:spChg>
      </pc:sldChg>
      <pc:sldChg chg="modSp">
        <pc:chgData name="hyung jun jo" userId="eecbfa9617bcf066" providerId="LiveId" clId="{CED4A83C-449D-4884-BBE3-D1C96CDA3770}" dt="2026-05-31T02:59:28.581" v="1"/>
        <pc:sldMkLst>
          <pc:docMk/>
          <pc:sldMk cId="372056170" sldId="12811"/>
        </pc:sldMkLst>
        <pc:spChg chg="mod">
          <ac:chgData name="hyung jun jo" userId="eecbfa9617bcf066" providerId="LiveId" clId="{CED4A83C-449D-4884-BBE3-D1C96CDA3770}" dt="2026-05-31T02:59:28.581" v="1"/>
          <ac:spMkLst>
            <pc:docMk/>
            <pc:sldMk cId="372056170" sldId="12811"/>
            <ac:spMk id="2" creationId="{12C3491E-37D3-CC7D-9B2D-E248C8BA322C}"/>
          </ac:spMkLst>
        </pc:spChg>
      </pc:sldChg>
      <pc:sldChg chg="modSp modNotes">
        <pc:chgData name="hyung jun jo" userId="eecbfa9617bcf066" providerId="LiveId" clId="{CED4A83C-449D-4884-BBE3-D1C96CDA3770}" dt="2026-05-31T02:59:28.581" v="1"/>
        <pc:sldMkLst>
          <pc:docMk/>
          <pc:sldMk cId="3655661518" sldId="12812"/>
        </pc:sldMkLst>
        <pc:spChg chg="mod">
          <ac:chgData name="hyung jun jo" userId="eecbfa9617bcf066" providerId="LiveId" clId="{CED4A83C-449D-4884-BBE3-D1C96CDA3770}" dt="2026-05-31T02:59:28.581" v="1"/>
          <ac:spMkLst>
            <pc:docMk/>
            <pc:sldMk cId="3655661518" sldId="12812"/>
            <ac:spMk id="4" creationId="{4834CAE0-D1DD-E6ED-B7CA-B9BE120AD944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3655661518" sldId="12812"/>
            <ac:spMk id="6" creationId="{EE7C5F98-DEBB-320F-7108-C55E7CF7D75C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3655661518" sldId="12812"/>
            <ac:spMk id="7" creationId="{96F8B04F-D89E-19FA-F10E-118D34042D0B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3655661518" sldId="12812"/>
            <ac:spMk id="10" creationId="{47C79E96-8D9A-8728-88DC-11A108C59A20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3655661518" sldId="12812"/>
            <ac:spMk id="14" creationId="{2D54CC1E-F310-9A4F-1F01-2F07CB13D500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3655661518" sldId="12812"/>
            <ac:spMk id="17" creationId="{A79EABF7-C2AE-F26C-7663-4A31642B4AFE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3655661518" sldId="12812"/>
            <ac:spMk id="20" creationId="{0307439E-A854-75F3-F50D-7590A656C940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3655661518" sldId="12812"/>
            <ac:spMk id="21" creationId="{A041C70A-853B-7B4C-7902-6420F7B7DD4E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3655661518" sldId="12812"/>
            <ac:spMk id="22" creationId="{3B645633-931E-3A0E-32EC-33BE0A6CBF42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3655661518" sldId="12812"/>
            <ac:spMk id="24" creationId="{FF328187-977F-2F26-AA2B-1604884DE385}"/>
          </ac:spMkLst>
        </pc:spChg>
      </pc:sldChg>
      <pc:sldChg chg="modSp">
        <pc:chgData name="hyung jun jo" userId="eecbfa9617bcf066" providerId="LiveId" clId="{CED4A83C-449D-4884-BBE3-D1C96CDA3770}" dt="2026-05-31T02:59:28.581" v="1"/>
        <pc:sldMkLst>
          <pc:docMk/>
          <pc:sldMk cId="1551805465" sldId="12813"/>
        </pc:sldMkLst>
        <pc:spChg chg="mod">
          <ac:chgData name="hyung jun jo" userId="eecbfa9617bcf066" providerId="LiveId" clId="{CED4A83C-449D-4884-BBE3-D1C96CDA3770}" dt="2026-05-31T02:59:28.581" v="1"/>
          <ac:spMkLst>
            <pc:docMk/>
            <pc:sldMk cId="1551805465" sldId="12813"/>
            <ac:spMk id="2" creationId="{6A6FF934-9B1B-F209-5146-385164CDB9AA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1551805465" sldId="12813"/>
            <ac:spMk id="5" creationId="{6E30C49A-2204-9667-672C-4CD084098AD2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1551805465" sldId="12813"/>
            <ac:spMk id="11" creationId="{EEDD09D5-8CC8-0B84-3055-4E3D0019BC17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1551805465" sldId="12813"/>
            <ac:spMk id="15" creationId="{8BF30EE4-7FF7-2C1D-5D52-1E47E1B73F68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1551805465" sldId="12813"/>
            <ac:spMk id="17" creationId="{2BD5455B-10E8-2721-73AA-130ECE7C8B13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1551805465" sldId="12813"/>
            <ac:spMk id="24" creationId="{4253F59E-D6A8-4CFB-33D2-24962CC14DA1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1551805465" sldId="12813"/>
            <ac:spMk id="33" creationId="{CCC5681D-70D8-F4CA-496E-2C7A7777043B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1551805465" sldId="12813"/>
            <ac:spMk id="42" creationId="{5E79C595-0C7A-CB55-E50C-06DE55E4468C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1551805465" sldId="12813"/>
            <ac:spMk id="54" creationId="{A0FFD4EC-59E8-9E53-C2AB-3ADDFE9F80AF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1551805465" sldId="12813"/>
            <ac:spMk id="55" creationId="{3C7ABE1E-4095-C75B-2EEA-7934DC3A62F6}"/>
          </ac:spMkLst>
        </pc:spChg>
      </pc:sldChg>
      <pc:sldChg chg="modSp">
        <pc:chgData name="hyung jun jo" userId="eecbfa9617bcf066" providerId="LiveId" clId="{CED4A83C-449D-4884-BBE3-D1C96CDA3770}" dt="2026-05-31T02:59:28.581" v="1"/>
        <pc:sldMkLst>
          <pc:docMk/>
          <pc:sldMk cId="2199337911" sldId="12814"/>
        </pc:sldMkLst>
        <pc:spChg chg="mod">
          <ac:chgData name="hyung jun jo" userId="eecbfa9617bcf066" providerId="LiveId" clId="{CED4A83C-449D-4884-BBE3-D1C96CDA3770}" dt="2026-05-31T02:59:28.581" v="1"/>
          <ac:spMkLst>
            <pc:docMk/>
            <pc:sldMk cId="2199337911" sldId="12814"/>
            <ac:spMk id="4" creationId="{D6423925-C260-9EAC-9182-F25CB7532D25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2199337911" sldId="12814"/>
            <ac:spMk id="5" creationId="{53070BDF-709D-C5C0-F69F-D9AA867239B8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2199337911" sldId="12814"/>
            <ac:spMk id="35" creationId="{F547DA24-E9F4-F2AE-5A15-BFC722D69D99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2199337911" sldId="12814"/>
            <ac:spMk id="36" creationId="{47249839-74A8-44BF-C686-CCE0D2E44FCC}"/>
          </ac:spMkLst>
        </pc:spChg>
        <pc:picChg chg="mod">
          <ac:chgData name="hyung jun jo" userId="eecbfa9617bcf066" providerId="LiveId" clId="{CED4A83C-449D-4884-BBE3-D1C96CDA3770}" dt="2026-05-31T02:59:28.581" v="1"/>
          <ac:picMkLst>
            <pc:docMk/>
            <pc:sldMk cId="2199337911" sldId="12814"/>
            <ac:picMk id="2050" creationId="{ED919762-D677-13BA-4855-20DF9C9FB2F7}"/>
          </ac:picMkLst>
        </pc:picChg>
        <pc:picChg chg="mod">
          <ac:chgData name="hyung jun jo" userId="eecbfa9617bcf066" providerId="LiveId" clId="{CED4A83C-449D-4884-BBE3-D1C96CDA3770}" dt="2026-05-31T02:59:28.581" v="1"/>
          <ac:picMkLst>
            <pc:docMk/>
            <pc:sldMk cId="2199337911" sldId="12814"/>
            <ac:picMk id="2052" creationId="{4B202F48-DCB1-C798-BC8F-6B125C14451A}"/>
          </ac:picMkLst>
        </pc:picChg>
        <pc:picChg chg="mod">
          <ac:chgData name="hyung jun jo" userId="eecbfa9617bcf066" providerId="LiveId" clId="{CED4A83C-449D-4884-BBE3-D1C96CDA3770}" dt="2026-05-31T02:59:28.581" v="1"/>
          <ac:picMkLst>
            <pc:docMk/>
            <pc:sldMk cId="2199337911" sldId="12814"/>
            <ac:picMk id="2058" creationId="{382801E0-D050-217D-629A-3828DECBFAFA}"/>
          </ac:picMkLst>
        </pc:picChg>
        <pc:picChg chg="mod">
          <ac:chgData name="hyung jun jo" userId="eecbfa9617bcf066" providerId="LiveId" clId="{CED4A83C-449D-4884-BBE3-D1C96CDA3770}" dt="2026-05-31T02:59:28.581" v="1"/>
          <ac:picMkLst>
            <pc:docMk/>
            <pc:sldMk cId="2199337911" sldId="12814"/>
            <ac:picMk id="2062" creationId="{64BD25D4-B478-445E-8276-1F3BC77EEC60}"/>
          </ac:picMkLst>
        </pc:picChg>
      </pc:sldChg>
      <pc:sldChg chg="modSp modNotes">
        <pc:chgData name="hyung jun jo" userId="eecbfa9617bcf066" providerId="LiveId" clId="{CED4A83C-449D-4884-BBE3-D1C96CDA3770}" dt="2026-05-31T02:59:28.581" v="1"/>
        <pc:sldMkLst>
          <pc:docMk/>
          <pc:sldMk cId="754792702" sldId="12816"/>
        </pc:sldMkLst>
        <pc:spChg chg="mod">
          <ac:chgData name="hyung jun jo" userId="eecbfa9617bcf066" providerId="LiveId" clId="{CED4A83C-449D-4884-BBE3-D1C96CDA3770}" dt="2026-05-31T02:59:28.581" v="1"/>
          <ac:spMkLst>
            <pc:docMk/>
            <pc:sldMk cId="754792702" sldId="12816"/>
            <ac:spMk id="9" creationId="{D1B0627C-EF06-42D3-5E09-3FFCC71EAB44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754792702" sldId="12816"/>
            <ac:spMk id="11" creationId="{8989E05C-BAC7-8657-A37C-52105C5889DA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754792702" sldId="12816"/>
            <ac:spMk id="18" creationId="{FF61AFC6-C051-691F-7E30-C70BA7AA69D3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754792702" sldId="12816"/>
            <ac:spMk id="24" creationId="{0CEF600E-4B7B-849F-1D66-61525EA6C700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754792702" sldId="12816"/>
            <ac:spMk id="28" creationId="{3F50D2C4-E386-19A6-4753-1AF94F1948B1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754792702" sldId="12816"/>
            <ac:spMk id="39" creationId="{B4D68355-9FA4-C645-CAAB-32D7EC44CF0C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754792702" sldId="12816"/>
            <ac:spMk id="40" creationId="{88FEC576-37C8-E769-F1A1-02AAD6A30F1C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754792702" sldId="12816"/>
            <ac:spMk id="47" creationId="{4F5C0BE8-3475-42A9-EB09-EB32562BD724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754792702" sldId="12816"/>
            <ac:spMk id="72" creationId="{6D530A01-0C0D-E1DF-84D2-26DB15AC2940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754792702" sldId="12816"/>
            <ac:spMk id="94" creationId="{A6233BDD-AF08-342B-8455-81806120D3A5}"/>
          </ac:spMkLst>
        </pc:spChg>
      </pc:sldChg>
      <pc:sldChg chg="addSp modSp mod modNotes">
        <pc:chgData name="hyung jun jo" userId="eecbfa9617bcf066" providerId="LiveId" clId="{CED4A83C-449D-4884-BBE3-D1C96CDA3770}" dt="2026-05-31T03:03:19.773" v="7" actId="1076"/>
        <pc:sldMkLst>
          <pc:docMk/>
          <pc:sldMk cId="1021901479" sldId="12817"/>
        </pc:sldMkLst>
        <pc:spChg chg="mod">
          <ac:chgData name="hyung jun jo" userId="eecbfa9617bcf066" providerId="LiveId" clId="{CED4A83C-449D-4884-BBE3-D1C96CDA3770}" dt="2026-05-31T02:59:28.581" v="1"/>
          <ac:spMkLst>
            <pc:docMk/>
            <pc:sldMk cId="1021901479" sldId="12817"/>
            <ac:spMk id="3" creationId="{1C9F85E8-8C41-C85F-17EB-58AD6943B574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1021901479" sldId="12817"/>
            <ac:spMk id="7" creationId="{6C2FF8CF-642D-7B6B-67BB-F66F605CC802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1021901479" sldId="12817"/>
            <ac:spMk id="19" creationId="{E240C1AA-D2CA-02FE-6CF3-E9168B2FB48B}"/>
          </ac:spMkLst>
        </pc:spChg>
        <pc:picChg chg="add mod">
          <ac:chgData name="hyung jun jo" userId="eecbfa9617bcf066" providerId="LiveId" clId="{CED4A83C-449D-4884-BBE3-D1C96CDA3770}" dt="2026-05-31T03:03:19.773" v="7" actId="1076"/>
          <ac:picMkLst>
            <pc:docMk/>
            <pc:sldMk cId="1021901479" sldId="12817"/>
            <ac:picMk id="2" creationId="{B1D1D6E4-9533-E9F0-976E-26EEF8FE5067}"/>
          </ac:picMkLst>
        </pc:picChg>
        <pc:picChg chg="mod">
          <ac:chgData name="hyung jun jo" userId="eecbfa9617bcf066" providerId="LiveId" clId="{CED4A83C-449D-4884-BBE3-D1C96CDA3770}" dt="2026-05-31T03:02:36.976" v="5" actId="1076"/>
          <ac:picMkLst>
            <pc:docMk/>
            <pc:sldMk cId="1021901479" sldId="12817"/>
            <ac:picMk id="4" creationId="{469666DC-521A-FD65-2E4A-AB47AE0ABC2D}"/>
          </ac:picMkLst>
        </pc:picChg>
      </pc:sldChg>
      <pc:sldChg chg="delSp modSp mod modNotes">
        <pc:chgData name="hyung jun jo" userId="eecbfa9617bcf066" providerId="LiveId" clId="{CED4A83C-449D-4884-BBE3-D1C96CDA3770}" dt="2026-05-31T02:59:28.581" v="1"/>
        <pc:sldMkLst>
          <pc:docMk/>
          <pc:sldMk cId="3450571864" sldId="12818"/>
        </pc:sldMkLst>
        <pc:spChg chg="mod">
          <ac:chgData name="hyung jun jo" userId="eecbfa9617bcf066" providerId="LiveId" clId="{CED4A83C-449D-4884-BBE3-D1C96CDA3770}" dt="2026-05-31T02:59:28.581" v="1"/>
          <ac:spMkLst>
            <pc:docMk/>
            <pc:sldMk cId="3450571864" sldId="12818"/>
            <ac:spMk id="4" creationId="{87763A8A-747B-B4BF-0797-1FF9E4FAC933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3450571864" sldId="12818"/>
            <ac:spMk id="21" creationId="{04D2C950-C712-6AC0-4E64-195D0D2799E0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3450571864" sldId="12818"/>
            <ac:spMk id="34" creationId="{2A81BAB4-5278-266B-BC6D-CFBFC5C7C732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3450571864" sldId="12818"/>
            <ac:spMk id="35" creationId="{7CDA1F14-2A97-2728-9A00-3B7BA52BD2BC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3450571864" sldId="12818"/>
            <ac:spMk id="48" creationId="{67F74498-1808-C993-2934-28E5B089B48E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3450571864" sldId="12818"/>
            <ac:spMk id="49" creationId="{CF76A4F9-DB3F-4554-7873-BADA8C60E6E2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3450571864" sldId="12818"/>
            <ac:spMk id="51" creationId="{9578D282-C4E7-474E-8050-00B84B594F59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3450571864" sldId="12818"/>
            <ac:spMk id="52" creationId="{925C61FC-D354-DD9D-2CD5-9CA4E3CE0E7E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3450571864" sldId="12818"/>
            <ac:spMk id="53" creationId="{3E35E049-9410-64B7-8E27-BDA5E1131A3B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3450571864" sldId="12818"/>
            <ac:spMk id="56" creationId="{BA66670A-6ACC-A8F1-B608-CF784384D23F}"/>
          </ac:spMkLst>
        </pc:spChg>
        <pc:picChg chg="del">
          <ac:chgData name="hyung jun jo" userId="eecbfa9617bcf066" providerId="LiveId" clId="{CED4A83C-449D-4884-BBE3-D1C96CDA3770}" dt="2026-05-31T02:57:10.894" v="0" actId="478"/>
          <ac:picMkLst>
            <pc:docMk/>
            <pc:sldMk cId="3450571864" sldId="12818"/>
            <ac:picMk id="3" creationId="{BF889DD9-3EF4-94B5-01DD-444CCEE4C344}"/>
          </ac:picMkLst>
        </pc:picChg>
      </pc:sldChg>
      <pc:sldChg chg="modSp modNotes">
        <pc:chgData name="hyung jun jo" userId="eecbfa9617bcf066" providerId="LiveId" clId="{CED4A83C-449D-4884-BBE3-D1C96CDA3770}" dt="2026-05-31T02:59:28.581" v="1"/>
        <pc:sldMkLst>
          <pc:docMk/>
          <pc:sldMk cId="1246262345" sldId="12820"/>
        </pc:sldMkLst>
        <pc:spChg chg="mod">
          <ac:chgData name="hyung jun jo" userId="eecbfa9617bcf066" providerId="LiveId" clId="{CED4A83C-449D-4884-BBE3-D1C96CDA3770}" dt="2026-05-31T02:59:28.581" v="1"/>
          <ac:spMkLst>
            <pc:docMk/>
            <pc:sldMk cId="1246262345" sldId="12820"/>
            <ac:spMk id="4" creationId="{50A9C450-A36C-8C75-13D8-6912D6B88537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1246262345" sldId="12820"/>
            <ac:spMk id="21" creationId="{6A60C2C1-6B72-4ABB-1198-28FE8F6192B8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1246262345" sldId="12820"/>
            <ac:spMk id="23" creationId="{04247ABD-789A-7D3F-06EF-1A3E2B634546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1246262345" sldId="12820"/>
            <ac:spMk id="67" creationId="{EAE19157-2D6C-A28D-6F4A-7CCA78C0ED6C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1246262345" sldId="12820"/>
            <ac:spMk id="71" creationId="{ADDAC440-D77E-B2A6-F9CC-15B04CA5E13A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1246262345" sldId="12820"/>
            <ac:spMk id="75" creationId="{534DFB52-21B8-5E84-9DA2-B8883C5B41BF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1246262345" sldId="12820"/>
            <ac:spMk id="78" creationId="{326A2168-AC04-C6BA-CCA2-42A12DD96A93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1246262345" sldId="12820"/>
            <ac:spMk id="82" creationId="{40431A89-79C2-72D7-A45E-1BBE880B5676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1246262345" sldId="12820"/>
            <ac:spMk id="88" creationId="{B60D03D7-3DB6-1E58-A84C-A77347DA9367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1246262345" sldId="12820"/>
            <ac:spMk id="89" creationId="{DB6648F0-9664-8B55-22AE-6E9E6CD6F6EF}"/>
          </ac:spMkLst>
        </pc:spChg>
      </pc:sldChg>
      <pc:sldChg chg="modSp">
        <pc:chgData name="hyung jun jo" userId="eecbfa9617bcf066" providerId="LiveId" clId="{CED4A83C-449D-4884-BBE3-D1C96CDA3770}" dt="2026-05-31T02:59:28.581" v="1"/>
        <pc:sldMkLst>
          <pc:docMk/>
          <pc:sldMk cId="14434512" sldId="12821"/>
        </pc:sldMkLst>
        <pc:spChg chg="mod">
          <ac:chgData name="hyung jun jo" userId="eecbfa9617bcf066" providerId="LiveId" clId="{CED4A83C-449D-4884-BBE3-D1C96CDA3770}" dt="2026-05-31T02:59:28.581" v="1"/>
          <ac:spMkLst>
            <pc:docMk/>
            <pc:sldMk cId="14434512" sldId="12821"/>
            <ac:spMk id="6" creationId="{E0807159-CEF0-90E9-4F13-2B8D4A44C510}"/>
          </ac:spMkLst>
        </pc:spChg>
        <pc:grpChg chg="mod">
          <ac:chgData name="hyung jun jo" userId="eecbfa9617bcf066" providerId="LiveId" clId="{CED4A83C-449D-4884-BBE3-D1C96CDA3770}" dt="2026-05-31T02:59:28.581" v="1"/>
          <ac:grpSpMkLst>
            <pc:docMk/>
            <pc:sldMk cId="14434512" sldId="12821"/>
            <ac:grpSpMk id="7" creationId="{3728A003-EFF7-BFF0-9FD9-72C1FFA157EC}"/>
          </ac:grpSpMkLst>
        </pc:grpChg>
        <pc:picChg chg="mod">
          <ac:chgData name="hyung jun jo" userId="eecbfa9617bcf066" providerId="LiveId" clId="{CED4A83C-449D-4884-BBE3-D1C96CDA3770}" dt="2026-05-31T02:59:28.581" v="1"/>
          <ac:picMkLst>
            <pc:docMk/>
            <pc:sldMk cId="14434512" sldId="12821"/>
            <ac:picMk id="5" creationId="{78423E29-EDAE-C2D8-9164-727A49D5E106}"/>
          </ac:picMkLst>
        </pc:picChg>
      </pc:sldChg>
      <pc:sldChg chg="modSp">
        <pc:chgData name="hyung jun jo" userId="eecbfa9617bcf066" providerId="LiveId" clId="{CED4A83C-449D-4884-BBE3-D1C96CDA3770}" dt="2026-05-31T02:59:28.581" v="1"/>
        <pc:sldMkLst>
          <pc:docMk/>
          <pc:sldMk cId="4067749534" sldId="12822"/>
        </pc:sldMkLst>
        <pc:picChg chg="mod">
          <ac:chgData name="hyung jun jo" userId="eecbfa9617bcf066" providerId="LiveId" clId="{CED4A83C-449D-4884-BBE3-D1C96CDA3770}" dt="2026-05-31T02:59:28.581" v="1"/>
          <ac:picMkLst>
            <pc:docMk/>
            <pc:sldMk cId="4067749534" sldId="12822"/>
            <ac:picMk id="3" creationId="{F00987FD-154E-691F-31E5-C8F106D43386}"/>
          </ac:picMkLst>
        </pc:picChg>
      </pc:sldChg>
      <pc:sldChg chg="modSp modNotes">
        <pc:chgData name="hyung jun jo" userId="eecbfa9617bcf066" providerId="LiveId" clId="{CED4A83C-449D-4884-BBE3-D1C96CDA3770}" dt="2026-05-31T02:59:28.581" v="1"/>
        <pc:sldMkLst>
          <pc:docMk/>
          <pc:sldMk cId="4281755693" sldId="12823"/>
        </pc:sldMkLst>
        <pc:spChg chg="mod">
          <ac:chgData name="hyung jun jo" userId="eecbfa9617bcf066" providerId="LiveId" clId="{CED4A83C-449D-4884-BBE3-D1C96CDA3770}" dt="2026-05-31T02:59:28.581" v="1"/>
          <ac:spMkLst>
            <pc:docMk/>
            <pc:sldMk cId="4281755693" sldId="12823"/>
            <ac:spMk id="5" creationId="{702ED17A-1B4D-EE8D-FD97-177D1CD60982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4281755693" sldId="12823"/>
            <ac:spMk id="11" creationId="{69C11887-A051-5A76-C7F2-E4882D52282F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4281755693" sldId="12823"/>
            <ac:spMk id="12" creationId="{D3150B3B-F9F4-4517-7B77-D4E3517D78E7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4281755693" sldId="12823"/>
            <ac:spMk id="13" creationId="{C05EEB36-9EC0-8BAA-F639-BF3F076001B6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4281755693" sldId="12823"/>
            <ac:spMk id="16" creationId="{57E0072D-97DC-3623-7122-8CF93DD67E3B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4281755693" sldId="12823"/>
            <ac:spMk id="17" creationId="{C978C742-1E53-B467-8DA0-6F58F3DFEF4E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4281755693" sldId="12823"/>
            <ac:spMk id="18" creationId="{50E001DE-0855-326D-9B3F-27F32702A664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4281755693" sldId="12823"/>
            <ac:spMk id="23" creationId="{56FAD2E9-6DB7-2327-5E9A-9762838F3C66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4281755693" sldId="12823"/>
            <ac:spMk id="24" creationId="{BD05468E-37AD-1194-BE47-05388F7A2DB2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4281755693" sldId="12823"/>
            <ac:spMk id="25" creationId="{C25D2D2D-D6A2-2CFA-4C16-F87749A290C6}"/>
          </ac:spMkLst>
        </pc:spChg>
      </pc:sldChg>
      <pc:sldChg chg="modSp modNotes">
        <pc:chgData name="hyung jun jo" userId="eecbfa9617bcf066" providerId="LiveId" clId="{CED4A83C-449D-4884-BBE3-D1C96CDA3770}" dt="2026-05-31T02:59:28.581" v="1"/>
        <pc:sldMkLst>
          <pc:docMk/>
          <pc:sldMk cId="483307465" sldId="12824"/>
        </pc:sldMkLst>
        <pc:spChg chg="mod">
          <ac:chgData name="hyung jun jo" userId="eecbfa9617bcf066" providerId="LiveId" clId="{CED4A83C-449D-4884-BBE3-D1C96CDA3770}" dt="2026-05-31T02:59:28.581" v="1"/>
          <ac:spMkLst>
            <pc:docMk/>
            <pc:sldMk cId="483307465" sldId="12824"/>
            <ac:spMk id="4" creationId="{0AE75704-A62E-60D3-6948-547875F4119B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483307465" sldId="12824"/>
            <ac:spMk id="6" creationId="{90AE8642-403D-1BD6-370E-C21844AC50FD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483307465" sldId="12824"/>
            <ac:spMk id="8" creationId="{BC9A0C2E-E2F2-D52E-CA40-04906C5F75E8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483307465" sldId="12824"/>
            <ac:spMk id="9" creationId="{224C9CE1-4DF6-8AD4-E5B4-3E56EF00CE9A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483307465" sldId="12824"/>
            <ac:spMk id="10" creationId="{B070E059-EFA6-77E5-8401-EA366DDE2207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483307465" sldId="12824"/>
            <ac:spMk id="14" creationId="{3F9EDBC8-CECF-3206-49DA-1FFFC1A16DA8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483307465" sldId="12824"/>
            <ac:spMk id="16" creationId="{C826F448-D8FD-70CF-747B-0BDB46E9C13B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483307465" sldId="12824"/>
            <ac:spMk id="17" creationId="{1E549F56-2DCF-5394-05D2-7B4562FC33CF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483307465" sldId="12824"/>
            <ac:spMk id="21" creationId="{68839ECA-C138-27A0-58E6-4BF76F67DAF5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483307465" sldId="12824"/>
            <ac:spMk id="23" creationId="{129EBDC6-DC74-87B1-DE18-2373F7145E0B}"/>
          </ac:spMkLst>
        </pc:spChg>
      </pc:sldChg>
      <pc:sldChg chg="modSp modNotes">
        <pc:chgData name="hyung jun jo" userId="eecbfa9617bcf066" providerId="LiveId" clId="{CED4A83C-449D-4884-BBE3-D1C96CDA3770}" dt="2026-05-31T02:59:28.581" v="1"/>
        <pc:sldMkLst>
          <pc:docMk/>
          <pc:sldMk cId="2728807095" sldId="12825"/>
        </pc:sldMkLst>
        <pc:spChg chg="mod">
          <ac:chgData name="hyung jun jo" userId="eecbfa9617bcf066" providerId="LiveId" clId="{CED4A83C-449D-4884-BBE3-D1C96CDA3770}" dt="2026-05-31T02:59:28.581" v="1"/>
          <ac:spMkLst>
            <pc:docMk/>
            <pc:sldMk cId="2728807095" sldId="12825"/>
            <ac:spMk id="4" creationId="{8C77CF8A-42BF-5EFC-CD30-A376F7174447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2728807095" sldId="12825"/>
            <ac:spMk id="21" creationId="{87038027-D392-A92D-28FC-9854874E5AE1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2728807095" sldId="12825"/>
            <ac:spMk id="23" creationId="{4CCBE254-0F6B-A5F9-F79C-C8F216622896}"/>
          </ac:spMkLst>
        </pc:spChg>
        <pc:picChg chg="mod">
          <ac:chgData name="hyung jun jo" userId="eecbfa9617bcf066" providerId="LiveId" clId="{CED4A83C-449D-4884-BBE3-D1C96CDA3770}" dt="2026-05-31T02:59:28.581" v="1"/>
          <ac:picMkLst>
            <pc:docMk/>
            <pc:sldMk cId="2728807095" sldId="12825"/>
            <ac:picMk id="7" creationId="{7C8F4EE0-3218-080F-FB6B-C7B62D9A8140}"/>
          </ac:picMkLst>
        </pc:picChg>
        <pc:picChg chg="mod">
          <ac:chgData name="hyung jun jo" userId="eecbfa9617bcf066" providerId="LiveId" clId="{CED4A83C-449D-4884-BBE3-D1C96CDA3770}" dt="2026-05-31T02:59:28.581" v="1"/>
          <ac:picMkLst>
            <pc:docMk/>
            <pc:sldMk cId="2728807095" sldId="12825"/>
            <ac:picMk id="19" creationId="{3D16EAD7-1F51-9983-E052-D93F7ADDBC41}"/>
          </ac:picMkLst>
        </pc:picChg>
        <pc:picChg chg="mod">
          <ac:chgData name="hyung jun jo" userId="eecbfa9617bcf066" providerId="LiveId" clId="{CED4A83C-449D-4884-BBE3-D1C96CDA3770}" dt="2026-05-31T02:59:28.581" v="1"/>
          <ac:picMkLst>
            <pc:docMk/>
            <pc:sldMk cId="2728807095" sldId="12825"/>
            <ac:picMk id="30" creationId="{805D73ED-7887-5EEA-D261-62052C625A57}"/>
          </ac:picMkLst>
        </pc:picChg>
        <pc:picChg chg="mod">
          <ac:chgData name="hyung jun jo" userId="eecbfa9617bcf066" providerId="LiveId" clId="{CED4A83C-449D-4884-BBE3-D1C96CDA3770}" dt="2026-05-31T02:59:28.581" v="1"/>
          <ac:picMkLst>
            <pc:docMk/>
            <pc:sldMk cId="2728807095" sldId="12825"/>
            <ac:picMk id="33" creationId="{518675BA-2A21-2E36-0938-F1F27BA2DCCE}"/>
          </ac:picMkLst>
        </pc:picChg>
      </pc:sldChg>
      <pc:sldChg chg="modSp modNotes">
        <pc:chgData name="hyung jun jo" userId="eecbfa9617bcf066" providerId="LiveId" clId="{CED4A83C-449D-4884-BBE3-D1C96CDA3770}" dt="2026-05-31T02:59:28.581" v="1"/>
        <pc:sldMkLst>
          <pc:docMk/>
          <pc:sldMk cId="2370086771" sldId="12826"/>
        </pc:sldMkLst>
        <pc:spChg chg="mod">
          <ac:chgData name="hyung jun jo" userId="eecbfa9617bcf066" providerId="LiveId" clId="{CED4A83C-449D-4884-BBE3-D1C96CDA3770}" dt="2026-05-31T02:59:28.581" v="1"/>
          <ac:spMkLst>
            <pc:docMk/>
            <pc:sldMk cId="2370086771" sldId="12826"/>
            <ac:spMk id="4" creationId="{5C3AE7A5-8030-7954-EF9C-003E6072C7B0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2370086771" sldId="12826"/>
            <ac:spMk id="21" creationId="{FDE157CC-928D-D954-509A-D5BCDC949761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2370086771" sldId="12826"/>
            <ac:spMk id="23" creationId="{4A184642-B88C-1BEC-706D-067A95C62EC5}"/>
          </ac:spMkLst>
        </pc:spChg>
        <pc:picChg chg="mod">
          <ac:chgData name="hyung jun jo" userId="eecbfa9617bcf066" providerId="LiveId" clId="{CED4A83C-449D-4884-BBE3-D1C96CDA3770}" dt="2026-05-31T02:59:28.581" v="1"/>
          <ac:picMkLst>
            <pc:docMk/>
            <pc:sldMk cId="2370086771" sldId="12826"/>
            <ac:picMk id="3" creationId="{A2BD76AB-C169-229B-15DE-1C32B0E12BB1}"/>
          </ac:picMkLst>
        </pc:picChg>
        <pc:picChg chg="mod">
          <ac:chgData name="hyung jun jo" userId="eecbfa9617bcf066" providerId="LiveId" clId="{CED4A83C-449D-4884-BBE3-D1C96CDA3770}" dt="2026-05-31T02:59:28.581" v="1"/>
          <ac:picMkLst>
            <pc:docMk/>
            <pc:sldMk cId="2370086771" sldId="12826"/>
            <ac:picMk id="6" creationId="{760D3E9A-5918-6E46-CDAE-0D6EE4D1AF05}"/>
          </ac:picMkLst>
        </pc:picChg>
        <pc:picChg chg="mod">
          <ac:chgData name="hyung jun jo" userId="eecbfa9617bcf066" providerId="LiveId" clId="{CED4A83C-449D-4884-BBE3-D1C96CDA3770}" dt="2026-05-31T02:59:28.581" v="1"/>
          <ac:picMkLst>
            <pc:docMk/>
            <pc:sldMk cId="2370086771" sldId="12826"/>
            <ac:picMk id="19" creationId="{46BDD786-31C9-A89A-BA21-A77D0D3E94CF}"/>
          </ac:picMkLst>
        </pc:picChg>
        <pc:picChg chg="mod">
          <ac:chgData name="hyung jun jo" userId="eecbfa9617bcf066" providerId="LiveId" clId="{CED4A83C-449D-4884-BBE3-D1C96CDA3770}" dt="2026-05-31T02:59:28.581" v="1"/>
          <ac:picMkLst>
            <pc:docMk/>
            <pc:sldMk cId="2370086771" sldId="12826"/>
            <ac:picMk id="30" creationId="{C1F7E6BD-7AF5-CD0F-ED6D-D8FC9393F544}"/>
          </ac:picMkLst>
        </pc:picChg>
        <pc:picChg chg="mod">
          <ac:chgData name="hyung jun jo" userId="eecbfa9617bcf066" providerId="LiveId" clId="{CED4A83C-449D-4884-BBE3-D1C96CDA3770}" dt="2026-05-31T02:59:28.581" v="1"/>
          <ac:picMkLst>
            <pc:docMk/>
            <pc:sldMk cId="2370086771" sldId="12826"/>
            <ac:picMk id="33" creationId="{21A2BB7A-336A-871C-5B6C-2CEAB5460391}"/>
          </ac:picMkLst>
        </pc:picChg>
      </pc:sldChg>
      <pc:sldChg chg="modSp modNotes">
        <pc:chgData name="hyung jun jo" userId="eecbfa9617bcf066" providerId="LiveId" clId="{CED4A83C-449D-4884-BBE3-D1C96CDA3770}" dt="2026-05-31T02:59:28.581" v="1"/>
        <pc:sldMkLst>
          <pc:docMk/>
          <pc:sldMk cId="3694728874" sldId="12827"/>
        </pc:sldMkLst>
        <pc:spChg chg="mod">
          <ac:chgData name="hyung jun jo" userId="eecbfa9617bcf066" providerId="LiveId" clId="{CED4A83C-449D-4884-BBE3-D1C96CDA3770}" dt="2026-05-31T02:59:28.581" v="1"/>
          <ac:spMkLst>
            <pc:docMk/>
            <pc:sldMk cId="3694728874" sldId="12827"/>
            <ac:spMk id="4" creationId="{BBE77E11-1F1B-B4E5-C0C5-D70B964BB00F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3694728874" sldId="12827"/>
            <ac:spMk id="6" creationId="{2BF39E32-D8DB-1DB4-B73F-EA3671918BA2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3694728874" sldId="12827"/>
            <ac:spMk id="8" creationId="{6D984497-19E0-9C0A-DD36-E0E6E17FB5E8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3694728874" sldId="12827"/>
            <ac:spMk id="21" creationId="{DCD1DAD2-6576-ACEC-FEA1-DAAF585B78E4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3694728874" sldId="12827"/>
            <ac:spMk id="23" creationId="{D645289B-5F5E-254B-1BE6-0CAB99D9DE2A}"/>
          </ac:spMkLst>
        </pc:spChg>
        <pc:picChg chg="mod">
          <ac:chgData name="hyung jun jo" userId="eecbfa9617bcf066" providerId="LiveId" clId="{CED4A83C-449D-4884-BBE3-D1C96CDA3770}" dt="2026-05-31T02:59:28.581" v="1"/>
          <ac:picMkLst>
            <pc:docMk/>
            <pc:sldMk cId="3694728874" sldId="12827"/>
            <ac:picMk id="3" creationId="{0F0EFF1C-538A-7F30-1B20-FA2F02DCEE6E}"/>
          </ac:picMkLst>
        </pc:picChg>
        <pc:picChg chg="mod">
          <ac:chgData name="hyung jun jo" userId="eecbfa9617bcf066" providerId="LiveId" clId="{CED4A83C-449D-4884-BBE3-D1C96CDA3770}" dt="2026-05-31T02:59:28.581" v="1"/>
          <ac:picMkLst>
            <pc:docMk/>
            <pc:sldMk cId="3694728874" sldId="12827"/>
            <ac:picMk id="19" creationId="{F8B078BC-6467-AA2C-3E95-7AC36BEE561F}"/>
          </ac:picMkLst>
        </pc:picChg>
        <pc:picChg chg="mod">
          <ac:chgData name="hyung jun jo" userId="eecbfa9617bcf066" providerId="LiveId" clId="{CED4A83C-449D-4884-BBE3-D1C96CDA3770}" dt="2026-05-31T02:59:28.581" v="1"/>
          <ac:picMkLst>
            <pc:docMk/>
            <pc:sldMk cId="3694728874" sldId="12827"/>
            <ac:picMk id="30" creationId="{B6975E38-4831-E8C9-EE01-A03597CA3295}"/>
          </ac:picMkLst>
        </pc:picChg>
      </pc:sldChg>
      <pc:sldChg chg="modSp modNotes">
        <pc:chgData name="hyung jun jo" userId="eecbfa9617bcf066" providerId="LiveId" clId="{CED4A83C-449D-4884-BBE3-D1C96CDA3770}" dt="2026-05-31T02:59:28.581" v="1"/>
        <pc:sldMkLst>
          <pc:docMk/>
          <pc:sldMk cId="4026977323" sldId="12828"/>
        </pc:sldMkLst>
        <pc:spChg chg="mod">
          <ac:chgData name="hyung jun jo" userId="eecbfa9617bcf066" providerId="LiveId" clId="{CED4A83C-449D-4884-BBE3-D1C96CDA3770}" dt="2026-05-31T02:59:28.581" v="1"/>
          <ac:spMkLst>
            <pc:docMk/>
            <pc:sldMk cId="4026977323" sldId="12828"/>
            <ac:spMk id="4" creationId="{A0BE24D1-60A6-4EED-0813-F1187795B727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4026977323" sldId="12828"/>
            <ac:spMk id="5" creationId="{AC8CEC5F-8837-44EE-3DE4-E2F1E018B5E6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4026977323" sldId="12828"/>
            <ac:spMk id="6" creationId="{47C7FDB6-0DC2-EE81-17C2-C06C02BC416B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4026977323" sldId="12828"/>
            <ac:spMk id="7" creationId="{3DCE22DE-BE07-B284-C39C-DF0064F7A199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4026977323" sldId="12828"/>
            <ac:spMk id="8" creationId="{C7851D6F-5DFA-923D-FCA0-A814A8FD410B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4026977323" sldId="12828"/>
            <ac:spMk id="9" creationId="{C2B314AC-C48D-A2E7-9D09-68F0B562980F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4026977323" sldId="12828"/>
            <ac:spMk id="10" creationId="{3A22945D-4AAA-4C68-028B-EF39861BBBDC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4026977323" sldId="12828"/>
            <ac:spMk id="11" creationId="{5F32DAD5-A678-20AD-3624-DBBAF2FBDF84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4026977323" sldId="12828"/>
            <ac:spMk id="21" creationId="{26A5D493-6AA0-61B8-D82B-4E9D77DDD4AC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4026977323" sldId="12828"/>
            <ac:spMk id="34" creationId="{204B7A94-87F1-79B0-CA9A-F3A7F564DCA2}"/>
          </ac:spMkLst>
        </pc:spChg>
      </pc:sldChg>
      <pc:sldChg chg="modSp modNotes">
        <pc:chgData name="hyung jun jo" userId="eecbfa9617bcf066" providerId="LiveId" clId="{CED4A83C-449D-4884-BBE3-D1C96CDA3770}" dt="2026-05-31T02:59:28.581" v="1"/>
        <pc:sldMkLst>
          <pc:docMk/>
          <pc:sldMk cId="1808704339" sldId="12829"/>
        </pc:sldMkLst>
        <pc:spChg chg="mod">
          <ac:chgData name="hyung jun jo" userId="eecbfa9617bcf066" providerId="LiveId" clId="{CED4A83C-449D-4884-BBE3-D1C96CDA3770}" dt="2026-05-31T02:59:28.581" v="1"/>
          <ac:spMkLst>
            <pc:docMk/>
            <pc:sldMk cId="1808704339" sldId="12829"/>
            <ac:spMk id="20" creationId="{14CFAD9B-FD42-2161-6ED3-123F2B010A79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1808704339" sldId="12829"/>
            <ac:spMk id="21" creationId="{ADFA41C2-D4AB-DED8-5D1B-53186B8A3461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1808704339" sldId="12829"/>
            <ac:spMk id="22" creationId="{523C01BB-6DAF-1A40-0890-49972285E374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1808704339" sldId="12829"/>
            <ac:spMk id="23" creationId="{7B5DEC9C-C285-66EA-1FCE-4BD9BD70FDC9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1808704339" sldId="12829"/>
            <ac:spMk id="35" creationId="{A566717C-F699-4563-A050-6C90524BA590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1808704339" sldId="12829"/>
            <ac:spMk id="36" creationId="{77761C7E-24DB-BEBC-E457-4D50A07D5AA4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1808704339" sldId="12829"/>
            <ac:spMk id="39" creationId="{42C4D57F-9F49-B608-A35D-4B7D1AB65CAA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1808704339" sldId="12829"/>
            <ac:spMk id="40" creationId="{223E028E-2BB8-7325-31C7-FB3004E3172D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1808704339" sldId="12829"/>
            <ac:spMk id="43" creationId="{C8087BF2-EFA5-09AA-1068-81034870B8DF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k cId="1808704339" sldId="12829"/>
            <ac:spMk id="46" creationId="{DF14990A-2FC3-8B10-7B21-DDEED120CD49}"/>
          </ac:spMkLst>
        </pc:spChg>
      </pc:sldChg>
      <pc:sldChg chg="addSp delSp modSp add mod">
        <pc:chgData name="hyung jun jo" userId="eecbfa9617bcf066" providerId="LiveId" clId="{CED4A83C-449D-4884-BBE3-D1C96CDA3770}" dt="2026-05-31T03:20:57.001" v="15" actId="1076"/>
        <pc:sldMkLst>
          <pc:docMk/>
          <pc:sldMk cId="2605024310" sldId="12830"/>
        </pc:sldMkLst>
        <pc:spChg chg="del">
          <ac:chgData name="hyung jun jo" userId="eecbfa9617bcf066" providerId="LiveId" clId="{CED4A83C-449D-4884-BBE3-D1C96CDA3770}" dt="2026-05-31T03:20:25.819" v="9" actId="478"/>
          <ac:spMkLst>
            <pc:docMk/>
            <pc:sldMk cId="2605024310" sldId="12830"/>
            <ac:spMk id="4" creationId="{B5B57A9C-FDCB-B507-87B0-7C00CB7C5596}"/>
          </ac:spMkLst>
        </pc:spChg>
        <pc:spChg chg="add mod">
          <ac:chgData name="hyung jun jo" userId="eecbfa9617bcf066" providerId="LiveId" clId="{CED4A83C-449D-4884-BBE3-D1C96CDA3770}" dt="2026-05-31T03:20:25.819" v="9" actId="478"/>
          <ac:spMkLst>
            <pc:docMk/>
            <pc:sldMk cId="2605024310" sldId="12830"/>
            <ac:spMk id="5" creationId="{23702A9A-BC70-8079-9626-A759F6B19EC5}"/>
          </ac:spMkLst>
        </pc:spChg>
        <pc:spChg chg="del">
          <ac:chgData name="hyung jun jo" userId="eecbfa9617bcf066" providerId="LiveId" clId="{CED4A83C-449D-4884-BBE3-D1C96CDA3770}" dt="2026-05-31T03:20:25.819" v="9" actId="478"/>
          <ac:spMkLst>
            <pc:docMk/>
            <pc:sldMk cId="2605024310" sldId="12830"/>
            <ac:spMk id="6" creationId="{4AE1971F-B691-79DE-7257-E0B3561A2547}"/>
          </ac:spMkLst>
        </pc:spChg>
        <pc:spChg chg="del">
          <ac:chgData name="hyung jun jo" userId="eecbfa9617bcf066" providerId="LiveId" clId="{CED4A83C-449D-4884-BBE3-D1C96CDA3770}" dt="2026-05-31T03:20:25.819" v="9" actId="478"/>
          <ac:spMkLst>
            <pc:docMk/>
            <pc:sldMk cId="2605024310" sldId="12830"/>
            <ac:spMk id="8" creationId="{F9053D9F-30CC-A463-4175-1AED5CAE3505}"/>
          </ac:spMkLst>
        </pc:spChg>
        <pc:spChg chg="del">
          <ac:chgData name="hyung jun jo" userId="eecbfa9617bcf066" providerId="LiveId" clId="{CED4A83C-449D-4884-BBE3-D1C96CDA3770}" dt="2026-05-31T03:20:25.819" v="9" actId="478"/>
          <ac:spMkLst>
            <pc:docMk/>
            <pc:sldMk cId="2605024310" sldId="12830"/>
            <ac:spMk id="21" creationId="{9F65F335-7918-F0EC-A8B0-0947EED44809}"/>
          </ac:spMkLst>
        </pc:spChg>
        <pc:spChg chg="del">
          <ac:chgData name="hyung jun jo" userId="eecbfa9617bcf066" providerId="LiveId" clId="{CED4A83C-449D-4884-BBE3-D1C96CDA3770}" dt="2026-05-31T03:20:25.819" v="9" actId="478"/>
          <ac:spMkLst>
            <pc:docMk/>
            <pc:sldMk cId="2605024310" sldId="12830"/>
            <ac:spMk id="23" creationId="{3A1B3E1C-D997-30C9-47E9-CB9976A56C20}"/>
          </ac:spMkLst>
        </pc:spChg>
        <pc:spChg chg="del">
          <ac:chgData name="hyung jun jo" userId="eecbfa9617bcf066" providerId="LiveId" clId="{CED4A83C-449D-4884-BBE3-D1C96CDA3770}" dt="2026-05-31T03:20:25.819" v="9" actId="478"/>
          <ac:spMkLst>
            <pc:docMk/>
            <pc:sldMk cId="2605024310" sldId="12830"/>
            <ac:spMk id="26" creationId="{39A7D54B-D90B-C309-1201-D2E3A1EBCE43}"/>
          </ac:spMkLst>
        </pc:spChg>
        <pc:picChg chg="del">
          <ac:chgData name="hyung jun jo" userId="eecbfa9617bcf066" providerId="LiveId" clId="{CED4A83C-449D-4884-BBE3-D1C96CDA3770}" dt="2026-05-31T03:20:25.819" v="9" actId="478"/>
          <ac:picMkLst>
            <pc:docMk/>
            <pc:sldMk cId="2605024310" sldId="12830"/>
            <ac:picMk id="3" creationId="{90FB4374-3EF6-3917-CE8D-9592865B8D9E}"/>
          </ac:picMkLst>
        </pc:picChg>
        <pc:picChg chg="add mod">
          <ac:chgData name="hyung jun jo" userId="eecbfa9617bcf066" providerId="LiveId" clId="{CED4A83C-449D-4884-BBE3-D1C96CDA3770}" dt="2026-05-31T03:20:57.001" v="15" actId="1076"/>
          <ac:picMkLst>
            <pc:docMk/>
            <pc:sldMk cId="2605024310" sldId="12830"/>
            <ac:picMk id="9" creationId="{5E6AFDB4-A214-7726-6ADC-CA456E13F778}"/>
          </ac:picMkLst>
        </pc:picChg>
        <pc:picChg chg="del">
          <ac:chgData name="hyung jun jo" userId="eecbfa9617bcf066" providerId="LiveId" clId="{CED4A83C-449D-4884-BBE3-D1C96CDA3770}" dt="2026-05-31T03:20:25.819" v="9" actId="478"/>
          <ac:picMkLst>
            <pc:docMk/>
            <pc:sldMk cId="2605024310" sldId="12830"/>
            <ac:picMk id="19" creationId="{936E04C0-7E33-1547-4785-235E5E5C5C8F}"/>
          </ac:picMkLst>
        </pc:picChg>
        <pc:picChg chg="del">
          <ac:chgData name="hyung jun jo" userId="eecbfa9617bcf066" providerId="LiveId" clId="{CED4A83C-449D-4884-BBE3-D1C96CDA3770}" dt="2026-05-31T03:20:25.819" v="9" actId="478"/>
          <ac:picMkLst>
            <pc:docMk/>
            <pc:sldMk cId="2605024310" sldId="12830"/>
            <ac:picMk id="30" creationId="{05567F41-50A3-1601-3BA1-014A5DABB33B}"/>
          </ac:picMkLst>
        </pc:picChg>
      </pc:sldChg>
      <pc:sldChg chg="modSp add del mod setBg">
        <pc:chgData name="hyung jun jo" userId="eecbfa9617bcf066" providerId="LiveId" clId="{CED4A83C-449D-4884-BBE3-D1C96CDA3770}" dt="2026-05-31T04:03:20.552" v="184" actId="47"/>
        <pc:sldMkLst>
          <pc:docMk/>
          <pc:sldMk cId="2616762090" sldId="12831"/>
        </pc:sldMkLst>
        <pc:picChg chg="mod">
          <ac:chgData name="hyung jun jo" userId="eecbfa9617bcf066" providerId="LiveId" clId="{CED4A83C-449D-4884-BBE3-D1C96CDA3770}" dt="2026-05-31T03:37:23.288" v="41" actId="1076"/>
          <ac:picMkLst>
            <pc:docMk/>
            <pc:sldMk cId="2616762090" sldId="12831"/>
            <ac:picMk id="4" creationId="{E8EE3E71-2A32-5228-3D87-696BB7506431}"/>
          </ac:picMkLst>
        </pc:picChg>
      </pc:sldChg>
      <pc:sldChg chg="addSp delSp modSp new mod modTransition modClrScheme chgLayout">
        <pc:chgData name="hyung jun jo" userId="eecbfa9617bcf066" providerId="LiveId" clId="{CED4A83C-449D-4884-BBE3-D1C96CDA3770}" dt="2026-05-31T08:06:04.571" v="4665" actId="108"/>
        <pc:sldMkLst>
          <pc:docMk/>
          <pc:sldMk cId="479654481" sldId="12832"/>
        </pc:sldMkLst>
        <pc:spChg chg="del">
          <ac:chgData name="hyung jun jo" userId="eecbfa9617bcf066" providerId="LiveId" clId="{CED4A83C-449D-4884-BBE3-D1C96CDA3770}" dt="2026-05-31T03:37:38.673" v="43" actId="478"/>
          <ac:spMkLst>
            <pc:docMk/>
            <pc:sldMk cId="479654481" sldId="12832"/>
            <ac:spMk id="2" creationId="{8D177877-07DD-F977-A962-3E13440E2825}"/>
          </ac:spMkLst>
        </pc:spChg>
        <pc:spChg chg="del">
          <ac:chgData name="hyung jun jo" userId="eecbfa9617bcf066" providerId="LiveId" clId="{CED4A83C-449D-4884-BBE3-D1C96CDA3770}" dt="2026-05-31T03:37:38.673" v="43" actId="478"/>
          <ac:spMkLst>
            <pc:docMk/>
            <pc:sldMk cId="479654481" sldId="12832"/>
            <ac:spMk id="3" creationId="{5770B0C8-09D8-3BCA-D239-7044EE912E5F}"/>
          </ac:spMkLst>
        </pc:spChg>
        <pc:spChg chg="add mod">
          <ac:chgData name="hyung jun jo" userId="eecbfa9617bcf066" providerId="LiveId" clId="{CED4A83C-449D-4884-BBE3-D1C96CDA3770}" dt="2026-05-31T04:22:14.059" v="585" actId="403"/>
          <ac:spMkLst>
            <pc:docMk/>
            <pc:sldMk cId="479654481" sldId="12832"/>
            <ac:spMk id="4" creationId="{5E2FB72D-9C44-FAB8-8BF1-58529E17517F}"/>
          </ac:spMkLst>
        </pc:spChg>
        <pc:spChg chg="add mod">
          <ac:chgData name="hyung jun jo" userId="eecbfa9617bcf066" providerId="LiveId" clId="{CED4A83C-449D-4884-BBE3-D1C96CDA3770}" dt="2026-05-31T04:11:36.264" v="320" actId="1076"/>
          <ac:spMkLst>
            <pc:docMk/>
            <pc:sldMk cId="479654481" sldId="12832"/>
            <ac:spMk id="5" creationId="{1BBECAB1-4C48-9451-B2EA-9E13F33D7895}"/>
          </ac:spMkLst>
        </pc:spChg>
        <pc:spChg chg="add mod">
          <ac:chgData name="hyung jun jo" userId="eecbfa9617bcf066" providerId="LiveId" clId="{CED4A83C-449D-4884-BBE3-D1C96CDA3770}" dt="2026-05-31T04:11:07.229" v="314" actId="947"/>
          <ac:spMkLst>
            <pc:docMk/>
            <pc:sldMk cId="479654481" sldId="12832"/>
            <ac:spMk id="7" creationId="{7A6C36B1-322A-7266-E5D1-75FBA7B5A6C9}"/>
          </ac:spMkLst>
        </pc:spChg>
        <pc:spChg chg="add del mod ord">
          <ac:chgData name="hyung jun jo" userId="eecbfa9617bcf066" providerId="LiveId" clId="{CED4A83C-449D-4884-BBE3-D1C96CDA3770}" dt="2026-05-31T04:04:57.052" v="195" actId="478"/>
          <ac:spMkLst>
            <pc:docMk/>
            <pc:sldMk cId="479654481" sldId="12832"/>
            <ac:spMk id="20" creationId="{8BEBD5FD-B053-35B1-70F1-F6A715DAEC42}"/>
          </ac:spMkLst>
        </pc:spChg>
        <pc:spChg chg="add del mod ord">
          <ac:chgData name="hyung jun jo" userId="eecbfa9617bcf066" providerId="LiveId" clId="{CED4A83C-449D-4884-BBE3-D1C96CDA3770}" dt="2026-05-31T04:04:57.052" v="195" actId="478"/>
          <ac:spMkLst>
            <pc:docMk/>
            <pc:sldMk cId="479654481" sldId="12832"/>
            <ac:spMk id="21" creationId="{65DC981C-DADC-4BE8-5B0E-77BDC9207FA3}"/>
          </ac:spMkLst>
        </pc:spChg>
        <pc:spChg chg="add del mod ord">
          <ac:chgData name="hyung jun jo" userId="eecbfa9617bcf066" providerId="LiveId" clId="{CED4A83C-449D-4884-BBE3-D1C96CDA3770}" dt="2026-05-31T04:05:08.753" v="197" actId="700"/>
          <ac:spMkLst>
            <pc:docMk/>
            <pc:sldMk cId="479654481" sldId="12832"/>
            <ac:spMk id="22" creationId="{A09B8D35-59CC-EE4F-405C-722C72400036}"/>
          </ac:spMkLst>
        </pc:spChg>
        <pc:spChg chg="add del mod ord">
          <ac:chgData name="hyung jun jo" userId="eecbfa9617bcf066" providerId="LiveId" clId="{CED4A83C-449D-4884-BBE3-D1C96CDA3770}" dt="2026-05-31T04:05:08.753" v="197" actId="700"/>
          <ac:spMkLst>
            <pc:docMk/>
            <pc:sldMk cId="479654481" sldId="12832"/>
            <ac:spMk id="23" creationId="{C33D5B23-F18B-1ED6-EA89-A516D8778223}"/>
          </ac:spMkLst>
        </pc:spChg>
        <pc:spChg chg="add del mod">
          <ac:chgData name="hyung jun jo" userId="eecbfa9617bcf066" providerId="LiveId" clId="{CED4A83C-449D-4884-BBE3-D1C96CDA3770}" dt="2026-05-31T04:07:46.412" v="238" actId="478"/>
          <ac:spMkLst>
            <pc:docMk/>
            <pc:sldMk cId="479654481" sldId="12832"/>
            <ac:spMk id="24" creationId="{F2AAE31D-5B4C-84DF-0D7B-15262F419A4A}"/>
          </ac:spMkLst>
        </pc:spChg>
        <pc:spChg chg="add mod">
          <ac:chgData name="hyung jun jo" userId="eecbfa9617bcf066" providerId="LiveId" clId="{CED4A83C-449D-4884-BBE3-D1C96CDA3770}" dt="2026-05-31T04:18:53.114" v="502" actId="20577"/>
          <ac:spMkLst>
            <pc:docMk/>
            <pc:sldMk cId="479654481" sldId="12832"/>
            <ac:spMk id="25" creationId="{43AC7154-511E-0E78-6248-A6BC92639584}"/>
          </ac:spMkLst>
        </pc:spChg>
        <pc:spChg chg="add mod">
          <ac:chgData name="hyung jun jo" userId="eecbfa9617bcf066" providerId="LiveId" clId="{CED4A83C-449D-4884-BBE3-D1C96CDA3770}" dt="2026-05-31T04:15:50.297" v="449" actId="1076"/>
          <ac:spMkLst>
            <pc:docMk/>
            <pc:sldMk cId="479654481" sldId="12832"/>
            <ac:spMk id="26" creationId="{567FB8D3-EAE0-41AB-7B48-7C8113331709}"/>
          </ac:spMkLst>
        </pc:spChg>
        <pc:spChg chg="add mod">
          <ac:chgData name="hyung jun jo" userId="eecbfa9617bcf066" providerId="LiveId" clId="{CED4A83C-449D-4884-BBE3-D1C96CDA3770}" dt="2026-05-31T04:08:59.079" v="260" actId="571"/>
          <ac:spMkLst>
            <pc:docMk/>
            <pc:sldMk cId="479654481" sldId="12832"/>
            <ac:spMk id="27" creationId="{F6B8F055-7A74-CB5E-E186-FEDADF6E7336}"/>
          </ac:spMkLst>
        </pc:spChg>
        <pc:spChg chg="add mod">
          <ac:chgData name="hyung jun jo" userId="eecbfa9617bcf066" providerId="LiveId" clId="{CED4A83C-449D-4884-BBE3-D1C96CDA3770}" dt="2026-05-31T04:12:22.705" v="331" actId="207"/>
          <ac:spMkLst>
            <pc:docMk/>
            <pc:sldMk cId="479654481" sldId="12832"/>
            <ac:spMk id="28" creationId="{FC2DF6E1-F622-CA3C-F90B-4E8315BAFB21}"/>
          </ac:spMkLst>
        </pc:spChg>
        <pc:spChg chg="add mod">
          <ac:chgData name="hyung jun jo" userId="eecbfa9617bcf066" providerId="LiveId" clId="{CED4A83C-449D-4884-BBE3-D1C96CDA3770}" dt="2026-05-31T04:12:22.705" v="331" actId="207"/>
          <ac:spMkLst>
            <pc:docMk/>
            <pc:sldMk cId="479654481" sldId="12832"/>
            <ac:spMk id="29" creationId="{0CAD972E-F211-4F99-342C-CB4CE8C9A1D7}"/>
          </ac:spMkLst>
        </pc:spChg>
        <pc:spChg chg="add mod">
          <ac:chgData name="hyung jun jo" userId="eecbfa9617bcf066" providerId="LiveId" clId="{CED4A83C-449D-4884-BBE3-D1C96CDA3770}" dt="2026-05-31T04:19:38.204" v="528" actId="403"/>
          <ac:spMkLst>
            <pc:docMk/>
            <pc:sldMk cId="479654481" sldId="12832"/>
            <ac:spMk id="30" creationId="{F9822EDE-B7FE-9B7B-11CA-2478790B8DE7}"/>
          </ac:spMkLst>
        </pc:spChg>
        <pc:spChg chg="add mod">
          <ac:chgData name="hyung jun jo" userId="eecbfa9617bcf066" providerId="LiveId" clId="{CED4A83C-449D-4884-BBE3-D1C96CDA3770}" dt="2026-05-31T04:19:38.204" v="528" actId="403"/>
          <ac:spMkLst>
            <pc:docMk/>
            <pc:sldMk cId="479654481" sldId="12832"/>
            <ac:spMk id="31" creationId="{E65C1A43-E1FC-F156-511B-1CA9490A90EC}"/>
          </ac:spMkLst>
        </pc:spChg>
        <pc:spChg chg="add mod">
          <ac:chgData name="hyung jun jo" userId="eecbfa9617bcf066" providerId="LiveId" clId="{CED4A83C-449D-4884-BBE3-D1C96CDA3770}" dt="2026-05-31T04:19:38.204" v="528" actId="403"/>
          <ac:spMkLst>
            <pc:docMk/>
            <pc:sldMk cId="479654481" sldId="12832"/>
            <ac:spMk id="32" creationId="{44A3A17D-193E-4256-9049-121BD290B22C}"/>
          </ac:spMkLst>
        </pc:spChg>
        <pc:spChg chg="add mod">
          <ac:chgData name="hyung jun jo" userId="eecbfa9617bcf066" providerId="LiveId" clId="{CED4A83C-449D-4884-BBE3-D1C96CDA3770}" dt="2026-05-31T08:06:04.571" v="4665" actId="108"/>
          <ac:spMkLst>
            <pc:docMk/>
            <pc:sldMk cId="479654481" sldId="12832"/>
            <ac:spMk id="33" creationId="{247010F0-AC66-C733-466A-3E544C5C6ED4}"/>
          </ac:spMkLst>
        </pc:spChg>
        <pc:spChg chg="add mod">
          <ac:chgData name="hyung jun jo" userId="eecbfa9617bcf066" providerId="LiveId" clId="{CED4A83C-449D-4884-BBE3-D1C96CDA3770}" dt="2026-05-31T04:16:22.256" v="456" actId="571"/>
          <ac:spMkLst>
            <pc:docMk/>
            <pc:sldMk cId="479654481" sldId="12832"/>
            <ac:spMk id="34" creationId="{E11BD172-65D2-54F8-7BB9-F93F79E663FE}"/>
          </ac:spMkLst>
        </pc:spChg>
        <pc:spChg chg="add mod">
          <ac:chgData name="hyung jun jo" userId="eecbfa9617bcf066" providerId="LiveId" clId="{CED4A83C-449D-4884-BBE3-D1C96CDA3770}" dt="2026-05-31T04:18:24.283" v="483" actId="1076"/>
          <ac:spMkLst>
            <pc:docMk/>
            <pc:sldMk cId="479654481" sldId="12832"/>
            <ac:spMk id="35" creationId="{60C4F24D-883C-8FA6-D84C-7227794F062C}"/>
          </ac:spMkLst>
        </pc:spChg>
        <pc:spChg chg="add mod">
          <ac:chgData name="hyung jun jo" userId="eecbfa9617bcf066" providerId="LiveId" clId="{CED4A83C-449D-4884-BBE3-D1C96CDA3770}" dt="2026-05-31T04:20:01.130" v="542" actId="20577"/>
          <ac:spMkLst>
            <pc:docMk/>
            <pc:sldMk cId="479654481" sldId="12832"/>
            <ac:spMk id="36" creationId="{D129F432-0E6D-4D0C-1D70-F3FB7A389894}"/>
          </ac:spMkLst>
        </pc:spChg>
        <pc:spChg chg="add mod">
          <ac:chgData name="hyung jun jo" userId="eecbfa9617bcf066" providerId="LiveId" clId="{CED4A83C-449D-4884-BBE3-D1C96CDA3770}" dt="2026-05-31T04:20:09.411" v="546" actId="14100"/>
          <ac:spMkLst>
            <pc:docMk/>
            <pc:sldMk cId="479654481" sldId="12832"/>
            <ac:spMk id="37" creationId="{C1441C4B-DB0F-848E-8D64-F8D5651805C8}"/>
          </ac:spMkLst>
        </pc:spChg>
        <pc:spChg chg="add mod">
          <ac:chgData name="hyung jun jo" userId="eecbfa9617bcf066" providerId="LiveId" clId="{CED4A83C-449D-4884-BBE3-D1C96CDA3770}" dt="2026-05-31T04:21:04.378" v="578" actId="20577"/>
          <ac:spMkLst>
            <pc:docMk/>
            <pc:sldMk cId="479654481" sldId="12832"/>
            <ac:spMk id="38" creationId="{84ECAF93-7609-17E9-0FE1-7560B3551A45}"/>
          </ac:spMkLst>
        </pc:spChg>
        <pc:spChg chg="add mod">
          <ac:chgData name="hyung jun jo" userId="eecbfa9617bcf066" providerId="LiveId" clId="{CED4A83C-449D-4884-BBE3-D1C96CDA3770}" dt="2026-05-31T04:21:26.459" v="581"/>
          <ac:spMkLst>
            <pc:docMk/>
            <pc:sldMk cId="479654481" sldId="12832"/>
            <ac:spMk id="39" creationId="{793B0BD1-EE98-F7DC-BFF8-3F086CA15EE2}"/>
          </ac:spMkLst>
        </pc:spChg>
        <pc:picChg chg="add mod">
          <ac:chgData name="hyung jun jo" userId="eecbfa9617bcf066" providerId="LiveId" clId="{CED4A83C-449D-4884-BBE3-D1C96CDA3770}" dt="2026-05-31T03:37:51.480" v="49" actId="14100"/>
          <ac:picMkLst>
            <pc:docMk/>
            <pc:sldMk cId="479654481" sldId="12832"/>
            <ac:picMk id="6" creationId="{C1CD9B6B-0234-24E8-9333-0DAAAFB4C603}"/>
          </ac:picMkLst>
        </pc:picChg>
        <pc:picChg chg="add del mod">
          <ac:chgData name="hyung jun jo" userId="eecbfa9617bcf066" providerId="LiveId" clId="{CED4A83C-449D-4884-BBE3-D1C96CDA3770}" dt="2026-05-31T03:44:55.406" v="90" actId="478"/>
          <ac:picMkLst>
            <pc:docMk/>
            <pc:sldMk cId="479654481" sldId="12832"/>
            <ac:picMk id="9" creationId="{922159E3-70BB-D7C5-3B10-394F1FA41376}"/>
          </ac:picMkLst>
        </pc:picChg>
        <pc:picChg chg="add del mod">
          <ac:chgData name="hyung jun jo" userId="eecbfa9617bcf066" providerId="LiveId" clId="{CED4A83C-449D-4884-BBE3-D1C96CDA3770}" dt="2026-05-31T03:40:36.420" v="86" actId="478"/>
          <ac:picMkLst>
            <pc:docMk/>
            <pc:sldMk cId="479654481" sldId="12832"/>
            <ac:picMk id="11" creationId="{BC88EF5C-3424-4582-959F-8C89538DE811}"/>
          </ac:picMkLst>
        </pc:picChg>
        <pc:picChg chg="add del mod">
          <ac:chgData name="hyung jun jo" userId="eecbfa9617bcf066" providerId="LiveId" clId="{CED4A83C-449D-4884-BBE3-D1C96CDA3770}" dt="2026-05-31T06:20:53.958" v="2024" actId="478"/>
          <ac:picMkLst>
            <pc:docMk/>
            <pc:sldMk cId="479654481" sldId="12832"/>
            <ac:picMk id="12" creationId="{BB391D68-D7EF-B090-99CA-87357680104C}"/>
          </ac:picMkLst>
        </pc:picChg>
        <pc:picChg chg="add del mod">
          <ac:chgData name="hyung jun jo" userId="eecbfa9617bcf066" providerId="LiveId" clId="{CED4A83C-449D-4884-BBE3-D1C96CDA3770}" dt="2026-05-31T03:45:45.396" v="97" actId="478"/>
          <ac:picMkLst>
            <pc:docMk/>
            <pc:sldMk cId="479654481" sldId="12832"/>
            <ac:picMk id="14" creationId="{6BB31D07-F56D-84B3-1973-701BB736C6BE}"/>
          </ac:picMkLst>
        </pc:picChg>
        <pc:picChg chg="add del mod">
          <ac:chgData name="hyung jun jo" userId="eecbfa9617bcf066" providerId="LiveId" clId="{CED4A83C-449D-4884-BBE3-D1C96CDA3770}" dt="2026-05-31T03:54:18.588" v="127" actId="478"/>
          <ac:picMkLst>
            <pc:docMk/>
            <pc:sldMk cId="479654481" sldId="12832"/>
            <ac:picMk id="15" creationId="{6FCC49E1-6559-8C1C-2334-4D00AD4465F3}"/>
          </ac:picMkLst>
        </pc:picChg>
        <pc:picChg chg="add del mod ord">
          <ac:chgData name="hyung jun jo" userId="eecbfa9617bcf066" providerId="LiveId" clId="{CED4A83C-449D-4884-BBE3-D1C96CDA3770}" dt="2026-05-31T03:47:38.427" v="107" actId="478"/>
          <ac:picMkLst>
            <pc:docMk/>
            <pc:sldMk cId="479654481" sldId="12832"/>
            <ac:picMk id="16" creationId="{85D73FBE-E8EF-8ED4-730B-5DF93568B7DF}"/>
          </ac:picMkLst>
        </pc:picChg>
        <pc:picChg chg="add del mod">
          <ac:chgData name="hyung jun jo" userId="eecbfa9617bcf066" providerId="LiveId" clId="{CED4A83C-449D-4884-BBE3-D1C96CDA3770}" dt="2026-05-31T03:53:55.352" v="121" actId="478"/>
          <ac:picMkLst>
            <pc:docMk/>
            <pc:sldMk cId="479654481" sldId="12832"/>
            <ac:picMk id="17" creationId="{E02087C9-A61E-8C31-0FBD-890AA9A0E58E}"/>
          </ac:picMkLst>
        </pc:picChg>
        <pc:picChg chg="add del mod">
          <ac:chgData name="hyung jun jo" userId="eecbfa9617bcf066" providerId="LiveId" clId="{CED4A83C-449D-4884-BBE3-D1C96CDA3770}" dt="2026-05-31T03:54:02.123" v="123" actId="478"/>
          <ac:picMkLst>
            <pc:docMk/>
            <pc:sldMk cId="479654481" sldId="12832"/>
            <ac:picMk id="18" creationId="{DCB78EF9-EE28-F389-0BE5-21972479F781}"/>
          </ac:picMkLst>
        </pc:picChg>
        <pc:picChg chg="add del mod">
          <ac:chgData name="hyung jun jo" userId="eecbfa9617bcf066" providerId="LiveId" clId="{CED4A83C-449D-4884-BBE3-D1C96CDA3770}" dt="2026-05-31T03:54:17.047" v="126" actId="478"/>
          <ac:picMkLst>
            <pc:docMk/>
            <pc:sldMk cId="479654481" sldId="12832"/>
            <ac:picMk id="19" creationId="{794A68F2-3FE0-B521-38D4-9FC2048B9C90}"/>
          </ac:picMkLst>
        </pc:picChg>
        <pc:picChg chg="add mod">
          <ac:chgData name="hyung jun jo" userId="eecbfa9617bcf066" providerId="LiveId" clId="{CED4A83C-449D-4884-BBE3-D1C96CDA3770}" dt="2026-05-31T05:24:51.552" v="1064"/>
          <ac:picMkLst>
            <pc:docMk/>
            <pc:sldMk cId="479654481" sldId="12832"/>
            <ac:picMk id="61" creationId="{8501A74C-325B-CABB-F37E-1F51F6F4C6B0}"/>
          </ac:picMkLst>
        </pc:picChg>
      </pc:sldChg>
      <pc:sldChg chg="addSp delSp modSp add mod modTransition modClrScheme chgLayout">
        <pc:chgData name="hyung jun jo" userId="eecbfa9617bcf066" providerId="LiveId" clId="{CED4A83C-449D-4884-BBE3-D1C96CDA3770}" dt="2026-05-31T08:41:23.985" v="5511" actId="1076"/>
        <pc:sldMkLst>
          <pc:docMk/>
          <pc:sldMk cId="423854809" sldId="12833"/>
        </pc:sldMkLst>
        <pc:spChg chg="del">
          <ac:chgData name="hyung jun jo" userId="eecbfa9617bcf066" providerId="LiveId" clId="{CED4A83C-449D-4884-BBE3-D1C96CDA3770}" dt="2026-05-31T03:40:47.155" v="88" actId="478"/>
          <ac:spMkLst>
            <pc:docMk/>
            <pc:sldMk cId="423854809" sldId="12833"/>
            <ac:spMk id="4" creationId="{A5F20D31-624F-7A51-07C6-0612480869A9}"/>
          </ac:spMkLst>
        </pc:spChg>
        <pc:spChg chg="del">
          <ac:chgData name="hyung jun jo" userId="eecbfa9617bcf066" providerId="LiveId" clId="{CED4A83C-449D-4884-BBE3-D1C96CDA3770}" dt="2026-05-31T03:40:47.155" v="88" actId="478"/>
          <ac:spMkLst>
            <pc:docMk/>
            <pc:sldMk cId="423854809" sldId="12833"/>
            <ac:spMk id="5" creationId="{32819756-8437-7EB6-D273-C052D72A2F41}"/>
          </ac:spMkLst>
        </pc:spChg>
        <pc:spChg chg="add del mod">
          <ac:chgData name="hyung jun jo" userId="eecbfa9617bcf066" providerId="LiveId" clId="{CED4A83C-449D-4884-BBE3-D1C96CDA3770}" dt="2026-05-31T03:53:07.909" v="112" actId="478"/>
          <ac:spMkLst>
            <pc:docMk/>
            <pc:sldMk cId="423854809" sldId="12833"/>
            <ac:spMk id="6" creationId="{1088BC40-9879-E2F0-6C9C-B60360AA5499}"/>
          </ac:spMkLst>
        </pc:spChg>
        <pc:spChg chg="del">
          <ac:chgData name="hyung jun jo" userId="eecbfa9617bcf066" providerId="LiveId" clId="{CED4A83C-449D-4884-BBE3-D1C96CDA3770}" dt="2026-05-31T03:40:47.155" v="88" actId="478"/>
          <ac:spMkLst>
            <pc:docMk/>
            <pc:sldMk cId="423854809" sldId="12833"/>
            <ac:spMk id="7" creationId="{180722B5-5858-4BD8-D904-238B4049B948}"/>
          </ac:spMkLst>
        </pc:spChg>
        <pc:spChg chg="add del mod">
          <ac:chgData name="hyung jun jo" userId="eecbfa9617bcf066" providerId="LiveId" clId="{CED4A83C-449D-4884-BBE3-D1C96CDA3770}" dt="2026-05-31T03:53:07.909" v="112" actId="478"/>
          <ac:spMkLst>
            <pc:docMk/>
            <pc:sldMk cId="423854809" sldId="12833"/>
            <ac:spMk id="8" creationId="{B9C53149-821D-2A97-7E20-C75445467FE9}"/>
          </ac:spMkLst>
        </pc:spChg>
        <pc:spChg chg="add del mod">
          <ac:chgData name="hyung jun jo" userId="eecbfa9617bcf066" providerId="LiveId" clId="{CED4A83C-449D-4884-BBE3-D1C96CDA3770}" dt="2026-05-31T03:53:07.909" v="112" actId="478"/>
          <ac:spMkLst>
            <pc:docMk/>
            <pc:sldMk cId="423854809" sldId="12833"/>
            <ac:spMk id="10" creationId="{4FAA180F-650B-1DCB-B2E6-70E1202F4A89}"/>
          </ac:spMkLst>
        </pc:spChg>
        <pc:spChg chg="add del mod ord">
          <ac:chgData name="hyung jun jo" userId="eecbfa9617bcf066" providerId="LiveId" clId="{CED4A83C-449D-4884-BBE3-D1C96CDA3770}" dt="2026-05-31T03:53:24.371" v="114" actId="700"/>
          <ac:spMkLst>
            <pc:docMk/>
            <pc:sldMk cId="423854809" sldId="12833"/>
            <ac:spMk id="11" creationId="{3B979AD5-E9D6-0F2E-E8DA-E060F48C36DE}"/>
          </ac:spMkLst>
        </pc:spChg>
        <pc:spChg chg="add del mod ord">
          <ac:chgData name="hyung jun jo" userId="eecbfa9617bcf066" providerId="LiveId" clId="{CED4A83C-449D-4884-BBE3-D1C96CDA3770}" dt="2026-05-31T03:53:24.371" v="114" actId="700"/>
          <ac:spMkLst>
            <pc:docMk/>
            <pc:sldMk cId="423854809" sldId="12833"/>
            <ac:spMk id="12" creationId="{6EF98AF1-84DF-1207-A3D8-29FEE99D914A}"/>
          </ac:spMkLst>
        </pc:spChg>
        <pc:spChg chg="add del mod ord">
          <ac:chgData name="hyung jun jo" userId="eecbfa9617bcf066" providerId="LiveId" clId="{CED4A83C-449D-4884-BBE3-D1C96CDA3770}" dt="2026-05-31T03:53:26.353" v="115" actId="478"/>
          <ac:spMkLst>
            <pc:docMk/>
            <pc:sldMk cId="423854809" sldId="12833"/>
            <ac:spMk id="13" creationId="{C4F7B3F9-9A0B-73E2-4302-12AC0C6ACC90}"/>
          </ac:spMkLst>
        </pc:spChg>
        <pc:spChg chg="add del mod ord">
          <ac:chgData name="hyung jun jo" userId="eecbfa9617bcf066" providerId="LiveId" clId="{CED4A83C-449D-4884-BBE3-D1C96CDA3770}" dt="2026-05-31T03:53:26.353" v="115" actId="478"/>
          <ac:spMkLst>
            <pc:docMk/>
            <pc:sldMk cId="423854809" sldId="12833"/>
            <ac:spMk id="14" creationId="{D455DD43-36EF-050A-1507-545ADF74F6F5}"/>
          </ac:spMkLst>
        </pc:spChg>
        <pc:spChg chg="add mod">
          <ac:chgData name="hyung jun jo" userId="eecbfa9617bcf066" providerId="LiveId" clId="{CED4A83C-449D-4884-BBE3-D1C96CDA3770}" dt="2026-05-31T04:29:43.063" v="871" actId="207"/>
          <ac:spMkLst>
            <pc:docMk/>
            <pc:sldMk cId="423854809" sldId="12833"/>
            <ac:spMk id="16" creationId="{4C52A64A-8A8B-E2F7-BFBE-48BAC69FBBBD}"/>
          </ac:spMkLst>
        </pc:spChg>
        <pc:spChg chg="add mod">
          <ac:chgData name="hyung jun jo" userId="eecbfa9617bcf066" providerId="LiveId" clId="{CED4A83C-449D-4884-BBE3-D1C96CDA3770}" dt="2026-05-31T05:31:26.600" v="1070" actId="1076"/>
          <ac:spMkLst>
            <pc:docMk/>
            <pc:sldMk cId="423854809" sldId="12833"/>
            <ac:spMk id="17" creationId="{20C47100-8A25-4803-29F4-CD65A4C53775}"/>
          </ac:spMkLst>
        </pc:spChg>
        <pc:spChg chg="add mod">
          <ac:chgData name="hyung jun jo" userId="eecbfa9617bcf066" providerId="LiveId" clId="{CED4A83C-449D-4884-BBE3-D1C96CDA3770}" dt="2026-05-31T05:33:47.353" v="1126" actId="1076"/>
          <ac:spMkLst>
            <pc:docMk/>
            <pc:sldMk cId="423854809" sldId="12833"/>
            <ac:spMk id="18" creationId="{53007317-7254-0CF2-FB13-5C61C1735EF5}"/>
          </ac:spMkLst>
        </pc:spChg>
        <pc:spChg chg="add mod">
          <ac:chgData name="hyung jun jo" userId="eecbfa9617bcf066" providerId="LiveId" clId="{CED4A83C-449D-4884-BBE3-D1C96CDA3770}" dt="2026-05-31T04:25:55.952" v="633" actId="14100"/>
          <ac:spMkLst>
            <pc:docMk/>
            <pc:sldMk cId="423854809" sldId="12833"/>
            <ac:spMk id="19" creationId="{8FE6717C-6FE7-C1A7-A3B6-2FD882BA550B}"/>
          </ac:spMkLst>
        </pc:spChg>
        <pc:spChg chg="add del mod">
          <ac:chgData name="hyung jun jo" userId="eecbfa9617bcf066" providerId="LiveId" clId="{CED4A83C-449D-4884-BBE3-D1C96CDA3770}" dt="2026-05-31T05:33:31.868" v="1122" actId="478"/>
          <ac:spMkLst>
            <pc:docMk/>
            <pc:sldMk cId="423854809" sldId="12833"/>
            <ac:spMk id="20" creationId="{76F9C44C-57D0-49FF-CFAF-E2E6C18D5BFE}"/>
          </ac:spMkLst>
        </pc:spChg>
        <pc:spChg chg="add del mod">
          <ac:chgData name="hyung jun jo" userId="eecbfa9617bcf066" providerId="LiveId" clId="{CED4A83C-449D-4884-BBE3-D1C96CDA3770}" dt="2026-05-31T05:33:31.868" v="1122" actId="478"/>
          <ac:spMkLst>
            <pc:docMk/>
            <pc:sldMk cId="423854809" sldId="12833"/>
            <ac:spMk id="22" creationId="{B99DF016-1043-E5A2-EB20-E01F38A2C9B9}"/>
          </ac:spMkLst>
        </pc:spChg>
        <pc:spChg chg="add del mod ord">
          <ac:chgData name="hyung jun jo" userId="eecbfa9617bcf066" providerId="LiveId" clId="{CED4A83C-449D-4884-BBE3-D1C96CDA3770}" dt="2026-05-31T04:27:08.440" v="732" actId="478"/>
          <ac:spMkLst>
            <pc:docMk/>
            <pc:sldMk cId="423854809" sldId="12833"/>
            <ac:spMk id="23" creationId="{A4B6DFDC-A4FD-9838-5495-6D79141163E4}"/>
          </ac:spMkLst>
        </pc:spChg>
        <pc:spChg chg="add del mod">
          <ac:chgData name="hyung jun jo" userId="eecbfa9617bcf066" providerId="LiveId" clId="{CED4A83C-449D-4884-BBE3-D1C96CDA3770}" dt="2026-05-31T05:33:31.868" v="1122" actId="478"/>
          <ac:spMkLst>
            <pc:docMk/>
            <pc:sldMk cId="423854809" sldId="12833"/>
            <ac:spMk id="24" creationId="{8556D4D6-8139-03A0-D552-F9025AAD9E3D}"/>
          </ac:spMkLst>
        </pc:spChg>
        <pc:spChg chg="add del mod">
          <ac:chgData name="hyung jun jo" userId="eecbfa9617bcf066" providerId="LiveId" clId="{CED4A83C-449D-4884-BBE3-D1C96CDA3770}" dt="2026-05-31T05:33:31.868" v="1122" actId="478"/>
          <ac:spMkLst>
            <pc:docMk/>
            <pc:sldMk cId="423854809" sldId="12833"/>
            <ac:spMk id="25" creationId="{BBC531F6-A0AE-D31B-6E94-4879514FAEA7}"/>
          </ac:spMkLst>
        </pc:spChg>
        <pc:spChg chg="add del mod">
          <ac:chgData name="hyung jun jo" userId="eecbfa9617bcf066" providerId="LiveId" clId="{CED4A83C-449D-4884-BBE3-D1C96CDA3770}" dt="2026-05-31T05:33:31.868" v="1122" actId="478"/>
          <ac:spMkLst>
            <pc:docMk/>
            <pc:sldMk cId="423854809" sldId="12833"/>
            <ac:spMk id="26" creationId="{89937D69-0CAC-CAF0-2E62-8CCCAB94468A}"/>
          </ac:spMkLst>
        </pc:spChg>
        <pc:spChg chg="del mod">
          <ac:chgData name="hyung jun jo" userId="eecbfa9617bcf066" providerId="LiveId" clId="{CED4A83C-449D-4884-BBE3-D1C96CDA3770}" dt="2026-05-31T05:33:31.868" v="1122" actId="478"/>
          <ac:spMkLst>
            <pc:docMk/>
            <pc:sldMk cId="423854809" sldId="12833"/>
            <ac:spMk id="27" creationId="{9DFBB512-CA26-C60D-C4D6-2862BEE5AFE6}"/>
          </ac:spMkLst>
        </pc:spChg>
        <pc:spChg chg="add mod ord topLvl">
          <ac:chgData name="hyung jun jo" userId="eecbfa9617bcf066" providerId="LiveId" clId="{CED4A83C-449D-4884-BBE3-D1C96CDA3770}" dt="2026-05-31T08:40:57.361" v="5506" actId="1076"/>
          <ac:spMkLst>
            <pc:docMk/>
            <pc:sldMk cId="423854809" sldId="12833"/>
            <ac:spMk id="29" creationId="{A54552D9-41BF-B072-A727-E3EB5297AE83}"/>
          </ac:spMkLst>
        </pc:spChg>
        <pc:spChg chg="add mod ord topLvl">
          <ac:chgData name="hyung jun jo" userId="eecbfa9617bcf066" providerId="LiveId" clId="{CED4A83C-449D-4884-BBE3-D1C96CDA3770}" dt="2026-05-31T06:07:42.680" v="1814" actId="165"/>
          <ac:spMkLst>
            <pc:docMk/>
            <pc:sldMk cId="423854809" sldId="12833"/>
            <ac:spMk id="30" creationId="{FD1FF799-64D5-06A4-8996-2A7B17659652}"/>
          </ac:spMkLst>
        </pc:spChg>
        <pc:spChg chg="add mod ord">
          <ac:chgData name="hyung jun jo" userId="eecbfa9617bcf066" providerId="LiveId" clId="{CED4A83C-449D-4884-BBE3-D1C96CDA3770}" dt="2026-05-31T05:41:35.385" v="1203" actId="108"/>
          <ac:spMkLst>
            <pc:docMk/>
            <pc:sldMk cId="423854809" sldId="12833"/>
            <ac:spMk id="31" creationId="{3D6A1DEC-7BED-36B5-AD49-2BE6A68CD0DA}"/>
          </ac:spMkLst>
        </pc:spChg>
        <pc:spChg chg="mod">
          <ac:chgData name="hyung jun jo" userId="eecbfa9617bcf066" providerId="LiveId" clId="{CED4A83C-449D-4884-BBE3-D1C96CDA3770}" dt="2026-05-31T04:24:57.422" v="623" actId="207"/>
          <ac:spMkLst>
            <pc:docMk/>
            <pc:sldMk cId="423854809" sldId="12833"/>
            <ac:spMk id="33" creationId="{BFAA7CAC-0786-AD6D-C728-989B11B93174}"/>
          </ac:spMkLst>
        </pc:spChg>
        <pc:spChg chg="mod">
          <ac:chgData name="hyung jun jo" userId="eecbfa9617bcf066" providerId="LiveId" clId="{CED4A83C-449D-4884-BBE3-D1C96CDA3770}" dt="2026-05-31T04:24:57.422" v="623" actId="207"/>
          <ac:spMkLst>
            <pc:docMk/>
            <pc:sldMk cId="423854809" sldId="12833"/>
            <ac:spMk id="34" creationId="{1CE1F159-FF73-4F3D-58DF-3CE037CD6A38}"/>
          </ac:spMkLst>
        </pc:spChg>
        <pc:spChg chg="mod">
          <ac:chgData name="hyung jun jo" userId="eecbfa9617bcf066" providerId="LiveId" clId="{CED4A83C-449D-4884-BBE3-D1C96CDA3770}" dt="2026-05-31T06:07:42.680" v="1814" actId="165"/>
          <ac:spMkLst>
            <pc:docMk/>
            <pc:sldMk cId="423854809" sldId="12833"/>
            <ac:spMk id="36" creationId="{0B15D146-0A8F-B3F1-69D4-B3E0CB47AC71}"/>
          </ac:spMkLst>
        </pc:spChg>
        <pc:spChg chg="mod">
          <ac:chgData name="hyung jun jo" userId="eecbfa9617bcf066" providerId="LiveId" clId="{CED4A83C-449D-4884-BBE3-D1C96CDA3770}" dt="2026-05-31T06:07:42.680" v="1814" actId="165"/>
          <ac:spMkLst>
            <pc:docMk/>
            <pc:sldMk cId="423854809" sldId="12833"/>
            <ac:spMk id="37" creationId="{CA1CB597-8BB8-9ADC-FC8B-2C4BC0A227F6}"/>
          </ac:spMkLst>
        </pc:spChg>
        <pc:spChg chg="add del mod">
          <ac:chgData name="hyung jun jo" userId="eecbfa9617bcf066" providerId="LiveId" clId="{CED4A83C-449D-4884-BBE3-D1C96CDA3770}" dt="2026-05-31T04:27:27.338" v="749" actId="478"/>
          <ac:spMkLst>
            <pc:docMk/>
            <pc:sldMk cId="423854809" sldId="12833"/>
            <ac:spMk id="38" creationId="{F4BF5CBB-2AC3-F835-8854-D59FE4EB2C55}"/>
          </ac:spMkLst>
        </pc:spChg>
        <pc:spChg chg="add mod ord topLvl">
          <ac:chgData name="hyung jun jo" userId="eecbfa9617bcf066" providerId="LiveId" clId="{CED4A83C-449D-4884-BBE3-D1C96CDA3770}" dt="2026-05-31T06:07:42.680" v="1814" actId="165"/>
          <ac:spMkLst>
            <pc:docMk/>
            <pc:sldMk cId="423854809" sldId="12833"/>
            <ac:spMk id="39" creationId="{563AA213-E6DD-4F31-8021-1FD2D91C2E37}"/>
          </ac:spMkLst>
        </pc:spChg>
        <pc:spChg chg="add mod ord topLvl">
          <ac:chgData name="hyung jun jo" userId="eecbfa9617bcf066" providerId="LiveId" clId="{CED4A83C-449D-4884-BBE3-D1C96CDA3770}" dt="2026-05-31T06:07:42.680" v="1814" actId="165"/>
          <ac:spMkLst>
            <pc:docMk/>
            <pc:sldMk cId="423854809" sldId="12833"/>
            <ac:spMk id="40" creationId="{D4E6830C-D34B-79A5-EAEA-093290842364}"/>
          </ac:spMkLst>
        </pc:spChg>
        <pc:spChg chg="add mod ord">
          <ac:chgData name="hyung jun jo" userId="eecbfa9617bcf066" providerId="LiveId" clId="{CED4A83C-449D-4884-BBE3-D1C96CDA3770}" dt="2026-05-31T06:07:38.956" v="1812" actId="164"/>
          <ac:spMkLst>
            <pc:docMk/>
            <pc:sldMk cId="423854809" sldId="12833"/>
            <ac:spMk id="41" creationId="{BFF68843-71DA-BCAB-16BC-FD853ADC0639}"/>
          </ac:spMkLst>
        </pc:spChg>
        <pc:spChg chg="add mod">
          <ac:chgData name="hyung jun jo" userId="eecbfa9617bcf066" providerId="LiveId" clId="{CED4A83C-449D-4884-BBE3-D1C96CDA3770}" dt="2026-05-31T04:29:17.651" v="868" actId="571"/>
          <ac:spMkLst>
            <pc:docMk/>
            <pc:sldMk cId="423854809" sldId="12833"/>
            <ac:spMk id="42" creationId="{997A4132-8474-30B5-D829-33B85915E94D}"/>
          </ac:spMkLst>
        </pc:spChg>
        <pc:spChg chg="add mod ord topLvl">
          <ac:chgData name="hyung jun jo" userId="eecbfa9617bcf066" providerId="LiveId" clId="{CED4A83C-449D-4884-BBE3-D1C96CDA3770}" dt="2026-05-31T06:07:42.680" v="1814" actId="165"/>
          <ac:spMkLst>
            <pc:docMk/>
            <pc:sldMk cId="423854809" sldId="12833"/>
            <ac:spMk id="43" creationId="{7E07867E-4665-CB2C-6AFE-71D517C034CF}"/>
          </ac:spMkLst>
        </pc:spChg>
        <pc:spChg chg="add del mod ord">
          <ac:chgData name="hyung jun jo" userId="eecbfa9617bcf066" providerId="LiveId" clId="{CED4A83C-449D-4884-BBE3-D1C96CDA3770}" dt="2026-05-31T04:34:44.766" v="928" actId="12788"/>
          <ac:spMkLst>
            <pc:docMk/>
            <pc:sldMk cId="423854809" sldId="12833"/>
            <ac:spMk id="44" creationId="{06ECA157-5168-00FB-40CC-76721D50DFE6}"/>
          </ac:spMkLst>
        </pc:spChg>
        <pc:spChg chg="add mod ord">
          <ac:chgData name="hyung jun jo" userId="eecbfa9617bcf066" providerId="LiveId" clId="{CED4A83C-449D-4884-BBE3-D1C96CDA3770}" dt="2026-05-31T08:41:15.676" v="5509" actId="1076"/>
          <ac:spMkLst>
            <pc:docMk/>
            <pc:sldMk cId="423854809" sldId="12833"/>
            <ac:spMk id="47" creationId="{6F078F9A-E661-1332-8860-FB94E1F56E34}"/>
          </ac:spMkLst>
        </pc:spChg>
        <pc:spChg chg="add del mod">
          <ac:chgData name="hyung jun jo" userId="eecbfa9617bcf066" providerId="LiveId" clId="{CED4A83C-449D-4884-BBE3-D1C96CDA3770}" dt="2026-05-31T04:38:08.920" v="1002" actId="478"/>
          <ac:spMkLst>
            <pc:docMk/>
            <pc:sldMk cId="423854809" sldId="12833"/>
            <ac:spMk id="48" creationId="{F05961AE-3676-125F-5201-DA22D76E268B}"/>
          </ac:spMkLst>
        </pc:spChg>
        <pc:spChg chg="add mod">
          <ac:chgData name="hyung jun jo" userId="eecbfa9617bcf066" providerId="LiveId" clId="{CED4A83C-449D-4884-BBE3-D1C96CDA3770}" dt="2026-05-31T08:41:23.985" v="5511" actId="1076"/>
          <ac:spMkLst>
            <pc:docMk/>
            <pc:sldMk cId="423854809" sldId="12833"/>
            <ac:spMk id="50" creationId="{D89ABCB4-6A36-DED2-A119-27ED4E1D496F}"/>
          </ac:spMkLst>
        </pc:spChg>
        <pc:spChg chg="add mod topLvl">
          <ac:chgData name="hyung jun jo" userId="eecbfa9617bcf066" providerId="LiveId" clId="{CED4A83C-449D-4884-BBE3-D1C96CDA3770}" dt="2026-05-31T08:41:15.676" v="5509" actId="1076"/>
          <ac:spMkLst>
            <pc:docMk/>
            <pc:sldMk cId="423854809" sldId="12833"/>
            <ac:spMk id="56" creationId="{4151F7F7-7618-D3BD-E5A8-DB17CDBBE474}"/>
          </ac:spMkLst>
        </pc:spChg>
        <pc:spChg chg="add mod">
          <ac:chgData name="hyung jun jo" userId="eecbfa9617bcf066" providerId="LiveId" clId="{CED4A83C-449D-4884-BBE3-D1C96CDA3770}" dt="2026-05-31T08:41:20.470" v="5510" actId="1076"/>
          <ac:spMkLst>
            <pc:docMk/>
            <pc:sldMk cId="423854809" sldId="12833"/>
            <ac:spMk id="57" creationId="{6EE4AA31-D715-1475-4DC5-C3ED5216742C}"/>
          </ac:spMkLst>
        </pc:spChg>
        <pc:spChg chg="add mod topLvl">
          <ac:chgData name="hyung jun jo" userId="eecbfa9617bcf066" providerId="LiveId" clId="{CED4A83C-449D-4884-BBE3-D1C96CDA3770}" dt="2026-05-31T06:07:42.680" v="1814" actId="165"/>
          <ac:spMkLst>
            <pc:docMk/>
            <pc:sldMk cId="423854809" sldId="12833"/>
            <ac:spMk id="62" creationId="{532B185C-4FFD-9856-6528-E7919C1094F4}"/>
          </ac:spMkLst>
        </pc:spChg>
        <pc:spChg chg="add mod topLvl">
          <ac:chgData name="hyung jun jo" userId="eecbfa9617bcf066" providerId="LiveId" clId="{CED4A83C-449D-4884-BBE3-D1C96CDA3770}" dt="2026-05-31T06:07:42.680" v="1814" actId="165"/>
          <ac:spMkLst>
            <pc:docMk/>
            <pc:sldMk cId="423854809" sldId="12833"/>
            <ac:spMk id="63" creationId="{A3927ACD-C02F-4277-DFC5-FC82B0091835}"/>
          </ac:spMkLst>
        </pc:spChg>
        <pc:grpChg chg="add mod ord">
          <ac:chgData name="hyung jun jo" userId="eecbfa9617bcf066" providerId="LiveId" clId="{CED4A83C-449D-4884-BBE3-D1C96CDA3770}" dt="2026-05-31T04:32:47.887" v="909" actId="166"/>
          <ac:grpSpMkLst>
            <pc:docMk/>
            <pc:sldMk cId="423854809" sldId="12833"/>
            <ac:grpSpMk id="32" creationId="{BAE395B5-787A-D85A-85E2-78BC3CCC1DD4}"/>
          </ac:grpSpMkLst>
        </pc:grpChg>
        <pc:grpChg chg="add mod ord">
          <ac:chgData name="hyung jun jo" userId="eecbfa9617bcf066" providerId="LiveId" clId="{CED4A83C-449D-4884-BBE3-D1C96CDA3770}" dt="2026-05-31T04:32:47.887" v="909" actId="166"/>
          <ac:grpSpMkLst>
            <pc:docMk/>
            <pc:sldMk cId="423854809" sldId="12833"/>
            <ac:grpSpMk id="35" creationId="{B5CA6A22-FBD1-9111-AB4F-359CDD777A05}"/>
          </ac:grpSpMkLst>
        </pc:grpChg>
        <pc:grpChg chg="mod">
          <ac:chgData name="hyung jun jo" userId="eecbfa9617bcf066" providerId="LiveId" clId="{CED4A83C-449D-4884-BBE3-D1C96CDA3770}" dt="2026-05-31T06:07:42.172" v="1813" actId="14100"/>
          <ac:grpSpMkLst>
            <pc:docMk/>
            <pc:sldMk cId="423854809" sldId="12833"/>
            <ac:grpSpMk id="64" creationId="{595E6ECA-8B07-7191-4BC4-3E884B8876E1}"/>
          </ac:grpSpMkLst>
        </pc:grpChg>
        <pc:picChg chg="add del mod">
          <ac:chgData name="hyung jun jo" userId="eecbfa9617bcf066" providerId="LiveId" clId="{CED4A83C-449D-4884-BBE3-D1C96CDA3770}" dt="2026-05-31T03:52:57.614" v="111" actId="478"/>
          <ac:picMkLst>
            <pc:docMk/>
            <pc:sldMk cId="423854809" sldId="12833"/>
            <ac:picMk id="3" creationId="{9AD9CCFC-C9DA-C43C-C4BA-875733E1DA32}"/>
          </ac:picMkLst>
        </pc:picChg>
        <pc:picChg chg="del">
          <ac:chgData name="hyung jun jo" userId="eecbfa9617bcf066" providerId="LiveId" clId="{CED4A83C-449D-4884-BBE3-D1C96CDA3770}" dt="2026-05-31T03:40:49.970" v="89" actId="478"/>
          <ac:picMkLst>
            <pc:docMk/>
            <pc:sldMk cId="423854809" sldId="12833"/>
            <ac:picMk id="9" creationId="{854D4E0A-0832-83DD-635B-CAB54B0D3F94}"/>
          </ac:picMkLst>
        </pc:picChg>
        <pc:picChg chg="add del mod">
          <ac:chgData name="hyung jun jo" userId="eecbfa9617bcf066" providerId="LiveId" clId="{CED4A83C-449D-4884-BBE3-D1C96CDA3770}" dt="2026-05-31T03:53:49.042" v="119" actId="21"/>
          <ac:picMkLst>
            <pc:docMk/>
            <pc:sldMk cId="423854809" sldId="12833"/>
            <ac:picMk id="15" creationId="{E02087C9-A61E-8C31-0FBD-890AA9A0E58E}"/>
          </ac:picMkLst>
        </pc:picChg>
        <pc:picChg chg="del mod">
          <ac:chgData name="hyung jun jo" userId="eecbfa9617bcf066" providerId="LiveId" clId="{CED4A83C-449D-4884-BBE3-D1C96CDA3770}" dt="2026-05-31T05:33:31.868" v="1122" actId="478"/>
          <ac:picMkLst>
            <pc:docMk/>
            <pc:sldMk cId="423854809" sldId="12833"/>
            <ac:picMk id="21" creationId="{294CB2E3-D555-2BBD-C364-B3F84A04F6E9}"/>
          </ac:picMkLst>
        </pc:picChg>
        <pc:picChg chg="add del mod">
          <ac:chgData name="hyung jun jo" userId="eecbfa9617bcf066" providerId="LiveId" clId="{CED4A83C-449D-4884-BBE3-D1C96CDA3770}" dt="2026-05-31T06:20:55.105" v="2025" actId="478"/>
          <ac:picMkLst>
            <pc:docMk/>
            <pc:sldMk cId="423854809" sldId="12833"/>
            <ac:picMk id="28" creationId="{53085E53-D755-4FF1-0921-12413C20F8CC}"/>
          </ac:picMkLst>
        </pc:picChg>
        <pc:picChg chg="add mod ord modCrop">
          <ac:chgData name="hyung jun jo" userId="eecbfa9617bcf066" providerId="LiveId" clId="{CED4A83C-449D-4884-BBE3-D1C96CDA3770}" dt="2026-05-31T05:41:51.919" v="1206" actId="1076"/>
          <ac:picMkLst>
            <pc:docMk/>
            <pc:sldMk cId="423854809" sldId="12833"/>
            <ac:picMk id="46" creationId="{FC49ED96-55BB-580D-F4B1-AFCA93F10A64}"/>
          </ac:picMkLst>
        </pc:picChg>
        <pc:picChg chg="add del mod modCrop">
          <ac:chgData name="hyung jun jo" userId="eecbfa9617bcf066" providerId="LiveId" clId="{CED4A83C-449D-4884-BBE3-D1C96CDA3770}" dt="2026-05-31T05:22:54.702" v="1042" actId="21"/>
          <ac:picMkLst>
            <pc:docMk/>
            <pc:sldMk cId="423854809" sldId="12833"/>
            <ac:picMk id="59" creationId="{0852F047-F879-4EAC-FF71-FD6F37C508D6}"/>
          </ac:picMkLst>
        </pc:picChg>
        <pc:picChg chg="add del mod ord">
          <ac:chgData name="hyung jun jo" userId="eecbfa9617bcf066" providerId="LiveId" clId="{CED4A83C-449D-4884-BBE3-D1C96CDA3770}" dt="2026-05-31T05:24:46.631" v="1063" actId="21"/>
          <ac:picMkLst>
            <pc:docMk/>
            <pc:sldMk cId="423854809" sldId="12833"/>
            <ac:picMk id="61" creationId="{8501A74C-325B-CABB-F37E-1F51F6F4C6B0}"/>
          </ac:picMkLst>
        </pc:picChg>
        <pc:cxnChg chg="add mod">
          <ac:chgData name="hyung jun jo" userId="eecbfa9617bcf066" providerId="LiveId" clId="{CED4A83C-449D-4884-BBE3-D1C96CDA3770}" dt="2026-05-31T05:43:15.376" v="1266" actId="208"/>
          <ac:cxnSpMkLst>
            <pc:docMk/>
            <pc:sldMk cId="423854809" sldId="12833"/>
            <ac:cxnSpMk id="52" creationId="{E791062E-1A2D-55A1-5451-16D5B648F5F3}"/>
          </ac:cxnSpMkLst>
        </pc:cxnChg>
        <pc:cxnChg chg="add mod">
          <ac:chgData name="hyung jun jo" userId="eecbfa9617bcf066" providerId="LiveId" clId="{CED4A83C-449D-4884-BBE3-D1C96CDA3770}" dt="2026-05-31T04:38:30.002" v="1009" actId="571"/>
          <ac:cxnSpMkLst>
            <pc:docMk/>
            <pc:sldMk cId="423854809" sldId="12833"/>
            <ac:cxnSpMk id="53" creationId="{5A2AE418-5F2E-C4AD-BB08-77A0DD0D60D6}"/>
          </ac:cxnSpMkLst>
        </pc:cxnChg>
        <pc:cxnChg chg="add del mod">
          <ac:chgData name="hyung jun jo" userId="eecbfa9617bcf066" providerId="LiveId" clId="{CED4A83C-449D-4884-BBE3-D1C96CDA3770}" dt="2026-05-31T04:38:55.218" v="1015" actId="478"/>
          <ac:cxnSpMkLst>
            <pc:docMk/>
            <pc:sldMk cId="423854809" sldId="12833"/>
            <ac:cxnSpMk id="54" creationId="{2FA584C4-1354-232E-25D3-50E8A9A3377C}"/>
          </ac:cxnSpMkLst>
        </pc:cxnChg>
        <pc:cxnChg chg="add mod">
          <ac:chgData name="hyung jun jo" userId="eecbfa9617bcf066" providerId="LiveId" clId="{CED4A83C-449D-4884-BBE3-D1C96CDA3770}" dt="2026-05-31T04:38:44.919" v="1013" actId="571"/>
          <ac:cxnSpMkLst>
            <pc:docMk/>
            <pc:sldMk cId="423854809" sldId="12833"/>
            <ac:cxnSpMk id="55" creationId="{CC8B4C74-5C86-AEFA-167D-7CAE90CFBE01}"/>
          </ac:cxnSpMkLst>
        </pc:cxnChg>
      </pc:sldChg>
      <pc:sldChg chg="delSp modSp add mod ord modTransition modShow">
        <pc:chgData name="hyung jun jo" userId="eecbfa9617bcf066" providerId="LiveId" clId="{CED4A83C-449D-4884-BBE3-D1C96CDA3770}" dt="2026-05-31T07:22:24.863" v="3179"/>
        <pc:sldMkLst>
          <pc:docMk/>
          <pc:sldMk cId="2608565378" sldId="12834"/>
        </pc:sldMkLst>
        <pc:spChg chg="mod">
          <ac:chgData name="hyung jun jo" userId="eecbfa9617bcf066" providerId="LiveId" clId="{CED4A83C-449D-4884-BBE3-D1C96CDA3770}" dt="2026-05-31T04:15:13.236" v="440" actId="1076"/>
          <ac:spMkLst>
            <pc:docMk/>
            <pc:sldMk cId="2608565378" sldId="12834"/>
            <ac:spMk id="5" creationId="{5C4A4FE1-2A62-7088-37A3-9AAB9C32103A}"/>
          </ac:spMkLst>
        </pc:spChg>
        <pc:spChg chg="mod">
          <ac:chgData name="hyung jun jo" userId="eecbfa9617bcf066" providerId="LiveId" clId="{CED4A83C-449D-4884-BBE3-D1C96CDA3770}" dt="2026-05-31T04:15:13.236" v="440" actId="1076"/>
          <ac:spMkLst>
            <pc:docMk/>
            <pc:sldMk cId="2608565378" sldId="12834"/>
            <ac:spMk id="25" creationId="{2E3B422C-8B45-C7BA-214D-8DF8C3F15333}"/>
          </ac:spMkLst>
        </pc:spChg>
        <pc:spChg chg="del">
          <ac:chgData name="hyung jun jo" userId="eecbfa9617bcf066" providerId="LiveId" clId="{CED4A83C-449D-4884-BBE3-D1C96CDA3770}" dt="2026-05-31T04:15:10.398" v="439" actId="478"/>
          <ac:spMkLst>
            <pc:docMk/>
            <pc:sldMk cId="2608565378" sldId="12834"/>
            <ac:spMk id="26" creationId="{1EDFF095-AFF7-4949-A9C1-726CF04061D7}"/>
          </ac:spMkLst>
        </pc:spChg>
        <pc:spChg chg="del">
          <ac:chgData name="hyung jun jo" userId="eecbfa9617bcf066" providerId="LiveId" clId="{CED4A83C-449D-4884-BBE3-D1C96CDA3770}" dt="2026-05-31T04:15:10.398" v="439" actId="478"/>
          <ac:spMkLst>
            <pc:docMk/>
            <pc:sldMk cId="2608565378" sldId="12834"/>
            <ac:spMk id="28" creationId="{6B52C168-A471-9E6F-CBCE-B6C13C02AAB6}"/>
          </ac:spMkLst>
        </pc:spChg>
        <pc:spChg chg="del">
          <ac:chgData name="hyung jun jo" userId="eecbfa9617bcf066" providerId="LiveId" clId="{CED4A83C-449D-4884-BBE3-D1C96CDA3770}" dt="2026-05-31T04:15:10.398" v="439" actId="478"/>
          <ac:spMkLst>
            <pc:docMk/>
            <pc:sldMk cId="2608565378" sldId="12834"/>
            <ac:spMk id="29" creationId="{0BCF89EB-A197-402F-2B17-863BE7425770}"/>
          </ac:spMkLst>
        </pc:spChg>
        <pc:spChg chg="del">
          <ac:chgData name="hyung jun jo" userId="eecbfa9617bcf066" providerId="LiveId" clId="{CED4A83C-449D-4884-BBE3-D1C96CDA3770}" dt="2026-05-31T04:15:10.398" v="439" actId="478"/>
          <ac:spMkLst>
            <pc:docMk/>
            <pc:sldMk cId="2608565378" sldId="12834"/>
            <ac:spMk id="30" creationId="{514C7D75-709D-5311-8230-1184A456D2BC}"/>
          </ac:spMkLst>
        </pc:spChg>
        <pc:spChg chg="del">
          <ac:chgData name="hyung jun jo" userId="eecbfa9617bcf066" providerId="LiveId" clId="{CED4A83C-449D-4884-BBE3-D1C96CDA3770}" dt="2026-05-31T04:15:10.398" v="439" actId="478"/>
          <ac:spMkLst>
            <pc:docMk/>
            <pc:sldMk cId="2608565378" sldId="12834"/>
            <ac:spMk id="31" creationId="{4D678E84-B20A-258F-706C-74926A23F723}"/>
          </ac:spMkLst>
        </pc:spChg>
        <pc:spChg chg="del">
          <ac:chgData name="hyung jun jo" userId="eecbfa9617bcf066" providerId="LiveId" clId="{CED4A83C-449D-4884-BBE3-D1C96CDA3770}" dt="2026-05-31T04:15:10.398" v="439" actId="478"/>
          <ac:spMkLst>
            <pc:docMk/>
            <pc:sldMk cId="2608565378" sldId="12834"/>
            <ac:spMk id="32" creationId="{B680920F-0BFA-383A-AE1F-483F77623652}"/>
          </ac:spMkLst>
        </pc:spChg>
        <pc:spChg chg="del">
          <ac:chgData name="hyung jun jo" userId="eecbfa9617bcf066" providerId="LiveId" clId="{CED4A83C-449D-4884-BBE3-D1C96CDA3770}" dt="2026-05-31T04:15:10.398" v="439" actId="478"/>
          <ac:spMkLst>
            <pc:docMk/>
            <pc:sldMk cId="2608565378" sldId="12834"/>
            <ac:spMk id="33" creationId="{87B60DF7-C455-F451-979E-1DC93F7AA4AB}"/>
          </ac:spMkLst>
        </pc:spChg>
      </pc:sldChg>
      <pc:sldChg chg="addSp delSp modSp add mod modTransition">
        <pc:chgData name="hyung jun jo" userId="eecbfa9617bcf066" providerId="LiveId" clId="{CED4A83C-449D-4884-BBE3-D1C96CDA3770}" dt="2026-05-31T08:58:46.021" v="5536" actId="207"/>
        <pc:sldMkLst>
          <pc:docMk/>
          <pc:sldMk cId="1685643352" sldId="12835"/>
        </pc:sldMkLst>
        <pc:spChg chg="add mod">
          <ac:chgData name="hyung jun jo" userId="eecbfa9617bcf066" providerId="LiveId" clId="{CED4A83C-449D-4884-BBE3-D1C96CDA3770}" dt="2026-05-31T07:52:36.731" v="4210"/>
          <ac:spMkLst>
            <pc:docMk/>
            <pc:sldMk cId="1685643352" sldId="12835"/>
            <ac:spMk id="2" creationId="{EAD05CA8-93FC-99C3-6F32-8D41B9A6C7E3}"/>
          </ac:spMkLst>
        </pc:spChg>
        <pc:spChg chg="add mod">
          <ac:chgData name="hyung jun jo" userId="eecbfa9617bcf066" providerId="LiveId" clId="{CED4A83C-449D-4884-BBE3-D1C96CDA3770}" dt="2026-05-31T06:07:08.044" v="1810" actId="14100"/>
          <ac:spMkLst>
            <pc:docMk/>
            <pc:sldMk cId="1685643352" sldId="12835"/>
            <ac:spMk id="3" creationId="{0181A250-9B83-134A-575D-C7AE98882CD9}"/>
          </ac:spMkLst>
        </pc:spChg>
        <pc:spChg chg="add mod">
          <ac:chgData name="hyung jun jo" userId="eecbfa9617bcf066" providerId="LiveId" clId="{CED4A83C-449D-4884-BBE3-D1C96CDA3770}" dt="2026-05-31T06:06:42.432" v="1807" actId="1076"/>
          <ac:spMkLst>
            <pc:docMk/>
            <pc:sldMk cId="1685643352" sldId="12835"/>
            <ac:spMk id="4" creationId="{B676038A-9810-341B-A78A-78EAE30DA2FD}"/>
          </ac:spMkLst>
        </pc:spChg>
        <pc:spChg chg="add del mod">
          <ac:chgData name="hyung jun jo" userId="eecbfa9617bcf066" providerId="LiveId" clId="{CED4A83C-449D-4884-BBE3-D1C96CDA3770}" dt="2026-05-31T06:06:00.081" v="1797" actId="478"/>
          <ac:spMkLst>
            <pc:docMk/>
            <pc:sldMk cId="1685643352" sldId="12835"/>
            <ac:spMk id="5" creationId="{F175DCB4-750A-610D-9238-95BF6171E959}"/>
          </ac:spMkLst>
        </pc:spChg>
        <pc:spChg chg="add del mod">
          <ac:chgData name="hyung jun jo" userId="eecbfa9617bcf066" providerId="LiveId" clId="{CED4A83C-449D-4884-BBE3-D1C96CDA3770}" dt="2026-05-31T06:10:41.154" v="1846" actId="1076"/>
          <ac:spMkLst>
            <pc:docMk/>
            <pc:sldMk cId="1685643352" sldId="12835"/>
            <ac:spMk id="10" creationId="{C3776920-66C0-1FB9-FB28-1264F99A84C1}"/>
          </ac:spMkLst>
        </pc:spChg>
        <pc:spChg chg="add del mod">
          <ac:chgData name="hyung jun jo" userId="eecbfa9617bcf066" providerId="LiveId" clId="{CED4A83C-449D-4884-BBE3-D1C96CDA3770}" dt="2026-05-31T06:27:10.640" v="2090" actId="14100"/>
          <ac:spMkLst>
            <pc:docMk/>
            <pc:sldMk cId="1685643352" sldId="12835"/>
            <ac:spMk id="11" creationId="{BCE24CBF-A88E-5238-DADA-F0396EC264A0}"/>
          </ac:spMkLst>
        </pc:spChg>
        <pc:spChg chg="mod">
          <ac:chgData name="hyung jun jo" userId="eecbfa9617bcf066" providerId="LiveId" clId="{CED4A83C-449D-4884-BBE3-D1C96CDA3770}" dt="2026-05-31T05:50:39.754" v="1424"/>
          <ac:spMkLst>
            <pc:docMk/>
            <pc:sldMk cId="1685643352" sldId="12835"/>
            <ac:spMk id="13" creationId="{05B8A112-A118-84EF-26C8-405F88A6B540}"/>
          </ac:spMkLst>
        </pc:spChg>
        <pc:spChg chg="mod">
          <ac:chgData name="hyung jun jo" userId="eecbfa9617bcf066" providerId="LiveId" clId="{CED4A83C-449D-4884-BBE3-D1C96CDA3770}" dt="2026-05-31T05:50:39.754" v="1424"/>
          <ac:spMkLst>
            <pc:docMk/>
            <pc:sldMk cId="1685643352" sldId="12835"/>
            <ac:spMk id="14" creationId="{60789D76-9BCB-9D5A-C20E-0AC4208F2C11}"/>
          </ac:spMkLst>
        </pc:spChg>
        <pc:spChg chg="mod">
          <ac:chgData name="hyung jun jo" userId="eecbfa9617bcf066" providerId="LiveId" clId="{CED4A83C-449D-4884-BBE3-D1C96CDA3770}" dt="2026-05-31T05:38:32.612" v="1167" actId="207"/>
          <ac:spMkLst>
            <pc:docMk/>
            <pc:sldMk cId="1685643352" sldId="12835"/>
            <ac:spMk id="16" creationId="{9DA830F9-4998-CB70-4412-386E90ADD939}"/>
          </ac:spMkLst>
        </pc:spChg>
        <pc:spChg chg="mod">
          <ac:chgData name="hyung jun jo" userId="eecbfa9617bcf066" providerId="LiveId" clId="{CED4A83C-449D-4884-BBE3-D1C96CDA3770}" dt="2026-05-31T05:35:17.433" v="1149" actId="20577"/>
          <ac:spMkLst>
            <pc:docMk/>
            <pc:sldMk cId="1685643352" sldId="12835"/>
            <ac:spMk id="17" creationId="{28D0E6C0-1DAA-98E4-070D-54989371E44B}"/>
          </ac:spMkLst>
        </pc:spChg>
        <pc:spChg chg="del mod">
          <ac:chgData name="hyung jun jo" userId="eecbfa9617bcf066" providerId="LiveId" clId="{CED4A83C-449D-4884-BBE3-D1C96CDA3770}" dt="2026-05-31T06:20:48.875" v="2022" actId="478"/>
          <ac:spMkLst>
            <pc:docMk/>
            <pc:sldMk cId="1685643352" sldId="12835"/>
            <ac:spMk id="18" creationId="{CF3637B0-8EDF-0EF7-3838-EEAB30AD822E}"/>
          </ac:spMkLst>
        </pc:spChg>
        <pc:spChg chg="mod">
          <ac:chgData name="hyung jun jo" userId="eecbfa9617bcf066" providerId="LiveId" clId="{CED4A83C-449D-4884-BBE3-D1C96CDA3770}" dt="2026-05-31T05:35:21.372" v="1151" actId="20577"/>
          <ac:spMkLst>
            <pc:docMk/>
            <pc:sldMk cId="1685643352" sldId="12835"/>
            <ac:spMk id="19" creationId="{30D79240-59FB-8578-D624-C50C7F2D129C}"/>
          </ac:spMkLst>
        </pc:spChg>
        <pc:spChg chg="add del mod">
          <ac:chgData name="hyung jun jo" userId="eecbfa9617bcf066" providerId="LiveId" clId="{CED4A83C-449D-4884-BBE3-D1C96CDA3770}" dt="2026-05-31T06:51:53.730" v="2434" actId="404"/>
          <ac:spMkLst>
            <pc:docMk/>
            <pc:sldMk cId="1685643352" sldId="12835"/>
            <ac:spMk id="22" creationId="{CD58C61D-77B2-4D8F-C9B6-2E2E97EFE874}"/>
          </ac:spMkLst>
        </pc:spChg>
        <pc:spChg chg="add mod">
          <ac:chgData name="hyung jun jo" userId="eecbfa9617bcf066" providerId="LiveId" clId="{CED4A83C-449D-4884-BBE3-D1C96CDA3770}" dt="2026-05-31T08:06:16.483" v="4667" actId="20577"/>
          <ac:spMkLst>
            <pc:docMk/>
            <pc:sldMk cId="1685643352" sldId="12835"/>
            <ac:spMk id="23" creationId="{0544D680-837B-D4FA-5314-1E8B56FC9647}"/>
          </ac:spMkLst>
        </pc:spChg>
        <pc:spChg chg="add mod">
          <ac:chgData name="hyung jun jo" userId="eecbfa9617bcf066" providerId="LiveId" clId="{CED4A83C-449D-4884-BBE3-D1C96CDA3770}" dt="2026-05-31T06:12:31.303" v="1885" actId="1076"/>
          <ac:spMkLst>
            <pc:docMk/>
            <pc:sldMk cId="1685643352" sldId="12835"/>
            <ac:spMk id="24" creationId="{ECDA01BD-7856-D11C-439A-F6811E506DBF}"/>
          </ac:spMkLst>
        </pc:spChg>
        <pc:spChg chg="add mod">
          <ac:chgData name="hyung jun jo" userId="eecbfa9617bcf066" providerId="LiveId" clId="{CED4A83C-449D-4884-BBE3-D1C96CDA3770}" dt="2026-05-31T06:20:35.285" v="2020" actId="1076"/>
          <ac:spMkLst>
            <pc:docMk/>
            <pc:sldMk cId="1685643352" sldId="12835"/>
            <ac:spMk id="27" creationId="{51FF66D9-EAA8-7AA2-197A-582A25A0F62C}"/>
          </ac:spMkLst>
        </pc:spChg>
        <pc:spChg chg="del">
          <ac:chgData name="hyung jun jo" userId="eecbfa9617bcf066" providerId="LiveId" clId="{CED4A83C-449D-4884-BBE3-D1C96CDA3770}" dt="2026-05-31T05:38:36.849" v="1168" actId="478"/>
          <ac:spMkLst>
            <pc:docMk/>
            <pc:sldMk cId="1685643352" sldId="12835"/>
            <ac:spMk id="29" creationId="{B46EFA3F-E5A4-BCDA-80FA-63E904845E31}"/>
          </ac:spMkLst>
        </pc:spChg>
        <pc:spChg chg="del">
          <ac:chgData name="hyung jun jo" userId="eecbfa9617bcf066" providerId="LiveId" clId="{CED4A83C-449D-4884-BBE3-D1C96CDA3770}" dt="2026-05-31T05:38:36.849" v="1168" actId="478"/>
          <ac:spMkLst>
            <pc:docMk/>
            <pc:sldMk cId="1685643352" sldId="12835"/>
            <ac:spMk id="30" creationId="{C97264E7-F256-5BA3-C7A0-044575918488}"/>
          </ac:spMkLst>
        </pc:spChg>
        <pc:spChg chg="del">
          <ac:chgData name="hyung jun jo" userId="eecbfa9617bcf066" providerId="LiveId" clId="{CED4A83C-449D-4884-BBE3-D1C96CDA3770}" dt="2026-05-31T05:38:36.849" v="1168" actId="478"/>
          <ac:spMkLst>
            <pc:docMk/>
            <pc:sldMk cId="1685643352" sldId="12835"/>
            <ac:spMk id="31" creationId="{3FF90E7F-ED5E-9918-6CA3-790FD32F2E95}"/>
          </ac:spMkLst>
        </pc:spChg>
        <pc:spChg chg="add mod">
          <ac:chgData name="hyung jun jo" userId="eecbfa9617bcf066" providerId="LiveId" clId="{CED4A83C-449D-4884-BBE3-D1C96CDA3770}" dt="2026-05-31T06:20:35.285" v="2020" actId="1076"/>
          <ac:spMkLst>
            <pc:docMk/>
            <pc:sldMk cId="1685643352" sldId="12835"/>
            <ac:spMk id="38" creationId="{667AD931-FF81-7547-BF70-ED071B9D595E}"/>
          </ac:spMkLst>
        </pc:spChg>
        <pc:spChg chg="del">
          <ac:chgData name="hyung jun jo" userId="eecbfa9617bcf066" providerId="LiveId" clId="{CED4A83C-449D-4884-BBE3-D1C96CDA3770}" dt="2026-05-31T05:38:36.849" v="1168" actId="478"/>
          <ac:spMkLst>
            <pc:docMk/>
            <pc:sldMk cId="1685643352" sldId="12835"/>
            <ac:spMk id="39" creationId="{4911ABBE-BF29-2D2B-DA74-7E32C829E76B}"/>
          </ac:spMkLst>
        </pc:spChg>
        <pc:spChg chg="del">
          <ac:chgData name="hyung jun jo" userId="eecbfa9617bcf066" providerId="LiveId" clId="{CED4A83C-449D-4884-BBE3-D1C96CDA3770}" dt="2026-05-31T05:38:36.849" v="1168" actId="478"/>
          <ac:spMkLst>
            <pc:docMk/>
            <pc:sldMk cId="1685643352" sldId="12835"/>
            <ac:spMk id="40" creationId="{9F3E2B36-21AF-9304-861C-8271349FEF04}"/>
          </ac:spMkLst>
        </pc:spChg>
        <pc:spChg chg="del">
          <ac:chgData name="hyung jun jo" userId="eecbfa9617bcf066" providerId="LiveId" clId="{CED4A83C-449D-4884-BBE3-D1C96CDA3770}" dt="2026-05-31T05:38:36.849" v="1168" actId="478"/>
          <ac:spMkLst>
            <pc:docMk/>
            <pc:sldMk cId="1685643352" sldId="12835"/>
            <ac:spMk id="41" creationId="{D71F55DF-8DE1-03EF-8795-A8FC33CEF7D7}"/>
          </ac:spMkLst>
        </pc:spChg>
        <pc:spChg chg="del">
          <ac:chgData name="hyung jun jo" userId="eecbfa9617bcf066" providerId="LiveId" clId="{CED4A83C-449D-4884-BBE3-D1C96CDA3770}" dt="2026-05-31T05:38:36.849" v="1168" actId="478"/>
          <ac:spMkLst>
            <pc:docMk/>
            <pc:sldMk cId="1685643352" sldId="12835"/>
            <ac:spMk id="44" creationId="{469AAEFC-A9FA-EA60-2F5A-5852C39FCFC2}"/>
          </ac:spMkLst>
        </pc:spChg>
        <pc:spChg chg="add mod">
          <ac:chgData name="hyung jun jo" userId="eecbfa9617bcf066" providerId="LiveId" clId="{CED4A83C-449D-4884-BBE3-D1C96CDA3770}" dt="2026-05-31T06:20:35.285" v="2020" actId="1076"/>
          <ac:spMkLst>
            <pc:docMk/>
            <pc:sldMk cId="1685643352" sldId="12835"/>
            <ac:spMk id="45" creationId="{24438F15-72CE-AE09-7756-2FD74AA7D6B5}"/>
          </ac:spMkLst>
        </pc:spChg>
        <pc:spChg chg="add mod">
          <ac:chgData name="hyung jun jo" userId="eecbfa9617bcf066" providerId="LiveId" clId="{CED4A83C-449D-4884-BBE3-D1C96CDA3770}" dt="2026-05-31T06:20:35.285" v="2020" actId="1076"/>
          <ac:spMkLst>
            <pc:docMk/>
            <pc:sldMk cId="1685643352" sldId="12835"/>
            <ac:spMk id="48" creationId="{66CDEEED-74B1-3B22-C2F9-0D20251B220E}"/>
          </ac:spMkLst>
        </pc:spChg>
        <pc:spChg chg="del">
          <ac:chgData name="hyung jun jo" userId="eecbfa9617bcf066" providerId="LiveId" clId="{CED4A83C-449D-4884-BBE3-D1C96CDA3770}" dt="2026-05-31T05:38:36.849" v="1168" actId="478"/>
          <ac:spMkLst>
            <pc:docMk/>
            <pc:sldMk cId="1685643352" sldId="12835"/>
            <ac:spMk id="50" creationId="{66EBE678-F5A6-E52E-6687-B1C1532B7521}"/>
          </ac:spMkLst>
        </pc:spChg>
        <pc:spChg chg="add mod">
          <ac:chgData name="hyung jun jo" userId="eecbfa9617bcf066" providerId="LiveId" clId="{CED4A83C-449D-4884-BBE3-D1C96CDA3770}" dt="2026-05-31T06:27:01.545" v="2089" actId="1076"/>
          <ac:spMkLst>
            <pc:docMk/>
            <pc:sldMk cId="1685643352" sldId="12835"/>
            <ac:spMk id="53" creationId="{7CC63080-5BB8-94ED-EBE0-EEC05472AB41}"/>
          </ac:spMkLst>
        </pc:spChg>
        <pc:spChg chg="add del mod">
          <ac:chgData name="hyung jun jo" userId="eecbfa9617bcf066" providerId="LiveId" clId="{CED4A83C-449D-4884-BBE3-D1C96CDA3770}" dt="2026-05-31T06:27:11.258" v="2092" actId="478"/>
          <ac:spMkLst>
            <pc:docMk/>
            <pc:sldMk cId="1685643352" sldId="12835"/>
            <ac:spMk id="54" creationId="{7378F189-7FC6-AAAF-FC95-B54352C90FEC}"/>
          </ac:spMkLst>
        </pc:spChg>
        <pc:spChg chg="del">
          <ac:chgData name="hyung jun jo" userId="eecbfa9617bcf066" providerId="LiveId" clId="{CED4A83C-449D-4884-BBE3-D1C96CDA3770}" dt="2026-05-31T05:38:36.849" v="1168" actId="478"/>
          <ac:spMkLst>
            <pc:docMk/>
            <pc:sldMk cId="1685643352" sldId="12835"/>
            <ac:spMk id="57" creationId="{8C70B314-CCD8-182D-A83C-4BB144884F41}"/>
          </ac:spMkLst>
        </pc:spChg>
        <pc:spChg chg="mod">
          <ac:chgData name="hyung jun jo" userId="eecbfa9617bcf066" providerId="LiveId" clId="{CED4A83C-449D-4884-BBE3-D1C96CDA3770}" dt="2026-05-31T06:05:39.884" v="1769" actId="571"/>
          <ac:spMkLst>
            <pc:docMk/>
            <pc:sldMk cId="1685643352" sldId="12835"/>
            <ac:spMk id="58" creationId="{AC430C3E-B0DE-427F-5689-EDC074A19821}"/>
          </ac:spMkLst>
        </pc:spChg>
        <pc:spChg chg="mod">
          <ac:chgData name="hyung jun jo" userId="eecbfa9617bcf066" providerId="LiveId" clId="{CED4A83C-449D-4884-BBE3-D1C96CDA3770}" dt="2026-05-31T06:05:39.884" v="1769" actId="571"/>
          <ac:spMkLst>
            <pc:docMk/>
            <pc:sldMk cId="1685643352" sldId="12835"/>
            <ac:spMk id="59" creationId="{F4404FB8-E8C7-8D5E-C571-374DFF58D7FB}"/>
          </ac:spMkLst>
        </pc:spChg>
        <pc:spChg chg="add del mod">
          <ac:chgData name="hyung jun jo" userId="eecbfa9617bcf066" providerId="LiveId" clId="{CED4A83C-449D-4884-BBE3-D1C96CDA3770}" dt="2026-05-31T06:12:12.792" v="1877" actId="478"/>
          <ac:spMkLst>
            <pc:docMk/>
            <pc:sldMk cId="1685643352" sldId="12835"/>
            <ac:spMk id="60" creationId="{6E611F4B-6C1D-1347-84BA-5054D232EA22}"/>
          </ac:spMkLst>
        </pc:spChg>
        <pc:spChg chg="add mod">
          <ac:chgData name="hyung jun jo" userId="eecbfa9617bcf066" providerId="LiveId" clId="{CED4A83C-449D-4884-BBE3-D1C96CDA3770}" dt="2026-05-31T06:26:37.100" v="2082" actId="1076"/>
          <ac:spMkLst>
            <pc:docMk/>
            <pc:sldMk cId="1685643352" sldId="12835"/>
            <ac:spMk id="61" creationId="{C21B7DEF-2171-CBB3-CE67-8F2F96DBFC9C}"/>
          </ac:spMkLst>
        </pc:spChg>
        <pc:spChg chg="del">
          <ac:chgData name="hyung jun jo" userId="eecbfa9617bcf066" providerId="LiveId" clId="{CED4A83C-449D-4884-BBE3-D1C96CDA3770}" dt="2026-05-31T05:38:36.849" v="1168" actId="478"/>
          <ac:spMkLst>
            <pc:docMk/>
            <pc:sldMk cId="1685643352" sldId="12835"/>
            <ac:spMk id="62" creationId="{D633F52F-A423-E919-222A-03AFB4BF732B}"/>
          </ac:spMkLst>
        </pc:spChg>
        <pc:spChg chg="add mod">
          <ac:chgData name="hyung jun jo" userId="eecbfa9617bcf066" providerId="LiveId" clId="{CED4A83C-449D-4884-BBE3-D1C96CDA3770}" dt="2026-05-31T06:12:08.167" v="1873" actId="571"/>
          <ac:spMkLst>
            <pc:docMk/>
            <pc:sldMk cId="1685643352" sldId="12835"/>
            <ac:spMk id="64" creationId="{368ABC38-A40D-B42B-F644-90C1C62285E1}"/>
          </ac:spMkLst>
        </pc:spChg>
        <pc:spChg chg="add mod">
          <ac:chgData name="hyung jun jo" userId="eecbfa9617bcf066" providerId="LiveId" clId="{CED4A83C-449D-4884-BBE3-D1C96CDA3770}" dt="2026-05-31T06:12:08.167" v="1873" actId="571"/>
          <ac:spMkLst>
            <pc:docMk/>
            <pc:sldMk cId="1685643352" sldId="12835"/>
            <ac:spMk id="65" creationId="{DE35B790-88F5-D540-D99F-21B4776922D4}"/>
          </ac:spMkLst>
        </pc:spChg>
        <pc:spChg chg="add mod">
          <ac:chgData name="hyung jun jo" userId="eecbfa9617bcf066" providerId="LiveId" clId="{CED4A83C-449D-4884-BBE3-D1C96CDA3770}" dt="2026-05-31T06:12:07.867" v="1872" actId="571"/>
          <ac:spMkLst>
            <pc:docMk/>
            <pc:sldMk cId="1685643352" sldId="12835"/>
            <ac:spMk id="66" creationId="{AABBB4F0-5C4A-CD54-3883-89EEBBE38074}"/>
          </ac:spMkLst>
        </pc:spChg>
        <pc:spChg chg="add mod">
          <ac:chgData name="hyung jun jo" userId="eecbfa9617bcf066" providerId="LiveId" clId="{CED4A83C-449D-4884-BBE3-D1C96CDA3770}" dt="2026-05-31T06:12:07.867" v="1872" actId="571"/>
          <ac:spMkLst>
            <pc:docMk/>
            <pc:sldMk cId="1685643352" sldId="12835"/>
            <ac:spMk id="67" creationId="{2C851B24-2181-92EE-241C-D6DCCCBD4AA8}"/>
          </ac:spMkLst>
        </pc:spChg>
        <pc:spChg chg="add mod">
          <ac:chgData name="hyung jun jo" userId="eecbfa9617bcf066" providerId="LiveId" clId="{CED4A83C-449D-4884-BBE3-D1C96CDA3770}" dt="2026-05-31T06:26:37.100" v="2082" actId="1076"/>
          <ac:spMkLst>
            <pc:docMk/>
            <pc:sldMk cId="1685643352" sldId="12835"/>
            <ac:spMk id="73" creationId="{CCF9C349-F7A8-86AC-990C-E3AB517D899C}"/>
          </ac:spMkLst>
        </pc:spChg>
        <pc:spChg chg="add mod">
          <ac:chgData name="hyung jun jo" userId="eecbfa9617bcf066" providerId="LiveId" clId="{CED4A83C-449D-4884-BBE3-D1C96CDA3770}" dt="2026-05-31T06:26:37.100" v="2082" actId="1076"/>
          <ac:spMkLst>
            <pc:docMk/>
            <pc:sldMk cId="1685643352" sldId="12835"/>
            <ac:spMk id="74" creationId="{47D7596B-76A7-8DCE-BD38-DFEA5D02D444}"/>
          </ac:spMkLst>
        </pc:spChg>
        <pc:spChg chg="add mod">
          <ac:chgData name="hyung jun jo" userId="eecbfa9617bcf066" providerId="LiveId" clId="{CED4A83C-449D-4884-BBE3-D1C96CDA3770}" dt="2026-05-31T06:26:37.100" v="2082" actId="1076"/>
          <ac:spMkLst>
            <pc:docMk/>
            <pc:sldMk cId="1685643352" sldId="12835"/>
            <ac:spMk id="75" creationId="{E84F1A86-62A7-E391-3376-5E8F2650EB54}"/>
          </ac:spMkLst>
        </pc:spChg>
        <pc:spChg chg="add mod">
          <ac:chgData name="hyung jun jo" userId="eecbfa9617bcf066" providerId="LiveId" clId="{CED4A83C-449D-4884-BBE3-D1C96CDA3770}" dt="2026-05-31T06:26:37.100" v="2082" actId="1076"/>
          <ac:spMkLst>
            <pc:docMk/>
            <pc:sldMk cId="1685643352" sldId="12835"/>
            <ac:spMk id="76" creationId="{6AF9C19A-7BE4-66A4-E28C-97188C3E6C48}"/>
          </ac:spMkLst>
        </pc:spChg>
        <pc:spChg chg="add mod">
          <ac:chgData name="hyung jun jo" userId="eecbfa9617bcf066" providerId="LiveId" clId="{CED4A83C-449D-4884-BBE3-D1C96CDA3770}" dt="2026-05-31T06:26:37.100" v="2082" actId="1076"/>
          <ac:spMkLst>
            <pc:docMk/>
            <pc:sldMk cId="1685643352" sldId="12835"/>
            <ac:spMk id="77" creationId="{81088D94-D386-A4A8-F6C5-0A2B2DBFDAF5}"/>
          </ac:spMkLst>
        </pc:spChg>
        <pc:spChg chg="add mod">
          <ac:chgData name="hyung jun jo" userId="eecbfa9617bcf066" providerId="LiveId" clId="{CED4A83C-449D-4884-BBE3-D1C96CDA3770}" dt="2026-05-31T07:30:57.376" v="3222" actId="1076"/>
          <ac:spMkLst>
            <pc:docMk/>
            <pc:sldMk cId="1685643352" sldId="12835"/>
            <ac:spMk id="78" creationId="{0FED96F3-8BC9-A237-74E7-D80CE81F2A29}"/>
          </ac:spMkLst>
        </pc:spChg>
        <pc:spChg chg="add mod">
          <ac:chgData name="hyung jun jo" userId="eecbfa9617bcf066" providerId="LiveId" clId="{CED4A83C-449D-4884-BBE3-D1C96CDA3770}" dt="2026-05-31T07:30:57.376" v="3222" actId="1076"/>
          <ac:spMkLst>
            <pc:docMk/>
            <pc:sldMk cId="1685643352" sldId="12835"/>
            <ac:spMk id="79" creationId="{115B0C58-3A08-EA6E-512F-F091B4F472B8}"/>
          </ac:spMkLst>
        </pc:spChg>
        <pc:spChg chg="add mod">
          <ac:chgData name="hyung jun jo" userId="eecbfa9617bcf066" providerId="LiveId" clId="{CED4A83C-449D-4884-BBE3-D1C96CDA3770}" dt="2026-05-31T06:17:14.236" v="1938" actId="571"/>
          <ac:spMkLst>
            <pc:docMk/>
            <pc:sldMk cId="1685643352" sldId="12835"/>
            <ac:spMk id="80" creationId="{D683CCDB-6422-DB29-03E0-BA9A470CA826}"/>
          </ac:spMkLst>
        </pc:spChg>
        <pc:spChg chg="add mod">
          <ac:chgData name="hyung jun jo" userId="eecbfa9617bcf066" providerId="LiveId" clId="{CED4A83C-449D-4884-BBE3-D1C96CDA3770}" dt="2026-05-31T06:17:14.236" v="1938" actId="571"/>
          <ac:spMkLst>
            <pc:docMk/>
            <pc:sldMk cId="1685643352" sldId="12835"/>
            <ac:spMk id="81" creationId="{768B7D70-DAF8-AFCF-89D9-0BB1E654393C}"/>
          </ac:spMkLst>
        </pc:spChg>
        <pc:spChg chg="add mod">
          <ac:chgData name="hyung jun jo" userId="eecbfa9617bcf066" providerId="LiveId" clId="{CED4A83C-449D-4884-BBE3-D1C96CDA3770}" dt="2026-05-31T07:30:57.376" v="3222" actId="1076"/>
          <ac:spMkLst>
            <pc:docMk/>
            <pc:sldMk cId="1685643352" sldId="12835"/>
            <ac:spMk id="82" creationId="{680793F7-73BD-ED19-70B2-B2F18695132A}"/>
          </ac:spMkLst>
        </pc:spChg>
        <pc:spChg chg="add mod">
          <ac:chgData name="hyung jun jo" userId="eecbfa9617bcf066" providerId="LiveId" clId="{CED4A83C-449D-4884-BBE3-D1C96CDA3770}" dt="2026-05-31T06:20:51.326" v="2023"/>
          <ac:spMkLst>
            <pc:docMk/>
            <pc:sldMk cId="1685643352" sldId="12835"/>
            <ac:spMk id="83" creationId="{00D1CDA6-B14C-3881-F370-49B0844B4425}"/>
          </ac:spMkLst>
        </pc:spChg>
        <pc:grpChg chg="add del mod">
          <ac:chgData name="hyung jun jo" userId="eecbfa9617bcf066" providerId="LiveId" clId="{CED4A83C-449D-4884-BBE3-D1C96CDA3770}" dt="2026-05-31T06:05:46.501" v="1772" actId="478"/>
          <ac:grpSpMkLst>
            <pc:docMk/>
            <pc:sldMk cId="1685643352" sldId="12835"/>
            <ac:grpSpMk id="12" creationId="{59D40193-723F-464B-698D-9ECCA58A0F03}"/>
          </ac:grpSpMkLst>
        </pc:grpChg>
        <pc:grpChg chg="add mod">
          <ac:chgData name="hyung jun jo" userId="eecbfa9617bcf066" providerId="LiveId" clId="{CED4A83C-449D-4884-BBE3-D1C96CDA3770}" dt="2026-05-31T06:27:10.880" v="2091" actId="1076"/>
          <ac:grpSpMkLst>
            <pc:docMk/>
            <pc:sldMk cId="1685643352" sldId="12835"/>
            <ac:grpSpMk id="55" creationId="{DED89F7A-D44B-A079-BE38-2B23BB6AF317}"/>
          </ac:grpSpMkLst>
        </pc:grpChg>
        <pc:grpChg chg="add mod">
          <ac:chgData name="hyung jun jo" userId="eecbfa9617bcf066" providerId="LiveId" clId="{CED4A83C-449D-4884-BBE3-D1C96CDA3770}" dt="2026-05-31T06:17:08.186" v="1935" actId="1076"/>
          <ac:grpSpMkLst>
            <pc:docMk/>
            <pc:sldMk cId="1685643352" sldId="12835"/>
            <ac:grpSpMk id="72" creationId="{56BBD918-7943-7626-D95D-E737BA8A9B63}"/>
          </ac:grpSpMkLst>
        </pc:grpChg>
        <pc:graphicFrameChg chg="add mod modGraphic">
          <ac:chgData name="hyung jun jo" userId="eecbfa9617bcf066" providerId="LiveId" clId="{CED4A83C-449D-4884-BBE3-D1C96CDA3770}" dt="2026-05-31T08:58:46.021" v="5536" actId="207"/>
          <ac:graphicFrameMkLst>
            <pc:docMk/>
            <pc:sldMk cId="1685643352" sldId="12835"/>
            <ac:graphicFrameMk id="9" creationId="{1EAC9AFA-0914-C893-E9B9-314A8C993BFF}"/>
          </ac:graphicFrameMkLst>
        </pc:graphicFrameChg>
        <pc:picChg chg="del">
          <ac:chgData name="hyung jun jo" userId="eecbfa9617bcf066" providerId="LiveId" clId="{CED4A83C-449D-4884-BBE3-D1C96CDA3770}" dt="2026-05-31T06:23:03.990" v="2050" actId="478"/>
          <ac:picMkLst>
            <pc:docMk/>
            <pc:sldMk cId="1685643352" sldId="12835"/>
            <ac:picMk id="28" creationId="{F38913D8-8FC1-7482-FE3E-B5EA0CBB232F}"/>
          </ac:picMkLst>
        </pc:picChg>
        <pc:cxnChg chg="add del mod">
          <ac:chgData name="hyung jun jo" userId="eecbfa9617bcf066" providerId="LiveId" clId="{CED4A83C-449D-4884-BBE3-D1C96CDA3770}" dt="2026-05-31T06:04:47.429" v="1763" actId="478"/>
          <ac:cxnSpMkLst>
            <pc:docMk/>
            <pc:sldMk cId="1685643352" sldId="12835"/>
            <ac:cxnSpMk id="6" creationId="{8B18CCC4-96BB-A796-F361-293671F7F66A}"/>
          </ac:cxnSpMkLst>
        </pc:cxnChg>
        <pc:cxnChg chg="add del mod">
          <ac:chgData name="hyung jun jo" userId="eecbfa9617bcf066" providerId="LiveId" clId="{CED4A83C-449D-4884-BBE3-D1C96CDA3770}" dt="2026-05-31T05:58:01.519" v="1596" actId="478"/>
          <ac:cxnSpMkLst>
            <pc:docMk/>
            <pc:sldMk cId="1685643352" sldId="12835"/>
            <ac:cxnSpMk id="20" creationId="{B22BED6F-F5FF-FE7E-5413-D345981A1BD8}"/>
          </ac:cxnSpMkLst>
        </pc:cxnChg>
        <pc:cxnChg chg="add mod">
          <ac:chgData name="hyung jun jo" userId="eecbfa9617bcf066" providerId="LiveId" clId="{CED4A83C-449D-4884-BBE3-D1C96CDA3770}" dt="2026-05-31T06:12:31.303" v="1885" actId="1076"/>
          <ac:cxnSpMkLst>
            <pc:docMk/>
            <pc:sldMk cId="1685643352" sldId="12835"/>
            <ac:cxnSpMk id="25" creationId="{88ADE19A-8D0A-5E71-FE4F-EE3B7FA25390}"/>
          </ac:cxnSpMkLst>
        </pc:cxnChg>
        <pc:cxnChg chg="add mod">
          <ac:chgData name="hyung jun jo" userId="eecbfa9617bcf066" providerId="LiveId" clId="{CED4A83C-449D-4884-BBE3-D1C96CDA3770}" dt="2026-05-31T06:12:31.303" v="1885" actId="1076"/>
          <ac:cxnSpMkLst>
            <pc:docMk/>
            <pc:sldMk cId="1685643352" sldId="12835"/>
            <ac:cxnSpMk id="51" creationId="{9BCDFAE1-0575-258F-A93A-DD54348C3E13}"/>
          </ac:cxnSpMkLst>
        </pc:cxnChg>
        <pc:cxnChg chg="add mod">
          <ac:chgData name="hyung jun jo" userId="eecbfa9617bcf066" providerId="LiveId" clId="{CED4A83C-449D-4884-BBE3-D1C96CDA3770}" dt="2026-05-31T06:13:14.866" v="1892" actId="164"/>
          <ac:cxnSpMkLst>
            <pc:docMk/>
            <pc:sldMk cId="1685643352" sldId="12835"/>
            <ac:cxnSpMk id="68" creationId="{BB2D2AD4-6069-CABF-77F4-AE719B8E6490}"/>
          </ac:cxnSpMkLst>
        </pc:cxnChg>
        <pc:cxnChg chg="add mod">
          <ac:chgData name="hyung jun jo" userId="eecbfa9617bcf066" providerId="LiveId" clId="{CED4A83C-449D-4884-BBE3-D1C96CDA3770}" dt="2026-05-31T06:17:30.248" v="1942" actId="1076"/>
          <ac:cxnSpMkLst>
            <pc:docMk/>
            <pc:sldMk cId="1685643352" sldId="12835"/>
            <ac:cxnSpMk id="71" creationId="{34CFD00F-5EEF-6677-0CFC-8F3E70A0D273}"/>
          </ac:cxnSpMkLst>
        </pc:cxnChg>
      </pc:sldChg>
      <pc:sldChg chg="add del">
        <pc:chgData name="hyung jun jo" userId="eecbfa9617bcf066" providerId="LiveId" clId="{CED4A83C-449D-4884-BBE3-D1C96CDA3770}" dt="2026-05-31T05:33:38.448" v="1124"/>
        <pc:sldMkLst>
          <pc:docMk/>
          <pc:sldMk cId="2217366336" sldId="12835"/>
        </pc:sldMkLst>
      </pc:sldChg>
      <pc:sldChg chg="add del">
        <pc:chgData name="hyung jun jo" userId="eecbfa9617bcf066" providerId="LiveId" clId="{CED4A83C-449D-4884-BBE3-D1C96CDA3770}" dt="2026-05-31T05:33:30.688" v="1121"/>
        <pc:sldMkLst>
          <pc:docMk/>
          <pc:sldMk cId="3568973540" sldId="12835"/>
        </pc:sldMkLst>
      </pc:sldChg>
      <pc:sldChg chg="add del setBg">
        <pc:chgData name="hyung jun jo" userId="eecbfa9617bcf066" providerId="LiveId" clId="{CED4A83C-449D-4884-BBE3-D1C96CDA3770}" dt="2026-05-31T06:22:03.416" v="2041" actId="47"/>
        <pc:sldMkLst>
          <pc:docMk/>
          <pc:sldMk cId="3960413947" sldId="12836"/>
        </pc:sldMkLst>
      </pc:sldChg>
      <pc:sldChg chg="addSp delSp modSp add mod modTransition">
        <pc:chgData name="hyung jun jo" userId="eecbfa9617bcf066" providerId="LiveId" clId="{CED4A83C-449D-4884-BBE3-D1C96CDA3770}" dt="2026-05-31T08:06:28.727" v="4673" actId="20577"/>
        <pc:sldMkLst>
          <pc:docMk/>
          <pc:sldMk cId="557932335" sldId="12837"/>
        </pc:sldMkLst>
        <pc:spChg chg="mod">
          <ac:chgData name="hyung jun jo" userId="eecbfa9617bcf066" providerId="LiveId" clId="{CED4A83C-449D-4884-BBE3-D1C96CDA3770}" dt="2026-05-31T07:49:18.432" v="4065" actId="20577"/>
          <ac:spMkLst>
            <pc:docMk/>
            <pc:sldMk cId="557932335" sldId="12837"/>
            <ac:spMk id="2" creationId="{92B27481-6F98-4170-CF89-9DCA8C9467C2}"/>
          </ac:spMkLst>
        </pc:spChg>
        <pc:spChg chg="del">
          <ac:chgData name="hyung jun jo" userId="eecbfa9617bcf066" providerId="LiveId" clId="{CED4A83C-449D-4884-BBE3-D1C96CDA3770}" dt="2026-05-31T06:23:00.887" v="2049" actId="478"/>
          <ac:spMkLst>
            <pc:docMk/>
            <pc:sldMk cId="557932335" sldId="12837"/>
            <ac:spMk id="4" creationId="{50A9298B-D15B-090C-B759-E393A58A6916}"/>
          </ac:spMkLst>
        </pc:spChg>
        <pc:spChg chg="add mod">
          <ac:chgData name="hyung jun jo" userId="eecbfa9617bcf066" providerId="LiveId" clId="{CED4A83C-449D-4884-BBE3-D1C96CDA3770}" dt="2026-05-31T08:02:16.528" v="4551" actId="14100"/>
          <ac:spMkLst>
            <pc:docMk/>
            <pc:sldMk cId="557932335" sldId="12837"/>
            <ac:spMk id="5" creationId="{138B880C-8574-FD66-7587-E2D32C3B7067}"/>
          </ac:spMkLst>
        </pc:spChg>
        <pc:spChg chg="add mod">
          <ac:chgData name="hyung jun jo" userId="eecbfa9617bcf066" providerId="LiveId" clId="{CED4A83C-449D-4884-BBE3-D1C96CDA3770}" dt="2026-05-31T06:55:07.141" v="2511" actId="1076"/>
          <ac:spMkLst>
            <pc:docMk/>
            <pc:sldMk cId="557932335" sldId="12837"/>
            <ac:spMk id="6" creationId="{EFC1E5F2-B15F-C35F-560A-62F9BA26AABB}"/>
          </ac:spMkLst>
        </pc:spChg>
        <pc:spChg chg="add mod">
          <ac:chgData name="hyung jun jo" userId="eecbfa9617bcf066" providerId="LiveId" clId="{CED4A83C-449D-4884-BBE3-D1C96CDA3770}" dt="2026-05-31T08:02:19.904" v="4552" actId="14100"/>
          <ac:spMkLst>
            <pc:docMk/>
            <pc:sldMk cId="557932335" sldId="12837"/>
            <ac:spMk id="7" creationId="{EEF6370C-6880-A141-D819-EBEA15F0ACB8}"/>
          </ac:spMkLst>
        </pc:spChg>
        <pc:spChg chg="add mod ord">
          <ac:chgData name="hyung jun jo" userId="eecbfa9617bcf066" providerId="LiveId" clId="{CED4A83C-449D-4884-BBE3-D1C96CDA3770}" dt="2026-05-31T06:55:23.182" v="2515" actId="1076"/>
          <ac:spMkLst>
            <pc:docMk/>
            <pc:sldMk cId="557932335" sldId="12837"/>
            <ac:spMk id="8" creationId="{272EA960-830B-9D2A-9047-CD6405CDF65F}"/>
          </ac:spMkLst>
        </pc:spChg>
        <pc:spChg chg="del">
          <ac:chgData name="hyung jun jo" userId="eecbfa9617bcf066" providerId="LiveId" clId="{CED4A83C-449D-4884-BBE3-D1C96CDA3770}" dt="2026-05-31T06:23:00.887" v="2049" actId="478"/>
          <ac:spMkLst>
            <pc:docMk/>
            <pc:sldMk cId="557932335" sldId="12837"/>
            <ac:spMk id="11" creationId="{A0855F29-64E6-D4F5-2596-F68FAC68AC82}"/>
          </ac:spMkLst>
        </pc:spChg>
        <pc:spChg chg="add mod">
          <ac:chgData name="hyung jun jo" userId="eecbfa9617bcf066" providerId="LiveId" clId="{CED4A83C-449D-4884-BBE3-D1C96CDA3770}" dt="2026-05-31T08:02:16.528" v="4551" actId="14100"/>
          <ac:spMkLst>
            <pc:docMk/>
            <pc:sldMk cId="557932335" sldId="12837"/>
            <ac:spMk id="12" creationId="{945566CA-F392-E852-BB65-43B496F3D994}"/>
          </ac:spMkLst>
        </pc:spChg>
        <pc:spChg chg="add mod">
          <ac:chgData name="hyung jun jo" userId="eecbfa9617bcf066" providerId="LiveId" clId="{CED4A83C-449D-4884-BBE3-D1C96CDA3770}" dt="2026-05-31T06:55:17.075" v="2514" actId="1076"/>
          <ac:spMkLst>
            <pc:docMk/>
            <pc:sldMk cId="557932335" sldId="12837"/>
            <ac:spMk id="13" creationId="{B69A9B80-538A-9352-7904-3B578097F958}"/>
          </ac:spMkLst>
        </pc:spChg>
        <pc:spChg chg="add mod">
          <ac:chgData name="hyung jun jo" userId="eecbfa9617bcf066" providerId="LiveId" clId="{CED4A83C-449D-4884-BBE3-D1C96CDA3770}" dt="2026-05-31T06:55:23.182" v="2515" actId="1076"/>
          <ac:spMkLst>
            <pc:docMk/>
            <pc:sldMk cId="557932335" sldId="12837"/>
            <ac:spMk id="15" creationId="{122FFB16-C93B-547D-C968-0A2FA9C6CDE7}"/>
          </ac:spMkLst>
        </pc:spChg>
        <pc:spChg chg="mod">
          <ac:chgData name="hyung jun jo" userId="eecbfa9617bcf066" providerId="LiveId" clId="{CED4A83C-449D-4884-BBE3-D1C96CDA3770}" dt="2026-05-31T06:56:15.646" v="2522" actId="207"/>
          <ac:spMkLst>
            <pc:docMk/>
            <pc:sldMk cId="557932335" sldId="12837"/>
            <ac:spMk id="16" creationId="{A2E0BF90-CE17-75AD-8869-C37708F4F31B}"/>
          </ac:spMkLst>
        </pc:spChg>
        <pc:spChg chg="mod">
          <ac:chgData name="hyung jun jo" userId="eecbfa9617bcf066" providerId="LiveId" clId="{CED4A83C-449D-4884-BBE3-D1C96CDA3770}" dt="2026-05-31T06:21:51.868" v="2040" actId="20577"/>
          <ac:spMkLst>
            <pc:docMk/>
            <pc:sldMk cId="557932335" sldId="12837"/>
            <ac:spMk id="17" creationId="{81FA3FF3-5C72-EBC6-9EDD-FAAFFE585FDE}"/>
          </ac:spMkLst>
        </pc:spChg>
        <pc:spChg chg="add mod ord">
          <ac:chgData name="hyung jun jo" userId="eecbfa9617bcf066" providerId="LiveId" clId="{CED4A83C-449D-4884-BBE3-D1C96CDA3770}" dt="2026-05-31T07:21:46.092" v="3176" actId="1076"/>
          <ac:spMkLst>
            <pc:docMk/>
            <pc:sldMk cId="557932335" sldId="12837"/>
            <ac:spMk id="18" creationId="{FFB101CC-BFD1-1B46-76AE-2F3C0C57786D}"/>
          </ac:spMkLst>
        </pc:spChg>
        <pc:spChg chg="mod">
          <ac:chgData name="hyung jun jo" userId="eecbfa9617bcf066" providerId="LiveId" clId="{CED4A83C-449D-4884-BBE3-D1C96CDA3770}" dt="2026-05-31T06:21:43.962" v="2027" actId="20577"/>
          <ac:spMkLst>
            <pc:docMk/>
            <pc:sldMk cId="557932335" sldId="12837"/>
            <ac:spMk id="19" creationId="{C7D28557-BC50-23D7-12EE-375FDD8CFB8B}"/>
          </ac:spMkLst>
        </pc:spChg>
        <pc:spChg chg="del">
          <ac:chgData name="hyung jun jo" userId="eecbfa9617bcf066" providerId="LiveId" clId="{CED4A83C-449D-4884-BBE3-D1C96CDA3770}" dt="2026-05-31T06:23:00.887" v="2049" actId="478"/>
          <ac:spMkLst>
            <pc:docMk/>
            <pc:sldMk cId="557932335" sldId="12837"/>
            <ac:spMk id="24" creationId="{02B22336-096E-DEE0-6C5E-8CB4B6A69778}"/>
          </ac:spMkLst>
        </pc:spChg>
        <pc:spChg chg="mod">
          <ac:chgData name="hyung jun jo" userId="eecbfa9617bcf066" providerId="LiveId" clId="{CED4A83C-449D-4884-BBE3-D1C96CDA3770}" dt="2026-05-31T06:36:24.967" v="2213"/>
          <ac:spMkLst>
            <pc:docMk/>
            <pc:sldMk cId="557932335" sldId="12837"/>
            <ac:spMk id="30" creationId="{CD34886C-BEB9-9789-B7AC-B00F15B1C0F9}"/>
          </ac:spMkLst>
        </pc:spChg>
        <pc:spChg chg="mod">
          <ac:chgData name="hyung jun jo" userId="eecbfa9617bcf066" providerId="LiveId" clId="{CED4A83C-449D-4884-BBE3-D1C96CDA3770}" dt="2026-05-31T06:36:24.967" v="2213"/>
          <ac:spMkLst>
            <pc:docMk/>
            <pc:sldMk cId="557932335" sldId="12837"/>
            <ac:spMk id="31" creationId="{8507EC7A-5366-B612-3818-AF8AC4A0A7D2}"/>
          </ac:spMkLst>
        </pc:spChg>
        <pc:spChg chg="add mod">
          <ac:chgData name="hyung jun jo" userId="eecbfa9617bcf066" providerId="LiveId" clId="{CED4A83C-449D-4884-BBE3-D1C96CDA3770}" dt="2026-05-31T06:55:00.518" v="2508" actId="1076"/>
          <ac:spMkLst>
            <pc:docMk/>
            <pc:sldMk cId="557932335" sldId="12837"/>
            <ac:spMk id="32" creationId="{32A34C74-1E5E-1833-E591-1DA562967C98}"/>
          </ac:spMkLst>
        </pc:spChg>
        <pc:spChg chg="add mod">
          <ac:chgData name="hyung jun jo" userId="eecbfa9617bcf066" providerId="LiveId" clId="{CED4A83C-449D-4884-BBE3-D1C96CDA3770}" dt="2026-05-31T06:55:23.182" v="2515" actId="1076"/>
          <ac:spMkLst>
            <pc:docMk/>
            <pc:sldMk cId="557932335" sldId="12837"/>
            <ac:spMk id="33" creationId="{0410B1CA-3BBE-BA63-58DA-98F9A68C284E}"/>
          </ac:spMkLst>
        </pc:spChg>
        <pc:spChg chg="add mod">
          <ac:chgData name="hyung jun jo" userId="eecbfa9617bcf066" providerId="LiveId" clId="{CED4A83C-449D-4884-BBE3-D1C96CDA3770}" dt="2026-05-31T06:55:17.075" v="2514" actId="1076"/>
          <ac:spMkLst>
            <pc:docMk/>
            <pc:sldMk cId="557932335" sldId="12837"/>
            <ac:spMk id="34" creationId="{72663A55-145B-9D80-462D-E4153FFFA2ED}"/>
          </ac:spMkLst>
        </pc:spChg>
        <pc:spChg chg="add mod">
          <ac:chgData name="hyung jun jo" userId="eecbfa9617bcf066" providerId="LiveId" clId="{CED4A83C-449D-4884-BBE3-D1C96CDA3770}" dt="2026-05-31T07:05:22.047" v="2745" actId="1035"/>
          <ac:spMkLst>
            <pc:docMk/>
            <pc:sldMk cId="557932335" sldId="12837"/>
            <ac:spMk id="35" creationId="{C45261F2-A8AC-9073-69B8-B5831738B81A}"/>
          </ac:spMkLst>
        </pc:spChg>
        <pc:spChg chg="add mod">
          <ac:chgData name="hyung jun jo" userId="eecbfa9617bcf066" providerId="LiveId" clId="{CED4A83C-449D-4884-BBE3-D1C96CDA3770}" dt="2026-05-31T07:05:22.047" v="2745" actId="1035"/>
          <ac:spMkLst>
            <pc:docMk/>
            <pc:sldMk cId="557932335" sldId="12837"/>
            <ac:spMk id="36" creationId="{7BBEFDDF-DE03-8657-F6E0-512389C93D51}"/>
          </ac:spMkLst>
        </pc:spChg>
        <pc:spChg chg="add mod">
          <ac:chgData name="hyung jun jo" userId="eecbfa9617bcf066" providerId="LiveId" clId="{CED4A83C-449D-4884-BBE3-D1C96CDA3770}" dt="2026-05-31T07:15:36.849" v="3130" actId="108"/>
          <ac:spMkLst>
            <pc:docMk/>
            <pc:sldMk cId="557932335" sldId="12837"/>
            <ac:spMk id="37" creationId="{5F224168-F31B-43FF-43F8-30738B686083}"/>
          </ac:spMkLst>
        </pc:spChg>
        <pc:spChg chg="del">
          <ac:chgData name="hyung jun jo" userId="eecbfa9617bcf066" providerId="LiveId" clId="{CED4A83C-449D-4884-BBE3-D1C96CDA3770}" dt="2026-05-31T06:23:00.887" v="2049" actId="478"/>
          <ac:spMkLst>
            <pc:docMk/>
            <pc:sldMk cId="557932335" sldId="12837"/>
            <ac:spMk id="38" creationId="{7A9DF3AE-0441-80F7-88AD-80F4AE79233A}"/>
          </ac:spMkLst>
        </pc:spChg>
        <pc:spChg chg="add del mod">
          <ac:chgData name="hyung jun jo" userId="eecbfa9617bcf066" providerId="LiveId" clId="{CED4A83C-449D-4884-BBE3-D1C96CDA3770}" dt="2026-05-31T06:53:57.846" v="2485" actId="478"/>
          <ac:spMkLst>
            <pc:docMk/>
            <pc:sldMk cId="557932335" sldId="12837"/>
            <ac:spMk id="39" creationId="{4BA51807-62C3-D3DC-740B-3CB131172CC2}"/>
          </ac:spMkLst>
        </pc:spChg>
        <pc:spChg chg="add mod">
          <ac:chgData name="hyung jun jo" userId="eecbfa9617bcf066" providerId="LiveId" clId="{CED4A83C-449D-4884-BBE3-D1C96CDA3770}" dt="2026-05-31T08:02:00.144" v="4549" actId="255"/>
          <ac:spMkLst>
            <pc:docMk/>
            <pc:sldMk cId="557932335" sldId="12837"/>
            <ac:spMk id="40" creationId="{EE589A68-714C-15FE-338B-CC9F309FDAC1}"/>
          </ac:spMkLst>
        </pc:spChg>
        <pc:spChg chg="add mod">
          <ac:chgData name="hyung jun jo" userId="eecbfa9617bcf066" providerId="LiveId" clId="{CED4A83C-449D-4884-BBE3-D1C96CDA3770}" dt="2026-05-31T08:02:00.144" v="4549" actId="255"/>
          <ac:spMkLst>
            <pc:docMk/>
            <pc:sldMk cId="557932335" sldId="12837"/>
            <ac:spMk id="41" creationId="{7BAAB7C6-A1FF-F8A5-9AAB-97B208F3FF40}"/>
          </ac:spMkLst>
        </pc:spChg>
        <pc:spChg chg="add mod">
          <ac:chgData name="hyung jun jo" userId="eecbfa9617bcf066" providerId="LiveId" clId="{CED4A83C-449D-4884-BBE3-D1C96CDA3770}" dt="2026-05-31T08:02:00.144" v="4549" actId="255"/>
          <ac:spMkLst>
            <pc:docMk/>
            <pc:sldMk cId="557932335" sldId="12837"/>
            <ac:spMk id="42" creationId="{5B3DE511-56EE-9CC6-3709-70766DB2ED44}"/>
          </ac:spMkLst>
        </pc:spChg>
        <pc:spChg chg="add mod">
          <ac:chgData name="hyung jun jo" userId="eecbfa9617bcf066" providerId="LiveId" clId="{CED4A83C-449D-4884-BBE3-D1C96CDA3770}" dt="2026-05-31T07:23:11.826" v="3188" actId="1037"/>
          <ac:spMkLst>
            <pc:docMk/>
            <pc:sldMk cId="557932335" sldId="12837"/>
            <ac:spMk id="46" creationId="{D9DA8C12-DBC2-7099-AA08-CD20998C409B}"/>
          </ac:spMkLst>
        </pc:spChg>
        <pc:spChg chg="del">
          <ac:chgData name="hyung jun jo" userId="eecbfa9617bcf066" providerId="LiveId" clId="{CED4A83C-449D-4884-BBE3-D1C96CDA3770}" dt="2026-05-31T06:23:00.887" v="2049" actId="478"/>
          <ac:spMkLst>
            <pc:docMk/>
            <pc:sldMk cId="557932335" sldId="12837"/>
            <ac:spMk id="54" creationId="{F0CE9C2F-B63B-2749-6F26-4F24249EBA9B}"/>
          </ac:spMkLst>
        </pc:spChg>
        <pc:spChg chg="add mod">
          <ac:chgData name="hyung jun jo" userId="eecbfa9617bcf066" providerId="LiveId" clId="{CED4A83C-449D-4884-BBE3-D1C96CDA3770}" dt="2026-05-31T07:05:41.394" v="2750" actId="571"/>
          <ac:spMkLst>
            <pc:docMk/>
            <pc:sldMk cId="557932335" sldId="12837"/>
            <ac:spMk id="57" creationId="{602C8BA2-5166-4AAA-5B91-E592379C3899}"/>
          </ac:spMkLst>
        </pc:spChg>
        <pc:spChg chg="add mod">
          <ac:chgData name="hyung jun jo" userId="eecbfa9617bcf066" providerId="LiveId" clId="{CED4A83C-449D-4884-BBE3-D1C96CDA3770}" dt="2026-05-31T08:02:13.339" v="4550" actId="1076"/>
          <ac:spMkLst>
            <pc:docMk/>
            <pc:sldMk cId="557932335" sldId="12837"/>
            <ac:spMk id="60" creationId="{8F32CAEE-FEE1-9E15-56B5-041A2EEE9FDA}"/>
          </ac:spMkLst>
        </pc:spChg>
        <pc:spChg chg="del">
          <ac:chgData name="hyung jun jo" userId="eecbfa9617bcf066" providerId="LiveId" clId="{CED4A83C-449D-4884-BBE3-D1C96CDA3770}" dt="2026-05-31T06:23:00.887" v="2049" actId="478"/>
          <ac:spMkLst>
            <pc:docMk/>
            <pc:sldMk cId="557932335" sldId="12837"/>
            <ac:spMk id="61" creationId="{F1B41CCE-650C-0241-61CB-BDC6E8B11333}"/>
          </ac:spMkLst>
        </pc:spChg>
        <pc:spChg chg="add mod">
          <ac:chgData name="hyung jun jo" userId="eecbfa9617bcf066" providerId="LiveId" clId="{CED4A83C-449D-4884-BBE3-D1C96CDA3770}" dt="2026-05-31T07:23:10.215" v="3184" actId="1035"/>
          <ac:spMkLst>
            <pc:docMk/>
            <pc:sldMk cId="557932335" sldId="12837"/>
            <ac:spMk id="62" creationId="{B1A155E1-4B72-EF2C-FB88-96998CC8EF54}"/>
          </ac:spMkLst>
        </pc:spChg>
        <pc:spChg chg="add mod">
          <ac:chgData name="hyung jun jo" userId="eecbfa9617bcf066" providerId="LiveId" clId="{CED4A83C-449D-4884-BBE3-D1C96CDA3770}" dt="2026-05-31T08:06:26.651" v="4671" actId="20577"/>
          <ac:spMkLst>
            <pc:docMk/>
            <pc:sldMk cId="557932335" sldId="12837"/>
            <ac:spMk id="64" creationId="{B577204A-763A-6A59-B77E-833B8455D885}"/>
          </ac:spMkLst>
        </pc:spChg>
        <pc:spChg chg="add mod">
          <ac:chgData name="hyung jun jo" userId="eecbfa9617bcf066" providerId="LiveId" clId="{CED4A83C-449D-4884-BBE3-D1C96CDA3770}" dt="2026-05-31T08:02:13.339" v="4550" actId="1076"/>
          <ac:spMkLst>
            <pc:docMk/>
            <pc:sldMk cId="557932335" sldId="12837"/>
            <ac:spMk id="66" creationId="{BF000A64-3C99-E8B7-FA05-39B4FE9D74CE}"/>
          </ac:spMkLst>
        </pc:spChg>
        <pc:spChg chg="add mod">
          <ac:chgData name="hyung jun jo" userId="eecbfa9617bcf066" providerId="LiveId" clId="{CED4A83C-449D-4884-BBE3-D1C96CDA3770}" dt="2026-05-31T07:11:27.068" v="2991" actId="571"/>
          <ac:spMkLst>
            <pc:docMk/>
            <pc:sldMk cId="557932335" sldId="12837"/>
            <ac:spMk id="69" creationId="{A116E285-3FCD-79EA-B617-D857F7725FCB}"/>
          </ac:spMkLst>
        </pc:spChg>
        <pc:spChg chg="add del mod">
          <ac:chgData name="hyung jun jo" userId="eecbfa9617bcf066" providerId="LiveId" clId="{CED4A83C-449D-4884-BBE3-D1C96CDA3770}" dt="2026-05-31T07:11:34.612" v="2996" actId="478"/>
          <ac:spMkLst>
            <pc:docMk/>
            <pc:sldMk cId="557932335" sldId="12837"/>
            <ac:spMk id="70" creationId="{321390D8-E01C-FD2D-75F6-B3AC64858674}"/>
          </ac:spMkLst>
        </pc:spChg>
        <pc:spChg chg="del">
          <ac:chgData name="hyung jun jo" userId="eecbfa9617bcf066" providerId="LiveId" clId="{CED4A83C-449D-4884-BBE3-D1C96CDA3770}" dt="2026-05-31T06:23:00.887" v="2049" actId="478"/>
          <ac:spMkLst>
            <pc:docMk/>
            <pc:sldMk cId="557932335" sldId="12837"/>
            <ac:spMk id="75" creationId="{BB929E4E-0588-AEE8-59FD-4CD17308B511}"/>
          </ac:spMkLst>
        </pc:spChg>
        <pc:spChg chg="del">
          <ac:chgData name="hyung jun jo" userId="eecbfa9617bcf066" providerId="LiveId" clId="{CED4A83C-449D-4884-BBE3-D1C96CDA3770}" dt="2026-05-31T06:23:00.887" v="2049" actId="478"/>
          <ac:spMkLst>
            <pc:docMk/>
            <pc:sldMk cId="557932335" sldId="12837"/>
            <ac:spMk id="76" creationId="{7BF7A708-BBE7-59F6-94FB-A09D704045F7}"/>
          </ac:spMkLst>
        </pc:spChg>
        <pc:spChg chg="del">
          <ac:chgData name="hyung jun jo" userId="eecbfa9617bcf066" providerId="LiveId" clId="{CED4A83C-449D-4884-BBE3-D1C96CDA3770}" dt="2026-05-31T06:23:00.887" v="2049" actId="478"/>
          <ac:spMkLst>
            <pc:docMk/>
            <pc:sldMk cId="557932335" sldId="12837"/>
            <ac:spMk id="79" creationId="{479306B9-1A4A-9AAA-07C6-5B000B333212}"/>
          </ac:spMkLst>
        </pc:spChg>
        <pc:spChg chg="add mod">
          <ac:chgData name="hyung jun jo" userId="eecbfa9617bcf066" providerId="LiveId" clId="{CED4A83C-449D-4884-BBE3-D1C96CDA3770}" dt="2026-05-31T07:21:46.092" v="3176" actId="1076"/>
          <ac:spMkLst>
            <pc:docMk/>
            <pc:sldMk cId="557932335" sldId="12837"/>
            <ac:spMk id="80" creationId="{4E300550-1FBB-C22D-3147-1AA24322EB8F}"/>
          </ac:spMkLst>
        </pc:spChg>
        <pc:spChg chg="add mod">
          <ac:chgData name="hyung jun jo" userId="eecbfa9617bcf066" providerId="LiveId" clId="{CED4A83C-449D-4884-BBE3-D1C96CDA3770}" dt="2026-05-31T08:06:28.727" v="4673" actId="20577"/>
          <ac:spMkLst>
            <pc:docMk/>
            <pc:sldMk cId="557932335" sldId="12837"/>
            <ac:spMk id="81" creationId="{24A321C5-E30D-D973-3CBC-61ECABB7E948}"/>
          </ac:spMkLst>
        </pc:spChg>
        <pc:spChg chg="del">
          <ac:chgData name="hyung jun jo" userId="eecbfa9617bcf066" providerId="LiveId" clId="{CED4A83C-449D-4884-BBE3-D1C96CDA3770}" dt="2026-05-31T06:23:00.887" v="2049" actId="478"/>
          <ac:spMkLst>
            <pc:docMk/>
            <pc:sldMk cId="557932335" sldId="12837"/>
            <ac:spMk id="82" creationId="{E5B6B468-F7D9-18B4-5DE0-383A462B5CDD}"/>
          </ac:spMkLst>
        </pc:spChg>
        <pc:spChg chg="add del mod">
          <ac:chgData name="hyung jun jo" userId="eecbfa9617bcf066" providerId="LiveId" clId="{CED4A83C-449D-4884-BBE3-D1C96CDA3770}" dt="2026-05-31T07:13:11.404" v="3081" actId="478"/>
          <ac:spMkLst>
            <pc:docMk/>
            <pc:sldMk cId="557932335" sldId="12837"/>
            <ac:spMk id="84" creationId="{345FD439-1AF3-282C-C01C-80981D7B5ED7}"/>
          </ac:spMkLst>
        </pc:spChg>
        <pc:spChg chg="add mod">
          <ac:chgData name="hyung jun jo" userId="eecbfa9617bcf066" providerId="LiveId" clId="{CED4A83C-449D-4884-BBE3-D1C96CDA3770}" dt="2026-05-31T07:21:46.092" v="3176" actId="1076"/>
          <ac:spMkLst>
            <pc:docMk/>
            <pc:sldMk cId="557932335" sldId="12837"/>
            <ac:spMk id="85" creationId="{5754F437-2839-6049-6F1F-847ECC40F1EC}"/>
          </ac:spMkLst>
        </pc:spChg>
        <pc:grpChg chg="add mod">
          <ac:chgData name="hyung jun jo" userId="eecbfa9617bcf066" providerId="LiveId" clId="{CED4A83C-449D-4884-BBE3-D1C96CDA3770}" dt="2026-05-31T08:02:22.668" v="4553" actId="1076"/>
          <ac:grpSpMkLst>
            <pc:docMk/>
            <pc:sldMk cId="557932335" sldId="12837"/>
            <ac:grpSpMk id="29" creationId="{B433A72F-B4E7-1A40-99B6-E954C730F0DA}"/>
          </ac:grpSpMkLst>
        </pc:grpChg>
        <pc:picChg chg="add mod">
          <ac:chgData name="hyung jun jo" userId="eecbfa9617bcf066" providerId="LiveId" clId="{CED4A83C-449D-4884-BBE3-D1C96CDA3770}" dt="2026-05-31T08:02:16.528" v="4551" actId="14100"/>
          <ac:picMkLst>
            <pc:docMk/>
            <pc:sldMk cId="557932335" sldId="12837"/>
            <ac:picMk id="14" creationId="{9EF52BD7-AF45-6E76-E30E-810AA2446194}"/>
          </ac:picMkLst>
        </pc:picChg>
        <pc:picChg chg="add del mod">
          <ac:chgData name="hyung jun jo" userId="eecbfa9617bcf066" providerId="LiveId" clId="{CED4A83C-449D-4884-BBE3-D1C96CDA3770}" dt="2026-05-31T07:16:11.481" v="3134" actId="478"/>
          <ac:picMkLst>
            <pc:docMk/>
            <pc:sldMk cId="557932335" sldId="12837"/>
            <ac:picMk id="26" creationId="{096145DC-4AB0-B578-3F1D-56E2F7D446E7}"/>
          </ac:picMkLst>
        </pc:picChg>
        <pc:picChg chg="add mod">
          <ac:chgData name="hyung jun jo" userId="eecbfa9617bcf066" providerId="LiveId" clId="{CED4A83C-449D-4884-BBE3-D1C96CDA3770}" dt="2026-05-31T07:11:27.068" v="2991" actId="571"/>
          <ac:picMkLst>
            <pc:docMk/>
            <pc:sldMk cId="557932335" sldId="12837"/>
            <ac:picMk id="67" creationId="{971EB22E-F16F-3872-B399-6D4AA9100833}"/>
          </ac:picMkLst>
        </pc:picChg>
        <pc:cxnChg chg="add mod">
          <ac:chgData name="hyung jun jo" userId="eecbfa9617bcf066" providerId="LiveId" clId="{CED4A83C-449D-4884-BBE3-D1C96CDA3770}" dt="2026-05-31T08:02:16.528" v="4551" actId="14100"/>
          <ac:cxnSpMkLst>
            <pc:docMk/>
            <pc:sldMk cId="557932335" sldId="12837"/>
            <ac:cxnSpMk id="21" creationId="{28FBE1ED-0EF2-0C5D-75E3-CAA1E5A2B8F6}"/>
          </ac:cxnSpMkLst>
        </pc:cxnChg>
        <pc:cxnChg chg="add mod">
          <ac:chgData name="hyung jun jo" userId="eecbfa9617bcf066" providerId="LiveId" clId="{CED4A83C-449D-4884-BBE3-D1C96CDA3770}" dt="2026-05-31T08:02:13.339" v="4550" actId="1076"/>
          <ac:cxnSpMkLst>
            <pc:docMk/>
            <pc:sldMk cId="557932335" sldId="12837"/>
            <ac:cxnSpMk id="47" creationId="{8660CAA8-9291-60BF-85BC-7351C5041C13}"/>
          </ac:cxnSpMkLst>
        </pc:cxnChg>
        <pc:cxnChg chg="add mod">
          <ac:chgData name="hyung jun jo" userId="eecbfa9617bcf066" providerId="LiveId" clId="{CED4A83C-449D-4884-BBE3-D1C96CDA3770}" dt="2026-05-31T08:02:13.339" v="4550" actId="1076"/>
          <ac:cxnSpMkLst>
            <pc:docMk/>
            <pc:sldMk cId="557932335" sldId="12837"/>
            <ac:cxnSpMk id="63" creationId="{378A5D60-CFCC-D2A9-3FDC-8B03FAFC84C9}"/>
          </ac:cxnSpMkLst>
        </pc:cxnChg>
        <pc:cxnChg chg="add mod">
          <ac:chgData name="hyung jun jo" userId="eecbfa9617bcf066" providerId="LiveId" clId="{CED4A83C-449D-4884-BBE3-D1C96CDA3770}" dt="2026-05-31T08:02:13.339" v="4550" actId="1076"/>
          <ac:cxnSpMkLst>
            <pc:docMk/>
            <pc:sldMk cId="557932335" sldId="12837"/>
            <ac:cxnSpMk id="65" creationId="{70D17699-B7C9-DC60-4932-5D7915889772}"/>
          </ac:cxnSpMkLst>
        </pc:cxnChg>
        <pc:cxnChg chg="add mod">
          <ac:chgData name="hyung jun jo" userId="eecbfa9617bcf066" providerId="LiveId" clId="{CED4A83C-449D-4884-BBE3-D1C96CDA3770}" dt="2026-05-31T08:02:16.528" v="4551" actId="14100"/>
          <ac:cxnSpMkLst>
            <pc:docMk/>
            <pc:sldMk cId="557932335" sldId="12837"/>
            <ac:cxnSpMk id="90" creationId="{539C69C5-8D71-A243-9CEE-142BDF30B4E8}"/>
          </ac:cxnSpMkLst>
        </pc:cxnChg>
        <pc:cxnChg chg="add mod">
          <ac:chgData name="hyung jun jo" userId="eecbfa9617bcf066" providerId="LiveId" clId="{CED4A83C-449D-4884-BBE3-D1C96CDA3770}" dt="2026-05-31T08:02:16.528" v="4551" actId="14100"/>
          <ac:cxnSpMkLst>
            <pc:docMk/>
            <pc:sldMk cId="557932335" sldId="12837"/>
            <ac:cxnSpMk id="91" creationId="{EADC9860-7CDF-F3E4-54CA-FBA35C200748}"/>
          </ac:cxnSpMkLst>
        </pc:cxnChg>
      </pc:sldChg>
      <pc:sldChg chg="add del modTransition setBg">
        <pc:chgData name="hyung jun jo" userId="eecbfa9617bcf066" providerId="LiveId" clId="{CED4A83C-449D-4884-BBE3-D1C96CDA3770}" dt="2026-05-31T08:27:14.773" v="5499" actId="47"/>
        <pc:sldMkLst>
          <pc:docMk/>
          <pc:sldMk cId="2167631222" sldId="12838"/>
        </pc:sldMkLst>
      </pc:sldChg>
      <pc:sldChg chg="addSp delSp add del mod setBg">
        <pc:chgData name="hyung jun jo" userId="eecbfa9617bcf066" providerId="LiveId" clId="{CED4A83C-449D-4884-BBE3-D1C96CDA3770}" dt="2026-05-31T07:18:05.502" v="3172" actId="47"/>
        <pc:sldMkLst>
          <pc:docMk/>
          <pc:sldMk cId="4240232003" sldId="12838"/>
        </pc:sldMkLst>
        <pc:picChg chg="add del">
          <ac:chgData name="hyung jun jo" userId="eecbfa9617bcf066" providerId="LiveId" clId="{CED4A83C-449D-4884-BBE3-D1C96CDA3770}" dt="2026-05-31T06:36:12.965" v="2210" actId="21"/>
          <ac:picMkLst>
            <pc:docMk/>
            <pc:sldMk cId="4240232003" sldId="12838"/>
            <ac:picMk id="8" creationId="{FDB8CEF4-F1CD-0C40-3394-EF8C91DCBFCB}"/>
          </ac:picMkLst>
        </pc:picChg>
      </pc:sldChg>
      <pc:sldChg chg="addSp delSp modSp add mod">
        <pc:chgData name="hyung jun jo" userId="eecbfa9617bcf066" providerId="LiveId" clId="{CED4A83C-449D-4884-BBE3-D1C96CDA3770}" dt="2026-05-31T08:41:51.018" v="5517" actId="1076"/>
        <pc:sldMkLst>
          <pc:docMk/>
          <pc:sldMk cId="169165916" sldId="12839"/>
        </pc:sldMkLst>
        <pc:spChg chg="del">
          <ac:chgData name="hyung jun jo" userId="eecbfa9617bcf066" providerId="LiveId" clId="{CED4A83C-449D-4884-BBE3-D1C96CDA3770}" dt="2026-05-31T07:32:13.830" v="3226" actId="478"/>
          <ac:spMkLst>
            <pc:docMk/>
            <pc:sldMk cId="169165916" sldId="12839"/>
            <ac:spMk id="2" creationId="{526ADEA8-79CF-E1CF-37D9-04BE6C35CDE9}"/>
          </ac:spMkLst>
        </pc:spChg>
        <pc:spChg chg="add mod">
          <ac:chgData name="hyung jun jo" userId="eecbfa9617bcf066" providerId="LiveId" clId="{CED4A83C-449D-4884-BBE3-D1C96CDA3770}" dt="2026-05-31T07:32:26.644" v="3227"/>
          <ac:spMkLst>
            <pc:docMk/>
            <pc:sldMk cId="169165916" sldId="12839"/>
            <ac:spMk id="3" creationId="{EAF91F82-B548-6F3D-60D1-16CC538EAF5A}"/>
          </ac:spMkLst>
        </pc:spChg>
        <pc:spChg chg="add mod">
          <ac:chgData name="hyung jun jo" userId="eecbfa9617bcf066" providerId="LiveId" clId="{CED4A83C-449D-4884-BBE3-D1C96CDA3770}" dt="2026-05-31T07:32:26.644" v="3227"/>
          <ac:spMkLst>
            <pc:docMk/>
            <pc:sldMk cId="169165916" sldId="12839"/>
            <ac:spMk id="4" creationId="{BB43EE44-73EC-1793-28AD-AF4A349D9EB1}"/>
          </ac:spMkLst>
        </pc:spChg>
        <pc:spChg chg="add del">
          <ac:chgData name="hyung jun jo" userId="eecbfa9617bcf066" providerId="LiveId" clId="{CED4A83C-449D-4884-BBE3-D1C96CDA3770}" dt="2026-05-31T07:23:56.344" v="3192" actId="478"/>
          <ac:spMkLst>
            <pc:docMk/>
            <pc:sldMk cId="169165916" sldId="12839"/>
            <ac:spMk id="8" creationId="{7B4D4441-A2D9-B62E-FDC7-1D6245A739B5}"/>
          </ac:spMkLst>
        </pc:spChg>
        <pc:spChg chg="mod">
          <ac:chgData name="hyung jun jo" userId="eecbfa9617bcf066" providerId="LiveId" clId="{CED4A83C-449D-4884-BBE3-D1C96CDA3770}" dt="2026-05-31T07:32:26.644" v="3227"/>
          <ac:spMkLst>
            <pc:docMk/>
            <pc:sldMk cId="169165916" sldId="12839"/>
            <ac:spMk id="10" creationId="{EADD52DF-35E7-6910-FCFB-FA86A9560142}"/>
          </ac:spMkLst>
        </pc:spChg>
        <pc:spChg chg="mod">
          <ac:chgData name="hyung jun jo" userId="eecbfa9617bcf066" providerId="LiveId" clId="{CED4A83C-449D-4884-BBE3-D1C96CDA3770}" dt="2026-05-31T07:32:26.644" v="3227"/>
          <ac:spMkLst>
            <pc:docMk/>
            <pc:sldMk cId="169165916" sldId="12839"/>
            <ac:spMk id="11" creationId="{442B08E3-2BF9-0E59-44E0-B7AA9DAA676D}"/>
          </ac:spMkLst>
        </pc:spChg>
        <pc:spChg chg="mod">
          <ac:chgData name="hyung jun jo" userId="eecbfa9617bcf066" providerId="LiveId" clId="{CED4A83C-449D-4884-BBE3-D1C96CDA3770}" dt="2026-05-31T07:41:04.906" v="3448" actId="207"/>
          <ac:spMkLst>
            <pc:docMk/>
            <pc:sldMk cId="169165916" sldId="12839"/>
            <ac:spMk id="16" creationId="{F71C4343-2479-5614-D90B-0A34877A8F0D}"/>
          </ac:spMkLst>
        </pc:spChg>
        <pc:spChg chg="mod">
          <ac:chgData name="hyung jun jo" userId="eecbfa9617bcf066" providerId="LiveId" clId="{CED4A83C-449D-4884-BBE3-D1C96CDA3770}" dt="2026-05-31T07:24:03.842" v="3207" actId="20577"/>
          <ac:spMkLst>
            <pc:docMk/>
            <pc:sldMk cId="169165916" sldId="12839"/>
            <ac:spMk id="17" creationId="{B9289064-C4C4-1C1A-2187-8CD25D21A727}"/>
          </ac:spMkLst>
        </pc:spChg>
        <pc:spChg chg="mod">
          <ac:chgData name="hyung jun jo" userId="eecbfa9617bcf066" providerId="LiveId" clId="{CED4A83C-449D-4884-BBE3-D1C96CDA3770}" dt="2026-05-31T07:24:05.950" v="3208" actId="20577"/>
          <ac:spMkLst>
            <pc:docMk/>
            <pc:sldMk cId="169165916" sldId="12839"/>
            <ac:spMk id="19" creationId="{E1DFDA1C-EDD2-FC7F-A743-A571BE6D7734}"/>
          </ac:spMkLst>
        </pc:spChg>
        <pc:spChg chg="add mod">
          <ac:chgData name="hyung jun jo" userId="eecbfa9617bcf066" providerId="LiveId" clId="{CED4A83C-449D-4884-BBE3-D1C96CDA3770}" dt="2026-05-31T07:32:26.644" v="3227"/>
          <ac:spMkLst>
            <pc:docMk/>
            <pc:sldMk cId="169165916" sldId="12839"/>
            <ac:spMk id="20" creationId="{93AC863E-CC15-1AFA-814F-2C6DC7E912DD}"/>
          </ac:spMkLst>
        </pc:spChg>
        <pc:spChg chg="add mod">
          <ac:chgData name="hyung jun jo" userId="eecbfa9617bcf066" providerId="LiveId" clId="{CED4A83C-449D-4884-BBE3-D1C96CDA3770}" dt="2026-05-31T07:32:26.644" v="3227"/>
          <ac:spMkLst>
            <pc:docMk/>
            <pc:sldMk cId="169165916" sldId="12839"/>
            <ac:spMk id="23" creationId="{4F62854D-DACD-E5D7-4CFC-BA54167EED52}"/>
          </ac:spMkLst>
        </pc:spChg>
        <pc:spChg chg="add mod">
          <ac:chgData name="hyung jun jo" userId="eecbfa9617bcf066" providerId="LiveId" clId="{CED4A83C-449D-4884-BBE3-D1C96CDA3770}" dt="2026-05-31T07:32:26.644" v="3227"/>
          <ac:spMkLst>
            <pc:docMk/>
            <pc:sldMk cId="169165916" sldId="12839"/>
            <ac:spMk id="24" creationId="{5141D0F0-ACE6-2FB1-6462-91140040CFBC}"/>
          </ac:spMkLst>
        </pc:spChg>
        <pc:spChg chg="add mod">
          <ac:chgData name="hyung jun jo" userId="eecbfa9617bcf066" providerId="LiveId" clId="{CED4A83C-449D-4884-BBE3-D1C96CDA3770}" dt="2026-05-31T07:32:26.644" v="3227"/>
          <ac:spMkLst>
            <pc:docMk/>
            <pc:sldMk cId="169165916" sldId="12839"/>
            <ac:spMk id="25" creationId="{377009F3-1922-8967-82D5-994D6122B61E}"/>
          </ac:spMkLst>
        </pc:spChg>
        <pc:spChg chg="add mod">
          <ac:chgData name="hyung jun jo" userId="eecbfa9617bcf066" providerId="LiveId" clId="{CED4A83C-449D-4884-BBE3-D1C96CDA3770}" dt="2026-05-31T07:32:26.644" v="3227"/>
          <ac:spMkLst>
            <pc:docMk/>
            <pc:sldMk cId="169165916" sldId="12839"/>
            <ac:spMk id="27" creationId="{684B45DF-9E69-4BD2-7465-834942C31DEC}"/>
          </ac:spMkLst>
        </pc:spChg>
        <pc:spChg chg="add del">
          <ac:chgData name="hyung jun jo" userId="eecbfa9617bcf066" providerId="LiveId" clId="{CED4A83C-449D-4884-BBE3-D1C96CDA3770}" dt="2026-05-31T07:23:56.344" v="3192" actId="478"/>
          <ac:spMkLst>
            <pc:docMk/>
            <pc:sldMk cId="169165916" sldId="12839"/>
            <ac:spMk id="33" creationId="{BA37E99C-658F-B27C-7B3A-487CD77619A6}"/>
          </ac:spMkLst>
        </pc:spChg>
        <pc:spChg chg="add del">
          <ac:chgData name="hyung jun jo" userId="eecbfa9617bcf066" providerId="LiveId" clId="{CED4A83C-449D-4884-BBE3-D1C96CDA3770}" dt="2026-05-31T07:23:56.344" v="3192" actId="478"/>
          <ac:spMkLst>
            <pc:docMk/>
            <pc:sldMk cId="169165916" sldId="12839"/>
            <ac:spMk id="34" creationId="{F0664084-AD4E-CD25-4B97-CABF3C903ECD}"/>
          </ac:spMkLst>
        </pc:spChg>
        <pc:spChg chg="add del">
          <ac:chgData name="hyung jun jo" userId="eecbfa9617bcf066" providerId="LiveId" clId="{CED4A83C-449D-4884-BBE3-D1C96CDA3770}" dt="2026-05-31T07:23:56.344" v="3192" actId="478"/>
          <ac:spMkLst>
            <pc:docMk/>
            <pc:sldMk cId="169165916" sldId="12839"/>
            <ac:spMk id="36" creationId="{5FD472B1-9CC8-B99A-CF57-23CD7EDAA9C4}"/>
          </ac:spMkLst>
        </pc:spChg>
        <pc:spChg chg="add del">
          <ac:chgData name="hyung jun jo" userId="eecbfa9617bcf066" providerId="LiveId" clId="{CED4A83C-449D-4884-BBE3-D1C96CDA3770}" dt="2026-05-31T07:23:56.344" v="3192" actId="478"/>
          <ac:spMkLst>
            <pc:docMk/>
            <pc:sldMk cId="169165916" sldId="12839"/>
            <ac:spMk id="40" creationId="{3D13251B-E7D1-E25A-9736-5671C6291299}"/>
          </ac:spMkLst>
        </pc:spChg>
        <pc:spChg chg="add del">
          <ac:chgData name="hyung jun jo" userId="eecbfa9617bcf066" providerId="LiveId" clId="{CED4A83C-449D-4884-BBE3-D1C96CDA3770}" dt="2026-05-31T07:23:56.344" v="3192" actId="478"/>
          <ac:spMkLst>
            <pc:docMk/>
            <pc:sldMk cId="169165916" sldId="12839"/>
            <ac:spMk id="41" creationId="{70AF5DBB-D5FA-A5BE-FC27-D8044567A2AF}"/>
          </ac:spMkLst>
        </pc:spChg>
        <pc:spChg chg="add del">
          <ac:chgData name="hyung jun jo" userId="eecbfa9617bcf066" providerId="LiveId" clId="{CED4A83C-449D-4884-BBE3-D1C96CDA3770}" dt="2026-05-31T07:23:56.344" v="3192" actId="478"/>
          <ac:spMkLst>
            <pc:docMk/>
            <pc:sldMk cId="169165916" sldId="12839"/>
            <ac:spMk id="42" creationId="{0FB58C33-CDB4-6E0A-38D0-4B8B19B41391}"/>
          </ac:spMkLst>
        </pc:spChg>
        <pc:spChg chg="add mod">
          <ac:chgData name="hyung jun jo" userId="eecbfa9617bcf066" providerId="LiveId" clId="{CED4A83C-449D-4884-BBE3-D1C96CDA3770}" dt="2026-05-31T07:32:26.644" v="3227"/>
          <ac:spMkLst>
            <pc:docMk/>
            <pc:sldMk cId="169165916" sldId="12839"/>
            <ac:spMk id="43" creationId="{F77BEBCA-DCA5-C5AB-E54D-045FFFF604B9}"/>
          </ac:spMkLst>
        </pc:spChg>
        <pc:spChg chg="add mod topLvl">
          <ac:chgData name="hyung jun jo" userId="eecbfa9617bcf066" providerId="LiveId" clId="{CED4A83C-449D-4884-BBE3-D1C96CDA3770}" dt="2026-05-31T08:16:50.267" v="4862" actId="2085"/>
          <ac:spMkLst>
            <pc:docMk/>
            <pc:sldMk cId="169165916" sldId="12839"/>
            <ac:spMk id="44" creationId="{D3C410BC-D3CB-0EC8-15AD-DDB57293EF22}"/>
          </ac:spMkLst>
        </pc:spChg>
        <pc:spChg chg="add mod topLvl">
          <ac:chgData name="hyung jun jo" userId="eecbfa9617bcf066" providerId="LiveId" clId="{CED4A83C-449D-4884-BBE3-D1C96CDA3770}" dt="2026-05-31T07:52:00.309" v="4185" actId="1076"/>
          <ac:spMkLst>
            <pc:docMk/>
            <pc:sldMk cId="169165916" sldId="12839"/>
            <ac:spMk id="45" creationId="{8AF78A8E-53AC-045E-9CFA-ECBA6D11A66F}"/>
          </ac:spMkLst>
        </pc:spChg>
        <pc:spChg chg="mod">
          <ac:chgData name="hyung jun jo" userId="eecbfa9617bcf066" providerId="LiveId" clId="{CED4A83C-449D-4884-BBE3-D1C96CDA3770}" dt="2026-05-31T07:32:30.222" v="3228"/>
          <ac:spMkLst>
            <pc:docMk/>
            <pc:sldMk cId="169165916" sldId="12839"/>
            <ac:spMk id="49" creationId="{B6A427AA-28DA-95CB-C047-6DF5F5775178}"/>
          </ac:spMkLst>
        </pc:spChg>
        <pc:spChg chg="mod">
          <ac:chgData name="hyung jun jo" userId="eecbfa9617bcf066" providerId="LiveId" clId="{CED4A83C-449D-4884-BBE3-D1C96CDA3770}" dt="2026-05-31T07:32:30.222" v="3228"/>
          <ac:spMkLst>
            <pc:docMk/>
            <pc:sldMk cId="169165916" sldId="12839"/>
            <ac:spMk id="50" creationId="{1B8AE5BA-15C7-2EAD-2049-5B4B68BDE3A1}"/>
          </ac:spMkLst>
        </pc:spChg>
        <pc:spChg chg="add del mod">
          <ac:chgData name="hyung jun jo" userId="eecbfa9617bcf066" providerId="LiveId" clId="{CED4A83C-449D-4884-BBE3-D1C96CDA3770}" dt="2026-05-31T07:32:35.757" v="3229" actId="478"/>
          <ac:spMkLst>
            <pc:docMk/>
            <pc:sldMk cId="169165916" sldId="12839"/>
            <ac:spMk id="51" creationId="{83C84FFE-3F9C-A03D-3959-438BE636857D}"/>
          </ac:spMkLst>
        </pc:spChg>
        <pc:spChg chg="add del mod">
          <ac:chgData name="hyung jun jo" userId="eecbfa9617bcf066" providerId="LiveId" clId="{CED4A83C-449D-4884-BBE3-D1C96CDA3770}" dt="2026-05-31T07:32:46.513" v="3235" actId="478"/>
          <ac:spMkLst>
            <pc:docMk/>
            <pc:sldMk cId="169165916" sldId="12839"/>
            <ac:spMk id="53" creationId="{A5D6CAA0-0838-22EB-3E1A-3B2C0A666053}"/>
          </ac:spMkLst>
        </pc:spChg>
        <pc:spChg chg="add del mod">
          <ac:chgData name="hyung jun jo" userId="eecbfa9617bcf066" providerId="LiveId" clId="{CED4A83C-449D-4884-BBE3-D1C96CDA3770}" dt="2026-05-31T07:32:46.513" v="3235" actId="478"/>
          <ac:spMkLst>
            <pc:docMk/>
            <pc:sldMk cId="169165916" sldId="12839"/>
            <ac:spMk id="54" creationId="{0FDBED64-B7D2-20B7-1D17-DD02994F3993}"/>
          </ac:spMkLst>
        </pc:spChg>
        <pc:spChg chg="add del mod">
          <ac:chgData name="hyung jun jo" userId="eecbfa9617bcf066" providerId="LiveId" clId="{CED4A83C-449D-4884-BBE3-D1C96CDA3770}" dt="2026-05-31T07:32:46.513" v="3235" actId="478"/>
          <ac:spMkLst>
            <pc:docMk/>
            <pc:sldMk cId="169165916" sldId="12839"/>
            <ac:spMk id="55" creationId="{C324F8E8-C8F0-CD42-6BE6-8A2FCED488FD}"/>
          </ac:spMkLst>
        </pc:spChg>
        <pc:spChg chg="add del mod">
          <ac:chgData name="hyung jun jo" userId="eecbfa9617bcf066" providerId="LiveId" clId="{CED4A83C-449D-4884-BBE3-D1C96CDA3770}" dt="2026-05-31T07:32:44.278" v="3233" actId="478"/>
          <ac:spMkLst>
            <pc:docMk/>
            <pc:sldMk cId="169165916" sldId="12839"/>
            <ac:spMk id="56" creationId="{149BBB58-5BE9-CA5E-FC17-0D535FA9C902}"/>
          </ac:spMkLst>
        </pc:spChg>
        <pc:spChg chg="add del mod">
          <ac:chgData name="hyung jun jo" userId="eecbfa9617bcf066" providerId="LiveId" clId="{CED4A83C-449D-4884-BBE3-D1C96CDA3770}" dt="2026-05-31T07:32:44.278" v="3233" actId="478"/>
          <ac:spMkLst>
            <pc:docMk/>
            <pc:sldMk cId="169165916" sldId="12839"/>
            <ac:spMk id="57" creationId="{C0B05242-DE75-9888-1DF6-DD6A353A7319}"/>
          </ac:spMkLst>
        </pc:spChg>
        <pc:spChg chg="add del mod">
          <ac:chgData name="hyung jun jo" userId="eecbfa9617bcf066" providerId="LiveId" clId="{CED4A83C-449D-4884-BBE3-D1C96CDA3770}" dt="2026-05-31T07:32:44.278" v="3233" actId="478"/>
          <ac:spMkLst>
            <pc:docMk/>
            <pc:sldMk cId="169165916" sldId="12839"/>
            <ac:spMk id="59" creationId="{DD89E32C-37F7-1F5D-BF07-8BA74A50C95F}"/>
          </ac:spMkLst>
        </pc:spChg>
        <pc:spChg chg="del mod">
          <ac:chgData name="hyung jun jo" userId="eecbfa9617bcf066" providerId="LiveId" clId="{CED4A83C-449D-4884-BBE3-D1C96CDA3770}" dt="2026-05-31T07:32:45.057" v="3234" actId="478"/>
          <ac:spMkLst>
            <pc:docMk/>
            <pc:sldMk cId="169165916" sldId="12839"/>
            <ac:spMk id="61" creationId="{FCE99C5A-3947-AABA-E57A-7EE69EBA2181}"/>
          </ac:spMkLst>
        </pc:spChg>
        <pc:spChg chg="add del">
          <ac:chgData name="hyung jun jo" userId="eecbfa9617bcf066" providerId="LiveId" clId="{CED4A83C-449D-4884-BBE3-D1C96CDA3770}" dt="2026-05-31T07:23:56.344" v="3192" actId="478"/>
          <ac:spMkLst>
            <pc:docMk/>
            <pc:sldMk cId="169165916" sldId="12839"/>
            <ac:spMk id="62" creationId="{3D71C267-A3F7-7665-865E-544053981020}"/>
          </ac:spMkLst>
        </pc:spChg>
        <pc:spChg chg="add del">
          <ac:chgData name="hyung jun jo" userId="eecbfa9617bcf066" providerId="LiveId" clId="{CED4A83C-449D-4884-BBE3-D1C96CDA3770}" dt="2026-05-31T07:23:56.344" v="3192" actId="478"/>
          <ac:spMkLst>
            <pc:docMk/>
            <pc:sldMk cId="169165916" sldId="12839"/>
            <ac:spMk id="64" creationId="{DB81055D-1845-6DCD-423F-2744B07A769F}"/>
          </ac:spMkLst>
        </pc:spChg>
        <pc:spChg chg="mod">
          <ac:chgData name="hyung jun jo" userId="eecbfa9617bcf066" providerId="LiveId" clId="{CED4A83C-449D-4884-BBE3-D1C96CDA3770}" dt="2026-05-31T07:35:42.910" v="3267" actId="2085"/>
          <ac:spMkLst>
            <pc:docMk/>
            <pc:sldMk cId="169165916" sldId="12839"/>
            <ac:spMk id="71" creationId="{48C2CB21-B0F1-0769-C89E-811151A72E74}"/>
          </ac:spMkLst>
        </pc:spChg>
        <pc:spChg chg="mod">
          <ac:chgData name="hyung jun jo" userId="eecbfa9617bcf066" providerId="LiveId" clId="{CED4A83C-449D-4884-BBE3-D1C96CDA3770}" dt="2026-05-31T07:35:24.979" v="3265" actId="1076"/>
          <ac:spMkLst>
            <pc:docMk/>
            <pc:sldMk cId="169165916" sldId="12839"/>
            <ac:spMk id="72" creationId="{B1C6550C-8CE1-CCE5-D2D9-346031BF6B97}"/>
          </ac:spMkLst>
        </pc:spChg>
        <pc:spChg chg="add mod">
          <ac:chgData name="hyung jun jo" userId="eecbfa9617bcf066" providerId="LiveId" clId="{CED4A83C-449D-4884-BBE3-D1C96CDA3770}" dt="2026-05-31T07:52:00.309" v="4185" actId="1076"/>
          <ac:spMkLst>
            <pc:docMk/>
            <pc:sldMk cId="169165916" sldId="12839"/>
            <ac:spMk id="74" creationId="{234B79C4-85BB-91B7-8161-AE42296FA85C}"/>
          </ac:spMkLst>
        </pc:spChg>
        <pc:spChg chg="add mod">
          <ac:chgData name="hyung jun jo" userId="eecbfa9617bcf066" providerId="LiveId" clId="{CED4A83C-449D-4884-BBE3-D1C96CDA3770}" dt="2026-05-31T07:52:00.309" v="4185" actId="1076"/>
          <ac:spMkLst>
            <pc:docMk/>
            <pc:sldMk cId="169165916" sldId="12839"/>
            <ac:spMk id="75" creationId="{00803D83-2993-3571-AEFA-A9C47FB443E2}"/>
          </ac:spMkLst>
        </pc:spChg>
        <pc:spChg chg="add mod">
          <ac:chgData name="hyung jun jo" userId="eecbfa9617bcf066" providerId="LiveId" clId="{CED4A83C-449D-4884-BBE3-D1C96CDA3770}" dt="2026-05-31T08:05:23.191" v="4643" actId="20577"/>
          <ac:spMkLst>
            <pc:docMk/>
            <pc:sldMk cId="169165916" sldId="12839"/>
            <ac:spMk id="76" creationId="{53C215E3-FDC9-AFE0-3DDB-ADEFCB55B6FB}"/>
          </ac:spMkLst>
        </pc:spChg>
        <pc:spChg chg="add mod">
          <ac:chgData name="hyung jun jo" userId="eecbfa9617bcf066" providerId="LiveId" clId="{CED4A83C-449D-4884-BBE3-D1C96CDA3770}" dt="2026-05-31T07:53:43.727" v="4242" actId="20577"/>
          <ac:spMkLst>
            <pc:docMk/>
            <pc:sldMk cId="169165916" sldId="12839"/>
            <ac:spMk id="77" creationId="{A5931309-0DF1-63C9-438D-5D9563F5297A}"/>
          </ac:spMkLst>
        </pc:spChg>
        <pc:spChg chg="add mod">
          <ac:chgData name="hyung jun jo" userId="eecbfa9617bcf066" providerId="LiveId" clId="{CED4A83C-449D-4884-BBE3-D1C96CDA3770}" dt="2026-05-31T08:41:48.912" v="5514" actId="1076"/>
          <ac:spMkLst>
            <pc:docMk/>
            <pc:sldMk cId="169165916" sldId="12839"/>
            <ac:spMk id="78" creationId="{7FED74B3-5D59-D848-52F9-38CFFBDBAFFE}"/>
          </ac:spMkLst>
        </pc:spChg>
        <pc:spChg chg="add del">
          <ac:chgData name="hyung jun jo" userId="eecbfa9617bcf066" providerId="LiveId" clId="{CED4A83C-449D-4884-BBE3-D1C96CDA3770}" dt="2026-05-31T07:23:56.344" v="3192" actId="478"/>
          <ac:spMkLst>
            <pc:docMk/>
            <pc:sldMk cId="169165916" sldId="12839"/>
            <ac:spMk id="80" creationId="{BB6D6C64-78A5-7E31-560B-CE1F6D0AEA5A}"/>
          </ac:spMkLst>
        </pc:spChg>
        <pc:spChg chg="add mod ord">
          <ac:chgData name="hyung jun jo" userId="eecbfa9617bcf066" providerId="LiveId" clId="{CED4A83C-449D-4884-BBE3-D1C96CDA3770}" dt="2026-05-31T08:12:36.470" v="4752" actId="14100"/>
          <ac:spMkLst>
            <pc:docMk/>
            <pc:sldMk cId="169165916" sldId="12839"/>
            <ac:spMk id="84" creationId="{9BC36AEC-5A38-3A71-168B-FDC16B19BD03}"/>
          </ac:spMkLst>
        </pc:spChg>
        <pc:spChg chg="add mod">
          <ac:chgData name="hyung jun jo" userId="eecbfa9617bcf066" providerId="LiveId" clId="{CED4A83C-449D-4884-BBE3-D1C96CDA3770}" dt="2026-05-31T08:14:20.365" v="4854" actId="1076"/>
          <ac:spMkLst>
            <pc:docMk/>
            <pc:sldMk cId="169165916" sldId="12839"/>
            <ac:spMk id="86" creationId="{29E62F3E-4366-6CF6-A3C0-D07ABB205E35}"/>
          </ac:spMkLst>
        </pc:spChg>
        <pc:spChg chg="add mod">
          <ac:chgData name="hyung jun jo" userId="eecbfa9617bcf066" providerId="LiveId" clId="{CED4A83C-449D-4884-BBE3-D1C96CDA3770}" dt="2026-05-31T08:14:20.365" v="4854" actId="1076"/>
          <ac:spMkLst>
            <pc:docMk/>
            <pc:sldMk cId="169165916" sldId="12839"/>
            <ac:spMk id="87" creationId="{9F5E69E2-9635-4EB7-E935-FCA08C37DC0E}"/>
          </ac:spMkLst>
        </pc:spChg>
        <pc:spChg chg="add mod">
          <ac:chgData name="hyung jun jo" userId="eecbfa9617bcf066" providerId="LiveId" clId="{CED4A83C-449D-4884-BBE3-D1C96CDA3770}" dt="2026-05-31T08:14:37.174" v="4858" actId="1076"/>
          <ac:spMkLst>
            <pc:docMk/>
            <pc:sldMk cId="169165916" sldId="12839"/>
            <ac:spMk id="88" creationId="{5305BE25-048A-13E4-BD10-12D38CA30357}"/>
          </ac:spMkLst>
        </pc:spChg>
        <pc:spChg chg="add mod">
          <ac:chgData name="hyung jun jo" userId="eecbfa9617bcf066" providerId="LiveId" clId="{CED4A83C-449D-4884-BBE3-D1C96CDA3770}" dt="2026-05-31T08:20:40.930" v="5152" actId="20577"/>
          <ac:spMkLst>
            <pc:docMk/>
            <pc:sldMk cId="169165916" sldId="12839"/>
            <ac:spMk id="89" creationId="{AD73D17F-36B5-25CD-2AD3-8DFC725D5049}"/>
          </ac:spMkLst>
        </pc:spChg>
        <pc:spChg chg="add mod">
          <ac:chgData name="hyung jun jo" userId="eecbfa9617bcf066" providerId="LiveId" clId="{CED4A83C-449D-4884-BBE3-D1C96CDA3770}" dt="2026-05-31T08:15:41.880" v="4860" actId="1076"/>
          <ac:spMkLst>
            <pc:docMk/>
            <pc:sldMk cId="169165916" sldId="12839"/>
            <ac:spMk id="90" creationId="{6BFC9B4A-A577-B5EA-E899-ECB25C65ACBD}"/>
          </ac:spMkLst>
        </pc:spChg>
        <pc:spChg chg="add mod">
          <ac:chgData name="hyung jun jo" userId="eecbfa9617bcf066" providerId="LiveId" clId="{CED4A83C-449D-4884-BBE3-D1C96CDA3770}" dt="2026-05-31T08:15:41.880" v="4860" actId="1076"/>
          <ac:spMkLst>
            <pc:docMk/>
            <pc:sldMk cId="169165916" sldId="12839"/>
            <ac:spMk id="91" creationId="{DEDAD0E4-D654-398D-7D07-E8AC98BCA559}"/>
          </ac:spMkLst>
        </pc:spChg>
        <pc:spChg chg="add mod">
          <ac:chgData name="hyung jun jo" userId="eecbfa9617bcf066" providerId="LiveId" clId="{CED4A83C-449D-4884-BBE3-D1C96CDA3770}" dt="2026-05-31T08:22:09.929" v="5244" actId="207"/>
          <ac:spMkLst>
            <pc:docMk/>
            <pc:sldMk cId="169165916" sldId="12839"/>
            <ac:spMk id="93" creationId="{811F7B60-F15A-03C6-4D8B-C044D392E234}"/>
          </ac:spMkLst>
        </pc:spChg>
        <pc:spChg chg="add mod">
          <ac:chgData name="hyung jun jo" userId="eecbfa9617bcf066" providerId="LiveId" clId="{CED4A83C-449D-4884-BBE3-D1C96CDA3770}" dt="2026-05-31T08:16:38.623" v="4861" actId="571"/>
          <ac:spMkLst>
            <pc:docMk/>
            <pc:sldMk cId="169165916" sldId="12839"/>
            <ac:spMk id="94" creationId="{09F055CA-72BE-5522-0C92-8ACFB134913B}"/>
          </ac:spMkLst>
        </pc:spChg>
        <pc:spChg chg="add mod">
          <ac:chgData name="hyung jun jo" userId="eecbfa9617bcf066" providerId="LiveId" clId="{CED4A83C-449D-4884-BBE3-D1C96CDA3770}" dt="2026-05-31T08:26:07.339" v="5495" actId="20577"/>
          <ac:spMkLst>
            <pc:docMk/>
            <pc:sldMk cId="169165916" sldId="12839"/>
            <ac:spMk id="95" creationId="{B76BA637-A16A-AAB8-EE20-E033668130BE}"/>
          </ac:spMkLst>
        </pc:spChg>
        <pc:spChg chg="add mod">
          <ac:chgData name="hyung jun jo" userId="eecbfa9617bcf066" providerId="LiveId" clId="{CED4A83C-449D-4884-BBE3-D1C96CDA3770}" dt="2026-05-31T08:16:38.623" v="4861" actId="571"/>
          <ac:spMkLst>
            <pc:docMk/>
            <pc:sldMk cId="169165916" sldId="12839"/>
            <ac:spMk id="96" creationId="{2E217853-45AB-A0B3-39D5-F808A457C2FA}"/>
          </ac:spMkLst>
        </pc:spChg>
        <pc:spChg chg="add mod">
          <ac:chgData name="hyung jun jo" userId="eecbfa9617bcf066" providerId="LiveId" clId="{CED4A83C-449D-4884-BBE3-D1C96CDA3770}" dt="2026-05-31T08:22:09.929" v="5244" actId="207"/>
          <ac:spMkLst>
            <pc:docMk/>
            <pc:sldMk cId="169165916" sldId="12839"/>
            <ac:spMk id="97" creationId="{31877280-8191-0DF1-52CF-C83E687F4B39}"/>
          </ac:spMkLst>
        </pc:spChg>
        <pc:spChg chg="add mod">
          <ac:chgData name="hyung jun jo" userId="eecbfa9617bcf066" providerId="LiveId" clId="{CED4A83C-449D-4884-BBE3-D1C96CDA3770}" dt="2026-05-31T08:16:38.623" v="4861" actId="571"/>
          <ac:spMkLst>
            <pc:docMk/>
            <pc:sldMk cId="169165916" sldId="12839"/>
            <ac:spMk id="98" creationId="{AF25538F-6532-3E0E-506D-54E69E0B4E9E}"/>
          </ac:spMkLst>
        </pc:spChg>
        <pc:spChg chg="add mod">
          <ac:chgData name="hyung jun jo" userId="eecbfa9617bcf066" providerId="LiveId" clId="{CED4A83C-449D-4884-BBE3-D1C96CDA3770}" dt="2026-05-31T08:22:12.941" v="5245" actId="207"/>
          <ac:spMkLst>
            <pc:docMk/>
            <pc:sldMk cId="169165916" sldId="12839"/>
            <ac:spMk id="99" creationId="{C5300AE2-DCC7-9597-2962-23E512E31A45}"/>
          </ac:spMkLst>
        </pc:spChg>
        <pc:grpChg chg="mod ord">
          <ac:chgData name="hyung jun jo" userId="eecbfa9617bcf066" providerId="LiveId" clId="{CED4A83C-449D-4884-BBE3-D1C96CDA3770}" dt="2026-05-31T07:52:00.309" v="4185" actId="1076"/>
          <ac:grpSpMkLst>
            <pc:docMk/>
            <pc:sldMk cId="169165916" sldId="12839"/>
            <ac:grpSpMk id="48" creationId="{A977C201-4988-4555-50F5-B823C5F2B3C9}"/>
          </ac:grpSpMkLst>
        </pc:grpChg>
        <pc:grpChg chg="add del mod">
          <ac:chgData name="hyung jun jo" userId="eecbfa9617bcf066" providerId="LiveId" clId="{CED4A83C-449D-4884-BBE3-D1C96CDA3770}" dt="2026-05-31T07:33:41.625" v="3245" actId="165"/>
          <ac:grpSpMkLst>
            <pc:docMk/>
            <pc:sldMk cId="169165916" sldId="12839"/>
            <ac:grpSpMk id="68" creationId="{87C1A001-A079-A62B-33E0-1EE3FA809D8F}"/>
          </ac:grpSpMkLst>
        </pc:grpChg>
        <pc:grpChg chg="add del mod">
          <ac:chgData name="hyung jun jo" userId="eecbfa9617bcf066" providerId="LiveId" clId="{CED4A83C-449D-4884-BBE3-D1C96CDA3770}" dt="2026-05-31T07:34:27.579" v="3252" actId="165"/>
          <ac:grpSpMkLst>
            <pc:docMk/>
            <pc:sldMk cId="169165916" sldId="12839"/>
            <ac:grpSpMk id="69" creationId="{CEC75A76-7E22-BF5B-2042-A7D5EE36D074}"/>
          </ac:grpSpMkLst>
        </pc:grpChg>
        <pc:grpChg chg="add del mod">
          <ac:chgData name="hyung jun jo" userId="eecbfa9617bcf066" providerId="LiveId" clId="{CED4A83C-449D-4884-BBE3-D1C96CDA3770}" dt="2026-05-31T07:36:34.340" v="3278" actId="478"/>
          <ac:grpSpMkLst>
            <pc:docMk/>
            <pc:sldMk cId="169165916" sldId="12839"/>
            <ac:grpSpMk id="70" creationId="{1F8688C1-7DFB-5F94-9C4A-A270CA392DD0}"/>
          </ac:grpSpMkLst>
        </pc:grpChg>
        <pc:graphicFrameChg chg="add mod modGraphic">
          <ac:chgData name="hyung jun jo" userId="eecbfa9617bcf066" providerId="LiveId" clId="{CED4A83C-449D-4884-BBE3-D1C96CDA3770}" dt="2026-05-31T08:21:16.040" v="5199"/>
          <ac:graphicFrameMkLst>
            <pc:docMk/>
            <pc:sldMk cId="169165916" sldId="12839"/>
            <ac:graphicFrameMk id="82" creationId="{93E4B90A-766A-870F-F87E-97C8E1EAE977}"/>
          </ac:graphicFrameMkLst>
        </pc:graphicFrameChg>
        <pc:graphicFrameChg chg="add mod modGraphic">
          <ac:chgData name="hyung jun jo" userId="eecbfa9617bcf066" providerId="LiveId" clId="{CED4A83C-449D-4884-BBE3-D1C96CDA3770}" dt="2026-05-31T08:25:01.811" v="5491"/>
          <ac:graphicFrameMkLst>
            <pc:docMk/>
            <pc:sldMk cId="169165916" sldId="12839"/>
            <ac:graphicFrameMk id="92" creationId="{56248071-8E0E-2F0A-C61F-BD779107E036}"/>
          </ac:graphicFrameMkLst>
        </pc:graphicFrameChg>
        <pc:picChg chg="del mod">
          <ac:chgData name="hyung jun jo" userId="eecbfa9617bcf066" providerId="LiveId" clId="{CED4A83C-449D-4884-BBE3-D1C96CDA3770}" dt="2026-05-31T07:38:05.425" v="3304" actId="478"/>
          <ac:picMkLst>
            <pc:docMk/>
            <pc:sldMk cId="169165916" sldId="12839"/>
            <ac:picMk id="52" creationId="{4C731DC3-1BC4-7611-C2BF-B6D5BB072C06}"/>
          </ac:picMkLst>
        </pc:picChg>
        <pc:picChg chg="add mod">
          <ac:chgData name="hyung jun jo" userId="eecbfa9617bcf066" providerId="LiveId" clId="{CED4A83C-449D-4884-BBE3-D1C96CDA3770}" dt="2026-05-31T08:41:51.018" v="5517" actId="1076"/>
          <ac:picMkLst>
            <pc:docMk/>
            <pc:sldMk cId="169165916" sldId="12839"/>
            <ac:picMk id="73" creationId="{93A796E5-55DE-3957-FC94-B6E0A45FE2CB}"/>
          </ac:picMkLst>
        </pc:picChg>
        <pc:picChg chg="add del mod">
          <ac:chgData name="hyung jun jo" userId="eecbfa9617bcf066" providerId="LiveId" clId="{CED4A83C-449D-4884-BBE3-D1C96CDA3770}" dt="2026-05-31T08:26:23.710" v="5496" actId="478"/>
          <ac:picMkLst>
            <pc:docMk/>
            <pc:sldMk cId="169165916" sldId="12839"/>
            <ac:picMk id="79" creationId="{49D491CE-8131-174E-6A26-4355D0E0FE96}"/>
          </ac:picMkLst>
        </pc:picChg>
        <pc:cxnChg chg="add del mod topLvl">
          <ac:chgData name="hyung jun jo" userId="eecbfa9617bcf066" providerId="LiveId" clId="{CED4A83C-449D-4884-BBE3-D1C96CDA3770}" dt="2026-05-31T07:52:00.309" v="4185" actId="1076"/>
          <ac:cxnSpMkLst>
            <pc:docMk/>
            <pc:sldMk cId="169165916" sldId="12839"/>
            <ac:cxnSpMk id="58" creationId="{0AB51A3E-66D2-B1D8-692C-70A477CD290C}"/>
          </ac:cxnSpMkLst>
        </pc:cxnChg>
      </pc:sldChg>
      <pc:sldChg chg="add setBg">
        <pc:chgData name="hyung jun jo" userId="eecbfa9617bcf066" providerId="LiveId" clId="{CED4A83C-449D-4884-BBE3-D1C96CDA3770}" dt="2026-05-31T08:39:00.113" v="5500"/>
        <pc:sldMkLst>
          <pc:docMk/>
          <pc:sldMk cId="2811311725" sldId="12840"/>
        </pc:sldMkLst>
      </pc:sldChg>
      <pc:sldChg chg="addSp delSp modSp add mod">
        <pc:chgData name="hyung jun jo" userId="eecbfa9617bcf066" providerId="LiveId" clId="{CED4A83C-449D-4884-BBE3-D1C96CDA3770}" dt="2026-05-31T08:55:01.316" v="5535" actId="1076"/>
        <pc:sldMkLst>
          <pc:docMk/>
          <pc:sldMk cId="3634123500" sldId="12841"/>
        </pc:sldMkLst>
        <pc:spChg chg="add mod">
          <ac:chgData name="hyung jun jo" userId="eecbfa9617bcf066" providerId="LiveId" clId="{CED4A83C-449D-4884-BBE3-D1C96CDA3770}" dt="2026-05-31T08:55:01.316" v="5535" actId="1076"/>
          <ac:spMkLst>
            <pc:docMk/>
            <pc:sldMk cId="3634123500" sldId="12841"/>
            <ac:spMk id="2" creationId="{A465E77E-8825-E875-135F-B444F54C5C22}"/>
          </ac:spMkLst>
        </pc:spChg>
        <pc:spChg chg="add mod">
          <ac:chgData name="hyung jun jo" userId="eecbfa9617bcf066" providerId="LiveId" clId="{CED4A83C-449D-4884-BBE3-D1C96CDA3770}" dt="2026-05-31T08:55:01.316" v="5535" actId="1076"/>
          <ac:spMkLst>
            <pc:docMk/>
            <pc:sldMk cId="3634123500" sldId="12841"/>
            <ac:spMk id="3" creationId="{566AFFF7-B462-C99F-7254-D0096B514F99}"/>
          </ac:spMkLst>
        </pc:spChg>
        <pc:spChg chg="add mod">
          <ac:chgData name="hyung jun jo" userId="eecbfa9617bcf066" providerId="LiveId" clId="{CED4A83C-449D-4884-BBE3-D1C96CDA3770}" dt="2026-05-31T08:54:55.508" v="5534" actId="1076"/>
          <ac:spMkLst>
            <pc:docMk/>
            <pc:sldMk cId="3634123500" sldId="12841"/>
            <ac:spMk id="4" creationId="{6AB684EA-F44B-ED37-AD0D-D0C18402068E}"/>
          </ac:spMkLst>
        </pc:spChg>
        <pc:spChg chg="add mod">
          <ac:chgData name="hyung jun jo" userId="eecbfa9617bcf066" providerId="LiveId" clId="{CED4A83C-449D-4884-BBE3-D1C96CDA3770}" dt="2026-05-31T08:54:44.563" v="5531" actId="20577"/>
          <ac:spMkLst>
            <pc:docMk/>
            <pc:sldMk cId="3634123500" sldId="12841"/>
            <ac:spMk id="5" creationId="{E43EED62-3E33-EBAB-03D6-A7D2A912B77B}"/>
          </ac:spMkLst>
        </pc:spChg>
        <pc:spChg chg="del">
          <ac:chgData name="hyung jun jo" userId="eecbfa9617bcf066" providerId="LiveId" clId="{CED4A83C-449D-4884-BBE3-D1C96CDA3770}" dt="2026-05-31T08:39:05.051" v="5502" actId="478"/>
          <ac:spMkLst>
            <pc:docMk/>
            <pc:sldMk cId="3634123500" sldId="12841"/>
            <ac:spMk id="45" creationId="{046BA23D-EFC7-6627-3BE1-C0371B691F4C}"/>
          </ac:spMkLst>
        </pc:spChg>
        <pc:spChg chg="del">
          <ac:chgData name="hyung jun jo" userId="eecbfa9617bcf066" providerId="LiveId" clId="{CED4A83C-449D-4884-BBE3-D1C96CDA3770}" dt="2026-05-31T08:39:05.051" v="5502" actId="478"/>
          <ac:spMkLst>
            <pc:docMk/>
            <pc:sldMk cId="3634123500" sldId="12841"/>
            <ac:spMk id="75" creationId="{D337C61D-00B6-780E-2D42-A4B10E09B07E}"/>
          </ac:spMkLst>
        </pc:spChg>
        <pc:spChg chg="del">
          <ac:chgData name="hyung jun jo" userId="eecbfa9617bcf066" providerId="LiveId" clId="{CED4A83C-449D-4884-BBE3-D1C96CDA3770}" dt="2026-05-31T08:39:05.051" v="5502" actId="478"/>
          <ac:spMkLst>
            <pc:docMk/>
            <pc:sldMk cId="3634123500" sldId="12841"/>
            <ac:spMk id="76" creationId="{F3E8F03C-100A-2C88-4475-0AF307BF9844}"/>
          </ac:spMkLst>
        </pc:spChg>
        <pc:spChg chg="del">
          <ac:chgData name="hyung jun jo" userId="eecbfa9617bcf066" providerId="LiveId" clId="{CED4A83C-449D-4884-BBE3-D1C96CDA3770}" dt="2026-05-31T08:54:29.680" v="5518" actId="478"/>
          <ac:spMkLst>
            <pc:docMk/>
            <pc:sldMk cId="3634123500" sldId="12841"/>
            <ac:spMk id="77" creationId="{3BE5B5C7-267F-EDF1-D967-26BB651D8407}"/>
          </ac:spMkLst>
        </pc:spChg>
        <pc:spChg chg="del">
          <ac:chgData name="hyung jun jo" userId="eecbfa9617bcf066" providerId="LiveId" clId="{CED4A83C-449D-4884-BBE3-D1C96CDA3770}" dt="2026-05-31T08:39:05.051" v="5502" actId="478"/>
          <ac:spMkLst>
            <pc:docMk/>
            <pc:sldMk cId="3634123500" sldId="12841"/>
            <ac:spMk id="78" creationId="{C76FBD1F-F4CC-F04A-BB67-D07DA557630F}"/>
          </ac:spMkLst>
        </pc:spChg>
        <pc:spChg chg="del">
          <ac:chgData name="hyung jun jo" userId="eecbfa9617bcf066" providerId="LiveId" clId="{CED4A83C-449D-4884-BBE3-D1C96CDA3770}" dt="2026-05-31T08:39:05.051" v="5502" actId="478"/>
          <ac:spMkLst>
            <pc:docMk/>
            <pc:sldMk cId="3634123500" sldId="12841"/>
            <ac:spMk id="84" creationId="{E40A3621-15FC-4452-F355-F08453745BA8}"/>
          </ac:spMkLst>
        </pc:spChg>
        <pc:spChg chg="del">
          <ac:chgData name="hyung jun jo" userId="eecbfa9617bcf066" providerId="LiveId" clId="{CED4A83C-449D-4884-BBE3-D1C96CDA3770}" dt="2026-05-31T08:39:05.051" v="5502" actId="478"/>
          <ac:spMkLst>
            <pc:docMk/>
            <pc:sldMk cId="3634123500" sldId="12841"/>
            <ac:spMk id="89" creationId="{6BB4737A-B76A-8916-37CF-0096D1564D54}"/>
          </ac:spMkLst>
        </pc:spChg>
        <pc:spChg chg="del">
          <ac:chgData name="hyung jun jo" userId="eecbfa9617bcf066" providerId="LiveId" clId="{CED4A83C-449D-4884-BBE3-D1C96CDA3770}" dt="2026-05-31T08:39:05.051" v="5502" actId="478"/>
          <ac:spMkLst>
            <pc:docMk/>
            <pc:sldMk cId="3634123500" sldId="12841"/>
            <ac:spMk id="93" creationId="{C4B248EF-A91D-C768-D961-9F851A6C6E35}"/>
          </ac:spMkLst>
        </pc:spChg>
        <pc:spChg chg="del">
          <ac:chgData name="hyung jun jo" userId="eecbfa9617bcf066" providerId="LiveId" clId="{CED4A83C-449D-4884-BBE3-D1C96CDA3770}" dt="2026-05-31T08:39:05.051" v="5502" actId="478"/>
          <ac:spMkLst>
            <pc:docMk/>
            <pc:sldMk cId="3634123500" sldId="12841"/>
            <ac:spMk id="95" creationId="{593A95EF-9ECB-6900-0ABB-B04E276C6D89}"/>
          </ac:spMkLst>
        </pc:spChg>
        <pc:spChg chg="del">
          <ac:chgData name="hyung jun jo" userId="eecbfa9617bcf066" providerId="LiveId" clId="{CED4A83C-449D-4884-BBE3-D1C96CDA3770}" dt="2026-05-31T08:39:05.051" v="5502" actId="478"/>
          <ac:spMkLst>
            <pc:docMk/>
            <pc:sldMk cId="3634123500" sldId="12841"/>
            <ac:spMk id="96" creationId="{F5C74302-55B5-13D9-F72C-322739BA6FD2}"/>
          </ac:spMkLst>
        </pc:spChg>
        <pc:spChg chg="del">
          <ac:chgData name="hyung jun jo" userId="eecbfa9617bcf066" providerId="LiveId" clId="{CED4A83C-449D-4884-BBE3-D1C96CDA3770}" dt="2026-05-31T08:39:05.051" v="5502" actId="478"/>
          <ac:spMkLst>
            <pc:docMk/>
            <pc:sldMk cId="3634123500" sldId="12841"/>
            <ac:spMk id="99" creationId="{838A4C4E-DD35-D385-0842-ABFBFAF06234}"/>
          </ac:spMkLst>
        </pc:spChg>
      </pc:sldChg>
      <pc:sldMasterChg chg="modSp addSldLayout modSldLayout">
        <pc:chgData name="hyung jun jo" userId="eecbfa9617bcf066" providerId="LiveId" clId="{CED4A83C-449D-4884-BBE3-D1C96CDA3770}" dt="2026-05-31T05:25:23.342" v="1069"/>
        <pc:sldMasterMkLst>
          <pc:docMk/>
          <pc:sldMasterMk cId="170779366" sldId="2147483648"/>
        </pc:sldMasterMkLst>
        <pc:spChg chg="mod">
          <ac:chgData name="hyung jun jo" userId="eecbfa9617bcf066" providerId="LiveId" clId="{CED4A83C-449D-4884-BBE3-D1C96CDA3770}" dt="2026-05-31T02:59:28.581" v="1"/>
          <ac:spMkLst>
            <pc:docMk/>
            <pc:sldMasterMk cId="170779366" sldId="2147483648"/>
            <ac:spMk id="2" creationId="{00000000-0000-0000-0000-000000000000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asterMk cId="170779366" sldId="2147483648"/>
            <ac:spMk id="3" creationId="{00000000-0000-0000-0000-000000000000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asterMk cId="170779366" sldId="2147483648"/>
            <ac:spMk id="5" creationId="{00000000-0000-0000-0000-000000000000}"/>
          </ac:spMkLst>
        </pc:spChg>
        <pc:spChg chg="mod">
          <ac:chgData name="hyung jun jo" userId="eecbfa9617bcf066" providerId="LiveId" clId="{CED4A83C-449D-4884-BBE3-D1C96CDA3770}" dt="2026-05-31T02:59:28.581" v="1"/>
          <ac:spMkLst>
            <pc:docMk/>
            <pc:sldMasterMk cId="170779366" sldId="2147483648"/>
            <ac:spMk id="6" creationId="{00000000-0000-0000-0000-000000000000}"/>
          </ac:spMkLst>
        </pc:spChg>
        <pc:sldLayoutChg chg="addSp modSp mod">
          <pc:chgData name="hyung jun jo" userId="eecbfa9617bcf066" providerId="LiveId" clId="{CED4A83C-449D-4884-BBE3-D1C96CDA3770}" dt="2026-05-31T03:34:51.761" v="26" actId="207"/>
          <pc:sldLayoutMkLst>
            <pc:docMk/>
            <pc:sldMasterMk cId="170779366" sldId="2147483648"/>
            <pc:sldLayoutMk cId="1317483628" sldId="2147483649"/>
          </pc:sldLayoutMkLst>
          <pc:spChg chg="mod">
            <ac:chgData name="hyung jun jo" userId="eecbfa9617bcf066" providerId="LiveId" clId="{CED4A83C-449D-4884-BBE3-D1C96CDA3770}" dt="2026-05-31T03:34:16.183" v="22" actId="207"/>
            <ac:spMkLst>
              <pc:docMk/>
              <pc:sldMasterMk cId="170779366" sldId="2147483648"/>
              <pc:sldLayoutMk cId="1317483628" sldId="2147483649"/>
              <ac:spMk id="2" creationId="{00000000-0000-0000-0000-000000000000}"/>
            </ac:spMkLst>
          </pc:spChg>
          <pc:spChg chg="mod">
            <ac:chgData name="hyung jun jo" userId="eecbfa9617bcf066" providerId="LiveId" clId="{CED4A83C-449D-4884-BBE3-D1C96CDA3770}" dt="2026-05-31T02:59:28.581" v="1"/>
            <ac:spMkLst>
              <pc:docMk/>
              <pc:sldMasterMk cId="170779366" sldId="2147483648"/>
              <pc:sldLayoutMk cId="1317483628" sldId="2147483649"/>
              <ac:spMk id="3" creationId="{00000000-0000-0000-0000-000000000000}"/>
            </ac:spMkLst>
          </pc:spChg>
          <pc:spChg chg="mod">
            <ac:chgData name="hyung jun jo" userId="eecbfa9617bcf066" providerId="LiveId" clId="{CED4A83C-449D-4884-BBE3-D1C96CDA3770}" dt="2026-05-31T03:34:51.761" v="26" actId="207"/>
            <ac:spMkLst>
              <pc:docMk/>
              <pc:sldMasterMk cId="170779366" sldId="2147483648"/>
              <pc:sldLayoutMk cId="1317483628" sldId="2147483649"/>
              <ac:spMk id="6" creationId="{00000000-0000-0000-0000-000000000000}"/>
            </ac:spMkLst>
          </pc:spChg>
          <pc:picChg chg="add mod ord">
            <ac:chgData name="hyung jun jo" userId="eecbfa9617bcf066" providerId="LiveId" clId="{CED4A83C-449D-4884-BBE3-D1C96CDA3770}" dt="2026-05-31T03:34:06.713" v="21" actId="167"/>
            <ac:picMkLst>
              <pc:docMk/>
              <pc:sldMasterMk cId="170779366" sldId="2147483648"/>
              <pc:sldLayoutMk cId="1317483628" sldId="2147483649"/>
              <ac:picMk id="5" creationId="{A16755A9-C3ED-F644-8470-6FC3589DF1FC}"/>
            </ac:picMkLst>
          </pc:picChg>
        </pc:sldLayoutChg>
        <pc:sldLayoutChg chg="addSp delSp modSp mod">
          <pc:chgData name="hyung jun jo" userId="eecbfa9617bcf066" providerId="LiveId" clId="{CED4A83C-449D-4884-BBE3-D1C96CDA3770}" dt="2026-05-31T05:25:10.052" v="1067" actId="732"/>
          <pc:sldLayoutMkLst>
            <pc:docMk/>
            <pc:sldMasterMk cId="170779366" sldId="2147483648"/>
            <pc:sldLayoutMk cId="4234359944" sldId="2147483652"/>
          </pc:sldLayoutMkLst>
          <pc:spChg chg="add del mod">
            <ac:chgData name="hyung jun jo" userId="eecbfa9617bcf066" providerId="LiveId" clId="{CED4A83C-449D-4884-BBE3-D1C96CDA3770}" dt="2026-05-31T03:36:36.718" v="31" actId="478"/>
            <ac:spMkLst>
              <pc:docMk/>
              <pc:sldMasterMk cId="170779366" sldId="2147483648"/>
              <pc:sldLayoutMk cId="4234359944" sldId="2147483652"/>
              <ac:spMk id="5" creationId="{588492D2-084E-E12B-BA19-2EFAFCA693E8}"/>
            </ac:spMkLst>
          </pc:spChg>
          <pc:spChg chg="mod">
            <ac:chgData name="hyung jun jo" userId="eecbfa9617bcf066" providerId="LiveId" clId="{CED4A83C-449D-4884-BBE3-D1C96CDA3770}" dt="2026-05-31T03:36:33.032" v="30" actId="207"/>
            <ac:spMkLst>
              <pc:docMk/>
              <pc:sldMasterMk cId="170779366" sldId="2147483648"/>
              <pc:sldLayoutMk cId="4234359944" sldId="2147483652"/>
              <ac:spMk id="6" creationId="{4E3E916B-2994-D2E4-E016-94750097FC51}"/>
            </ac:spMkLst>
          </pc:spChg>
          <pc:spChg chg="mod">
            <ac:chgData name="hyung jun jo" userId="eecbfa9617bcf066" providerId="LiveId" clId="{CED4A83C-449D-4884-BBE3-D1C96CDA3770}" dt="2026-05-31T03:36:33.032" v="30" actId="207"/>
            <ac:spMkLst>
              <pc:docMk/>
              <pc:sldMasterMk cId="170779366" sldId="2147483648"/>
              <pc:sldLayoutMk cId="4234359944" sldId="2147483652"/>
              <ac:spMk id="12" creationId="{2942B934-6DED-54E6-ECBC-B3AD202E82E5}"/>
            </ac:spMkLst>
          </pc:spChg>
          <pc:spChg chg="mod">
            <ac:chgData name="hyung jun jo" userId="eecbfa9617bcf066" providerId="LiveId" clId="{CED4A83C-449D-4884-BBE3-D1C96CDA3770}" dt="2026-05-31T03:36:33.032" v="30" actId="207"/>
            <ac:spMkLst>
              <pc:docMk/>
              <pc:sldMasterMk cId="170779366" sldId="2147483648"/>
              <pc:sldLayoutMk cId="4234359944" sldId="2147483652"/>
              <ac:spMk id="16" creationId="{5D7E8600-F21B-449F-342D-BC69E4F16B27}"/>
            </ac:spMkLst>
          </pc:spChg>
          <pc:spChg chg="mod">
            <ac:chgData name="hyung jun jo" userId="eecbfa9617bcf066" providerId="LiveId" clId="{CED4A83C-449D-4884-BBE3-D1C96CDA3770}" dt="2026-05-31T03:36:33.032" v="30" actId="207"/>
            <ac:spMkLst>
              <pc:docMk/>
              <pc:sldMasterMk cId="170779366" sldId="2147483648"/>
              <pc:sldLayoutMk cId="4234359944" sldId="2147483652"/>
              <ac:spMk id="17" creationId="{BB894467-B78B-B9EE-C739-EF91965C8D52}"/>
            </ac:spMkLst>
          </pc:spChg>
          <pc:picChg chg="add mod ord">
            <ac:chgData name="hyung jun jo" userId="eecbfa9617bcf066" providerId="LiveId" clId="{CED4A83C-449D-4884-BBE3-D1C96CDA3770}" dt="2026-05-31T03:34:38.391" v="25" actId="167"/>
            <ac:picMkLst>
              <pc:docMk/>
              <pc:sldMasterMk cId="170779366" sldId="2147483648"/>
              <pc:sldLayoutMk cId="4234359944" sldId="2147483652"/>
              <ac:picMk id="3" creationId="{558983E1-1845-9218-2E18-09B7A46C499B}"/>
            </ac:picMkLst>
          </pc:picChg>
          <pc:picChg chg="add mod modCrop">
            <ac:chgData name="hyung jun jo" userId="eecbfa9617bcf066" providerId="LiveId" clId="{CED4A83C-449D-4884-BBE3-D1C96CDA3770}" dt="2026-05-31T05:25:10.052" v="1067" actId="732"/>
            <ac:picMkLst>
              <pc:docMk/>
              <pc:sldMasterMk cId="170779366" sldId="2147483648"/>
              <pc:sldLayoutMk cId="4234359944" sldId="2147483652"/>
              <ac:picMk id="4" creationId="{617E97D2-CFC1-47A5-1E44-A2C74D5416CF}"/>
            </ac:picMkLst>
          </pc:picChg>
          <pc:picChg chg="add mod">
            <ac:chgData name="hyung jun jo" userId="eecbfa9617bcf066" providerId="LiveId" clId="{CED4A83C-449D-4884-BBE3-D1C96CDA3770}" dt="2026-05-31T05:23:02.132" v="1043"/>
            <ac:picMkLst>
              <pc:docMk/>
              <pc:sldMasterMk cId="170779366" sldId="2147483648"/>
              <pc:sldLayoutMk cId="4234359944" sldId="2147483652"/>
              <ac:picMk id="59" creationId="{0852F047-F879-4EAC-FF71-FD6F37C508D6}"/>
            </ac:picMkLst>
          </pc:picChg>
        </pc:sldLayoutChg>
        <pc:sldLayoutChg chg="delSp mod">
          <pc:chgData name="hyung jun jo" userId="eecbfa9617bcf066" providerId="LiveId" clId="{CED4A83C-449D-4884-BBE3-D1C96CDA3770}" dt="2026-05-31T03:36:29.254" v="29" actId="478"/>
          <pc:sldLayoutMkLst>
            <pc:docMk/>
            <pc:sldMasterMk cId="170779366" sldId="2147483648"/>
            <pc:sldLayoutMk cId="498450686" sldId="2147483654"/>
          </pc:sldLayoutMkLst>
          <pc:picChg chg="del">
            <ac:chgData name="hyung jun jo" userId="eecbfa9617bcf066" providerId="LiveId" clId="{CED4A83C-449D-4884-BBE3-D1C96CDA3770}" dt="2026-05-31T03:36:29.254" v="29" actId="478"/>
            <ac:picMkLst>
              <pc:docMk/>
              <pc:sldMasterMk cId="170779366" sldId="2147483648"/>
              <pc:sldLayoutMk cId="498450686" sldId="2147483654"/>
              <ac:picMk id="3" creationId="{558983E1-1845-9218-2E18-09B7A46C499B}"/>
            </ac:picMkLst>
          </pc:picChg>
        </pc:sldLayoutChg>
        <pc:sldLayoutChg chg="addSp delSp modSp add mod modTransition">
          <pc:chgData name="hyung jun jo" userId="eecbfa9617bcf066" providerId="LiveId" clId="{CED4A83C-449D-4884-BBE3-D1C96CDA3770}" dt="2026-05-31T05:25:21.570" v="1068"/>
          <pc:sldLayoutMkLst>
            <pc:docMk/>
            <pc:sldMasterMk cId="170779366" sldId="2147483648"/>
            <pc:sldLayoutMk cId="841074727" sldId="2147483654"/>
          </pc:sldLayoutMkLst>
          <pc:picChg chg="del">
            <ac:chgData name="hyung jun jo" userId="eecbfa9617bcf066" providerId="LiveId" clId="{CED4A83C-449D-4884-BBE3-D1C96CDA3770}" dt="2026-05-31T03:36:48.453" v="33" actId="478"/>
            <ac:picMkLst>
              <pc:docMk/>
              <pc:sldMasterMk cId="170779366" sldId="2147483648"/>
              <pc:sldLayoutMk cId="841074727" sldId="2147483654"/>
              <ac:picMk id="3" creationId="{558983E1-1845-9218-2E18-09B7A46C499B}"/>
            </ac:picMkLst>
          </pc:picChg>
          <pc:picChg chg="add mod ord">
            <ac:chgData name="hyung jun jo" userId="eecbfa9617bcf066" providerId="LiveId" clId="{CED4A83C-449D-4884-BBE3-D1C96CDA3770}" dt="2026-05-31T03:36:51.386" v="36" actId="167"/>
            <ac:picMkLst>
              <pc:docMk/>
              <pc:sldMasterMk cId="170779366" sldId="2147483648"/>
              <pc:sldLayoutMk cId="841074727" sldId="2147483654"/>
              <ac:picMk id="4" creationId="{8C636737-28D9-1C14-D06D-790C2589BA02}"/>
            </ac:picMkLst>
          </pc:picChg>
          <pc:picChg chg="add mod">
            <ac:chgData name="hyung jun jo" userId="eecbfa9617bcf066" providerId="LiveId" clId="{CED4A83C-449D-4884-BBE3-D1C96CDA3770}" dt="2026-05-31T05:25:21.570" v="1068"/>
            <ac:picMkLst>
              <pc:docMk/>
              <pc:sldMasterMk cId="170779366" sldId="2147483648"/>
              <pc:sldLayoutMk cId="841074727" sldId="2147483654"/>
              <ac:picMk id="5" creationId="{A4B250B8-DE1C-EF1F-4126-6D4C02FF52CF}"/>
            </ac:picMkLst>
          </pc:picChg>
        </pc:sldLayoutChg>
        <pc:sldLayoutChg chg="addSp delSp modSp mod">
          <pc:chgData name="hyung jun jo" userId="eecbfa9617bcf066" providerId="LiveId" clId="{CED4A83C-449D-4884-BBE3-D1C96CDA3770}" dt="2026-05-31T05:25:23.342" v="1069"/>
          <pc:sldLayoutMkLst>
            <pc:docMk/>
            <pc:sldMasterMk cId="170779366" sldId="2147483648"/>
            <pc:sldLayoutMk cId="4136589055" sldId="2147483655"/>
          </pc:sldLayoutMkLst>
          <pc:picChg chg="add mod ord">
            <ac:chgData name="hyung jun jo" userId="eecbfa9617bcf066" providerId="LiveId" clId="{CED4A83C-449D-4884-BBE3-D1C96CDA3770}" dt="2026-05-31T03:37:01.289" v="40" actId="167"/>
            <ac:picMkLst>
              <pc:docMk/>
              <pc:sldMasterMk cId="170779366" sldId="2147483648"/>
              <pc:sldLayoutMk cId="4136589055" sldId="2147483655"/>
              <ac:picMk id="3" creationId="{16FFC07A-BDAE-829A-BEF2-343EA4E73318}"/>
            </ac:picMkLst>
          </pc:picChg>
          <pc:picChg chg="del">
            <ac:chgData name="hyung jun jo" userId="eecbfa9617bcf066" providerId="LiveId" clId="{CED4A83C-449D-4884-BBE3-D1C96CDA3770}" dt="2026-05-31T03:36:58.168" v="37" actId="478"/>
            <ac:picMkLst>
              <pc:docMk/>
              <pc:sldMasterMk cId="170779366" sldId="2147483648"/>
              <pc:sldLayoutMk cId="4136589055" sldId="2147483655"/>
              <ac:picMk id="4" creationId="{8C636737-28D9-1C14-D06D-790C2589BA02}"/>
            </ac:picMkLst>
          </pc:picChg>
          <pc:picChg chg="add mod">
            <ac:chgData name="hyung jun jo" userId="eecbfa9617bcf066" providerId="LiveId" clId="{CED4A83C-449D-4884-BBE3-D1C96CDA3770}" dt="2026-05-31T05:25:23.342" v="1069"/>
            <ac:picMkLst>
              <pc:docMk/>
              <pc:sldMasterMk cId="170779366" sldId="2147483648"/>
              <pc:sldLayoutMk cId="4136589055" sldId="2147483655"/>
              <ac:picMk id="5" creationId="{04A34971-8938-CBC5-C3D4-E9D9E8FAD905}"/>
            </ac:picMkLst>
          </pc:picChg>
        </pc:sldLayoutChg>
        <pc:sldLayoutChg chg="addSp delSp modSp mod">
          <pc:chgData name="hyung jun jo" userId="eecbfa9617bcf066" providerId="LiveId" clId="{CED4A83C-449D-4884-BBE3-D1C96CDA3770}" dt="2026-05-31T04:04:02.131" v="188" actId="167"/>
          <pc:sldLayoutMkLst>
            <pc:docMk/>
            <pc:sldMasterMk cId="170779366" sldId="2147483648"/>
            <pc:sldLayoutMk cId="3577107734" sldId="2147483656"/>
          </pc:sldLayoutMkLst>
          <pc:picChg chg="del">
            <ac:chgData name="hyung jun jo" userId="eecbfa9617bcf066" providerId="LiveId" clId="{CED4A83C-449D-4884-BBE3-D1C96CDA3770}" dt="2026-05-31T04:03:56.147" v="185" actId="478"/>
            <ac:picMkLst>
              <pc:docMk/>
              <pc:sldMasterMk cId="170779366" sldId="2147483648"/>
              <pc:sldLayoutMk cId="3577107734" sldId="2147483656"/>
              <ac:picMk id="5" creationId="{A16755A9-C3ED-F644-8470-6FC3589DF1FC}"/>
            </ac:picMkLst>
          </pc:picChg>
          <pc:picChg chg="add mod ord">
            <ac:chgData name="hyung jun jo" userId="eecbfa9617bcf066" providerId="LiveId" clId="{CED4A83C-449D-4884-BBE3-D1C96CDA3770}" dt="2026-05-31T04:04:02.131" v="188" actId="167"/>
            <ac:picMkLst>
              <pc:docMk/>
              <pc:sldMasterMk cId="170779366" sldId="2147483648"/>
              <pc:sldLayoutMk cId="3577107734" sldId="2147483656"/>
              <ac:picMk id="7" creationId="{0C8C74B0-6E0D-E1E6-18A7-4B67DCE719F0}"/>
            </ac:picMkLst>
          </pc:picChg>
        </pc:sldLayoutChg>
        <pc:sldLayoutChg chg="addSp delSp modSp add mod modTransition">
          <pc:chgData name="hyung jun jo" userId="eecbfa9617bcf066" providerId="LiveId" clId="{CED4A83C-449D-4884-BBE3-D1C96CDA3770}" dt="2026-05-31T04:04:32.289" v="193" actId="167"/>
          <pc:sldLayoutMkLst>
            <pc:docMk/>
            <pc:sldMasterMk cId="170779366" sldId="2147483648"/>
            <pc:sldLayoutMk cId="3106266859" sldId="2147483657"/>
          </pc:sldLayoutMkLst>
          <pc:picChg chg="del">
            <ac:chgData name="hyung jun jo" userId="eecbfa9617bcf066" providerId="LiveId" clId="{CED4A83C-449D-4884-BBE3-D1C96CDA3770}" dt="2026-05-31T04:04:29.387" v="190" actId="478"/>
            <ac:picMkLst>
              <pc:docMk/>
              <pc:sldMasterMk cId="170779366" sldId="2147483648"/>
              <pc:sldLayoutMk cId="3106266859" sldId="2147483657"/>
              <ac:picMk id="3" creationId="{16FFC07A-BDAE-829A-BEF2-343EA4E73318}"/>
            </ac:picMkLst>
          </pc:picChg>
          <pc:picChg chg="add mod ord">
            <ac:chgData name="hyung jun jo" userId="eecbfa9617bcf066" providerId="LiveId" clId="{CED4A83C-449D-4884-BBE3-D1C96CDA3770}" dt="2026-05-31T04:04:32.289" v="193" actId="167"/>
            <ac:picMkLst>
              <pc:docMk/>
              <pc:sldMasterMk cId="170779366" sldId="2147483648"/>
              <pc:sldLayoutMk cId="3106266859" sldId="2147483657"/>
              <ac:picMk id="4" creationId="{22EE4E79-5E98-2EF7-4986-2BA7CD1215B7}"/>
            </ac:picMkLst>
          </pc:picChg>
        </pc:sldLayout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3D0DEDB5-100A-4C79-A08B-19D6AD8231D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</a:endParaRP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B65C57F-159D-4D2D-A5CC-1FB7169FF63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043D3AC-07D2-48E7-AC23-BAC0CB4AE23C}" type="datetimeFigureOut">
              <a:rPr lang="ko-KR" altLang="en-US" smtClean="0">
                <a:latin typeface="Pretendard" panose="02000503000000020004" pitchFamily="50" charset="-127"/>
                <a:ea typeface="Pretendard" panose="02000503000000020004" pitchFamily="50" charset="-127"/>
              </a:rPr>
              <a:t>2026-05-31</a:t>
            </a:fld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</a:endParaRP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7D8EEDC-A161-4C43-A22C-1F298FF170B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5CD3370-AB4E-4263-AA91-637CC062AC5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62DC9C0-663B-487E-93FC-CE85ED33B9C4}" type="slidenum">
              <a:rPr lang="ko-KR" altLang="en-US" smtClean="0">
                <a:latin typeface="Pretendard" panose="02000503000000020004" pitchFamily="50" charset="-127"/>
                <a:ea typeface="Pretendard" panose="02000503000000020004" pitchFamily="50" charset="-127"/>
              </a:rPr>
              <a:t>‹#›</a:t>
            </a:fld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608004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fld id="{50EAC4C3-317D-4A76-B749-56A565D72E78}" type="datetimeFigureOut">
              <a:rPr lang="ko-KR" altLang="en-US" smtClean="0"/>
              <a:pPr/>
              <a:t>2026-05-31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fld id="{AC506254-5FEB-4A4A-85E1-4517A16DA617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380446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Pretendard" panose="02000503000000020004" pitchFamily="50" charset="-127"/>
        <a:ea typeface="Pretendard" panose="02000503000000020004" pitchFamily="50" charset="-127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Pretendard" panose="02000503000000020004" pitchFamily="50" charset="-127"/>
        <a:ea typeface="Pretendard" panose="02000503000000020004" pitchFamily="50" charset="-127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Pretendard" panose="02000503000000020004" pitchFamily="50" charset="-127"/>
        <a:ea typeface="Pretendard" panose="02000503000000020004" pitchFamily="50" charset="-127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Pretendard" panose="02000503000000020004" pitchFamily="50" charset="-127"/>
        <a:ea typeface="Pretendard" panose="02000503000000020004" pitchFamily="50" charset="-127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Pretendard" panose="02000503000000020004" pitchFamily="50" charset="-127"/>
        <a:ea typeface="Pretendard" panose="02000503000000020004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034E84-8BB7-8A4D-D278-5062FE9DCB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B2A0770-EB0A-254A-8D61-E077E488FF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06526BE-6D90-8144-7BB0-1DED0FEDF9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E1E172F-0CCD-3327-EF49-3E2F82434F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506254-5FEB-4A4A-85E1-4517A16DA617}" type="slidenum">
              <a:rPr lang="ko-KR" altLang="en-US" smtClean="0"/>
              <a:pPr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155632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6BB017-E316-E661-B0B2-0BA1DACA5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0B3C491-5CEF-0D78-2A75-1302FD4496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B0DB2F3-7B94-01A5-DEB8-F940735201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981412F-1CCB-EE77-86A1-30E96EA0DD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3D89E5F-BEEF-42A1-A57B-E5A736D51194}" type="slidenum">
              <a:rPr kumimoji="0" lang="en-US" sz="11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1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1413863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F97C6E-0418-8F43-6CDA-30D47CB09A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262E117-AC8F-3C3E-AC63-5A16A31C96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6F20F0D-262A-4617-CD45-06D616CC67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8DEDAA0-0D47-B434-8FEE-11CA50551B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506254-5FEB-4A4A-85E1-4517A16DA617}" type="slidenum">
              <a:rPr lang="ko-KR" altLang="en-US" smtClean="0"/>
              <a:pPr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37900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7992BF-0F14-5B77-C130-244F418968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5538A85-A7D2-F915-ECF7-BEC84A9506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14485FA-9BE2-3CFB-B88A-D38C819E48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268AD0E-70ED-6405-D81F-233609B35CB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506254-5FEB-4A4A-85E1-4517A16DA617}" type="slidenum">
              <a:rPr lang="ko-KR" altLang="en-US" smtClean="0"/>
              <a:pPr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8816432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D05882-0216-C0BA-8F16-F8B51A7C0D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F17B5B7-BA8F-BCAF-1DF7-D6F8916254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9C7216C-3E22-76CD-63AD-4AAE872026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26514AC-809E-5824-477D-2BFCD9A4FA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506254-5FEB-4A4A-85E1-4517A16DA617}" type="slidenum">
              <a:rPr lang="ko-KR" altLang="en-US" smtClean="0"/>
              <a:pPr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140254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14AF7A-0A2E-25E0-B24F-7821944C1A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1E79B1A-9EEF-8216-95F9-CEAAEB9F34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DDB772A-0875-6873-2126-D343BB8CA2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4B76D4B-AAFC-5AEF-226A-E362CD829D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506254-5FEB-4A4A-85E1-4517A16DA617}" type="slidenum">
              <a:rPr lang="ko-KR" altLang="en-US" smtClean="0"/>
              <a:pPr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4573051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6D99EF-1637-0D22-E3BB-D0B4D1895F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40AE0E3-513F-954B-5152-3DD9A5C2A6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3D1A442-1D5E-56AB-5F1C-3B84C6115B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A0127C9-4D0D-3061-8751-A1BFAC688C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506254-5FEB-4A4A-85E1-4517A16DA617}" type="slidenum">
              <a:rPr lang="ko-KR" altLang="en-US" smtClean="0"/>
              <a:pPr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4347258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5657E1-3292-ED2F-B28C-6D267F9954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734EC38-CEAA-592A-5B77-3406FD49A8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4D252E0-66F2-7323-8B7B-9E38C7DD4D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7173B28-F17B-0AC6-EBB8-259506546E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506254-5FEB-4A4A-85E1-4517A16DA617}" type="slidenum">
              <a:rPr lang="ko-KR" altLang="en-US" smtClean="0"/>
              <a:pPr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141482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A7C53D-E33C-93D5-A69C-E4204B08AA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114A52D-C171-D14A-B5C4-266116EF1F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6E02B30-9EBD-F155-E7AA-FECF598D72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A51F84F-EA73-46A7-896F-4924AEEDF1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506254-5FEB-4A4A-85E1-4517A16DA617}" type="slidenum">
              <a:rPr lang="ko-KR" altLang="en-US" smtClean="0"/>
              <a:pPr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251541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681AC2-FCB6-B06E-2882-4BCBB2B072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1AF0196-D15E-327B-0CFD-5C5F6CB352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7A80249-189E-4CCE-A51E-7E76433922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EC16A43-79D0-3949-381C-91755573DD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506254-5FEB-4A4A-85E1-4517A16DA617}" type="slidenum">
              <a:rPr lang="ko-KR" altLang="en-US" smtClean="0"/>
              <a:pPr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559599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825442-821A-2023-23A1-1AA4D3FE2A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030A34B-CBD7-2D24-98EA-9C96E26736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03350E6-1FC4-F4CD-888F-EEA8871EB2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6A510B0-F0B9-DFFA-FD66-8D128ECF3F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506254-5FEB-4A4A-85E1-4517A16DA617}" type="slidenum">
              <a:rPr lang="ko-KR" altLang="en-US" smtClean="0"/>
              <a:pPr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234164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7800BE-08DF-8D4B-8D1D-C1885B3C6A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4AF667F-86F6-A42D-4A16-833193C52D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4404180-B42C-3DC2-B8B4-3DCDE17775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43F8FA6-13F7-9066-8DA6-2BFC84DB24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506254-5FEB-4A4A-85E1-4517A16DA617}" type="slidenum">
              <a:rPr lang="ko-KR" altLang="en-US" smtClean="0"/>
              <a:pPr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6103250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F97C6E-0418-8F43-6CDA-30D47CB09A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262E117-AC8F-3C3E-AC63-5A16A31C96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6F20F0D-262A-4617-CD45-06D616CC67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8DEDAA0-0D47-B434-8FEE-11CA50551B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506254-5FEB-4A4A-85E1-4517A16DA617}" type="slidenum">
              <a:rPr lang="ko-KR" altLang="en-US" smtClean="0"/>
              <a:pPr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5614390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3D89E5F-BEEF-42A1-A57B-E5A736D51194}" type="slidenum">
              <a:rPr kumimoji="0" lang="en-US" sz="11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en-US" sz="11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6042799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506254-5FEB-4A4A-85E1-4517A16DA617}" type="slidenum">
              <a:rPr lang="ko-KR" altLang="en-US" smtClean="0"/>
              <a:pPr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3150810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BE5431-529F-06D8-6CB1-68E60DCB73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340F005-5A65-A692-338E-237543AC0E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51E4464-2EEF-BEB7-8BD8-E3D65DC550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0AB5D1F-75A0-D1A6-B7CD-D2BA0B6D38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506254-5FEB-4A4A-85E1-4517A16DA617}" type="slidenum">
              <a:rPr lang="ko-KR" altLang="en-US" smtClean="0"/>
              <a:pPr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130238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3D89E5F-BEEF-42A1-A57B-E5A736D51194}" type="slidenum">
              <a:rPr kumimoji="0" lang="en-US" sz="11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33</a:t>
            </a:fld>
            <a:endParaRPr kumimoji="0" lang="en-US" sz="11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6042799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506254-5FEB-4A4A-85E1-4517A16DA617}" type="slidenum">
              <a:rPr lang="ko-KR" altLang="en-US" smtClean="0"/>
              <a:pPr/>
              <a:t>36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364799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506254-5FEB-4A4A-85E1-4517A16DA617}" type="slidenum">
              <a:rPr lang="ko-KR" altLang="en-US" smtClean="0"/>
              <a:pPr/>
              <a:t>37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673212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he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A16755A9-C3ED-F644-8470-6FC3589DF1F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914401" y="2130429"/>
            <a:ext cx="10363200" cy="511358"/>
          </a:xfrm>
        </p:spPr>
        <p:txBody>
          <a:bodyPr/>
          <a:lstStyle>
            <a:lvl1pPr algn="ctr">
              <a:defRPr sz="3323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828802" y="3886201"/>
            <a:ext cx="8534401" cy="227306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+mj-lt"/>
              </a:defRPr>
            </a:lvl1pPr>
            <a:lvl2pPr marL="42204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84408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2661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68816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11020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53224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95428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37633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  <a:latin typeface="+mj-lt"/>
              </a:defRPr>
            </a:lvl1pPr>
          </a:lstStyle>
          <a:p>
            <a:fld id="{3DFBBC6A-3425-4C62-80BA-0DDE16A15D08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174836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hero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0C8C74B0-6E0D-E1E6-18A7-4B67DCE719F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914401" y="2130429"/>
            <a:ext cx="10363200" cy="511358"/>
          </a:xfrm>
        </p:spPr>
        <p:txBody>
          <a:bodyPr/>
          <a:lstStyle>
            <a:lvl1pPr algn="ctr">
              <a:defRPr sz="3323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828802" y="3886201"/>
            <a:ext cx="8534401" cy="227306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+mj-lt"/>
              </a:defRPr>
            </a:lvl1pPr>
            <a:lvl2pPr marL="42204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84408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2661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68816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11020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53224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95428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37633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  <a:latin typeface="+mj-lt"/>
              </a:defRPr>
            </a:lvl1pPr>
          </a:lstStyle>
          <a:p>
            <a:fld id="{3DFBBC6A-3425-4C62-80BA-0DDE16A15D08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71077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558983E1-1845-9218-2E18-09B7A46C499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제목 5">
            <a:extLst>
              <a:ext uri="{FF2B5EF4-FFF2-40B4-BE49-F238E27FC236}">
                <a16:creationId xmlns:a16="http://schemas.microsoft.com/office/drawing/2014/main" id="{4E3E916B-2994-D2E4-E016-94750097FC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9266" y="298715"/>
            <a:ext cx="11523135" cy="265137"/>
          </a:xfrm>
        </p:spPr>
        <p:txBody>
          <a:bodyPr/>
          <a:lstStyle>
            <a:lvl1pPr>
              <a:defRPr sz="1723" baseline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2942B934-6DED-54E6-ECBC-B3AD202E82E5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302615" y="6572267"/>
            <a:ext cx="9825834" cy="151580"/>
          </a:xfrm>
        </p:spPr>
        <p:txBody>
          <a:bodyPr/>
          <a:lstStyle>
            <a:lvl1pPr>
              <a:defRPr sz="985">
                <a:solidFill>
                  <a:schemeClr val="bg1"/>
                </a:solidFill>
              </a:defRPr>
            </a:lvl1pPr>
          </a:lstStyle>
          <a:p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16" name="텍스트 개체 틀 15">
            <a:extLst>
              <a:ext uri="{FF2B5EF4-FFF2-40B4-BE49-F238E27FC236}">
                <a16:creationId xmlns:a16="http://schemas.microsoft.com/office/drawing/2014/main" id="{5D7E8600-F21B-449F-342D-BC69E4F16B2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22561" y="668432"/>
            <a:ext cx="10559924" cy="340863"/>
          </a:xfrm>
        </p:spPr>
        <p:txBody>
          <a:bodyPr/>
          <a:lstStyle>
            <a:lvl1pPr marL="0" indent="0" algn="ctr" defTabSz="844083" rtl="0" eaLnBrk="1" latinLnBrk="0" hangingPunct="1">
              <a:spcBef>
                <a:spcPts val="0"/>
              </a:spcBef>
              <a:buNone/>
              <a:defRPr lang="ko-KR" altLang="en-US" sz="2215" b="1" kern="1200" baseline="0" dirty="0" smtClean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1pPr>
            <a:lvl2pPr marL="161197" indent="0">
              <a:buNone/>
              <a:defRPr sz="1662"/>
            </a:lvl2pPr>
            <a:lvl3pPr>
              <a:defRPr sz="1662"/>
            </a:lvl3pPr>
            <a:lvl4pPr>
              <a:defRPr sz="1846"/>
            </a:lvl4pPr>
            <a:lvl5pPr>
              <a:defRPr sz="1846"/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17" name="슬라이드 번호 개체 틀 5">
            <a:extLst>
              <a:ext uri="{FF2B5EF4-FFF2-40B4-BE49-F238E27FC236}">
                <a16:creationId xmlns:a16="http://schemas.microsoft.com/office/drawing/2014/main" id="{BB894467-B78B-B9EE-C739-EF91965C8D52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11184566" y="6577457"/>
            <a:ext cx="673003" cy="127856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+mj-lt"/>
              </a:defRPr>
            </a:lvl1pPr>
          </a:lstStyle>
          <a:p>
            <a:fld id="{3DFBBC6A-3425-4C62-80BA-0DDE16A15D08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pic>
        <p:nvPicPr>
          <p:cNvPr id="59" name="그림 58">
            <a:extLst>
              <a:ext uri="{FF2B5EF4-FFF2-40B4-BE49-F238E27FC236}">
                <a16:creationId xmlns:a16="http://schemas.microsoft.com/office/drawing/2014/main" id="{0852F047-F879-4EAC-FF71-FD6F37C508D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0660"/>
          <a:stretch>
            <a:fillRect/>
          </a:stretch>
        </p:blipFill>
        <p:spPr>
          <a:xfrm>
            <a:off x="0" y="5801253"/>
            <a:ext cx="12192000" cy="1056746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617E97D2-CFC1-47A5-1E44-A2C74D5416CF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964" t="48277"/>
          <a:stretch>
            <a:fillRect/>
          </a:stretch>
        </p:blipFill>
        <p:spPr>
          <a:xfrm>
            <a:off x="-31816" y="0"/>
            <a:ext cx="6724799" cy="68153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43599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8C636737-28D9-1C14-D06D-790C2589BA0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제목 5">
            <a:extLst>
              <a:ext uri="{FF2B5EF4-FFF2-40B4-BE49-F238E27FC236}">
                <a16:creationId xmlns:a16="http://schemas.microsoft.com/office/drawing/2014/main" id="{4E3E916B-2994-D2E4-E016-94750097FC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9266" y="298715"/>
            <a:ext cx="11523135" cy="265137"/>
          </a:xfrm>
        </p:spPr>
        <p:txBody>
          <a:bodyPr/>
          <a:lstStyle>
            <a:lvl1pPr>
              <a:defRPr sz="1723" baseline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2942B934-6DED-54E6-ECBC-B3AD202E82E5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302615" y="6572267"/>
            <a:ext cx="9825834" cy="151580"/>
          </a:xfrm>
        </p:spPr>
        <p:txBody>
          <a:bodyPr/>
          <a:lstStyle>
            <a:lvl1pPr>
              <a:defRPr sz="985">
                <a:solidFill>
                  <a:schemeClr val="bg1"/>
                </a:solidFill>
              </a:defRPr>
            </a:lvl1pPr>
          </a:lstStyle>
          <a:p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16" name="텍스트 개체 틀 15">
            <a:extLst>
              <a:ext uri="{FF2B5EF4-FFF2-40B4-BE49-F238E27FC236}">
                <a16:creationId xmlns:a16="http://schemas.microsoft.com/office/drawing/2014/main" id="{5D7E8600-F21B-449F-342D-BC69E4F16B2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22561" y="668432"/>
            <a:ext cx="10559924" cy="340863"/>
          </a:xfrm>
        </p:spPr>
        <p:txBody>
          <a:bodyPr/>
          <a:lstStyle>
            <a:lvl1pPr marL="0" indent="0" algn="ctr" defTabSz="844083" rtl="0" eaLnBrk="1" latinLnBrk="0" hangingPunct="1">
              <a:spcBef>
                <a:spcPts val="0"/>
              </a:spcBef>
              <a:buNone/>
              <a:defRPr lang="ko-KR" altLang="en-US" sz="2215" b="1" kern="1200" baseline="0" dirty="0" smtClean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1pPr>
            <a:lvl2pPr marL="161197" indent="0">
              <a:buNone/>
              <a:defRPr sz="1662"/>
            </a:lvl2pPr>
            <a:lvl3pPr>
              <a:defRPr sz="1662"/>
            </a:lvl3pPr>
            <a:lvl4pPr>
              <a:defRPr sz="1846"/>
            </a:lvl4pPr>
            <a:lvl5pPr>
              <a:defRPr sz="1846"/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17" name="슬라이드 번호 개체 틀 5">
            <a:extLst>
              <a:ext uri="{FF2B5EF4-FFF2-40B4-BE49-F238E27FC236}">
                <a16:creationId xmlns:a16="http://schemas.microsoft.com/office/drawing/2014/main" id="{BB894467-B78B-B9EE-C739-EF91965C8D52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11184566" y="6577457"/>
            <a:ext cx="673003" cy="127856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+mj-lt"/>
              </a:defRPr>
            </a:lvl1pPr>
          </a:lstStyle>
          <a:p>
            <a:fld id="{3DFBBC6A-3425-4C62-80BA-0DDE16A15D08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4B250B8-DE1C-EF1F-4126-6D4C02FF52C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964" t="48277"/>
          <a:stretch>
            <a:fillRect/>
          </a:stretch>
        </p:blipFill>
        <p:spPr>
          <a:xfrm>
            <a:off x="-31816" y="0"/>
            <a:ext cx="6724799" cy="68153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10747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16FFC07A-BDAE-829A-BEF2-343EA4E7331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제목 5">
            <a:extLst>
              <a:ext uri="{FF2B5EF4-FFF2-40B4-BE49-F238E27FC236}">
                <a16:creationId xmlns:a16="http://schemas.microsoft.com/office/drawing/2014/main" id="{4E3E916B-2994-D2E4-E016-94750097FC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9266" y="298715"/>
            <a:ext cx="11523135" cy="265137"/>
          </a:xfrm>
        </p:spPr>
        <p:txBody>
          <a:bodyPr/>
          <a:lstStyle>
            <a:lvl1pPr>
              <a:defRPr sz="1723" baseline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2942B934-6DED-54E6-ECBC-B3AD202E82E5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302615" y="6572267"/>
            <a:ext cx="9825834" cy="151580"/>
          </a:xfrm>
        </p:spPr>
        <p:txBody>
          <a:bodyPr/>
          <a:lstStyle>
            <a:lvl1pPr>
              <a:defRPr sz="985">
                <a:solidFill>
                  <a:schemeClr val="bg1"/>
                </a:solidFill>
              </a:defRPr>
            </a:lvl1pPr>
          </a:lstStyle>
          <a:p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16" name="텍스트 개체 틀 15">
            <a:extLst>
              <a:ext uri="{FF2B5EF4-FFF2-40B4-BE49-F238E27FC236}">
                <a16:creationId xmlns:a16="http://schemas.microsoft.com/office/drawing/2014/main" id="{5D7E8600-F21B-449F-342D-BC69E4F16B2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22561" y="668432"/>
            <a:ext cx="10559924" cy="340863"/>
          </a:xfrm>
        </p:spPr>
        <p:txBody>
          <a:bodyPr/>
          <a:lstStyle>
            <a:lvl1pPr marL="0" indent="0" algn="ctr" defTabSz="844083" rtl="0" eaLnBrk="1" latinLnBrk="0" hangingPunct="1">
              <a:spcBef>
                <a:spcPts val="0"/>
              </a:spcBef>
              <a:buNone/>
              <a:defRPr lang="ko-KR" altLang="en-US" sz="2215" b="1" kern="1200" baseline="0" dirty="0" smtClean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1pPr>
            <a:lvl2pPr marL="161197" indent="0">
              <a:buNone/>
              <a:defRPr sz="1662"/>
            </a:lvl2pPr>
            <a:lvl3pPr>
              <a:defRPr sz="1662"/>
            </a:lvl3pPr>
            <a:lvl4pPr>
              <a:defRPr sz="1846"/>
            </a:lvl4pPr>
            <a:lvl5pPr>
              <a:defRPr sz="1846"/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17" name="슬라이드 번호 개체 틀 5">
            <a:extLst>
              <a:ext uri="{FF2B5EF4-FFF2-40B4-BE49-F238E27FC236}">
                <a16:creationId xmlns:a16="http://schemas.microsoft.com/office/drawing/2014/main" id="{BB894467-B78B-B9EE-C739-EF91965C8D52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11184566" y="6577457"/>
            <a:ext cx="673003" cy="127856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+mj-lt"/>
              </a:defRPr>
            </a:lvl1pPr>
          </a:lstStyle>
          <a:p>
            <a:fld id="{3DFBBC6A-3425-4C62-80BA-0DDE16A15D08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4A34971-8938-CBC5-C3D4-E9D9E8FAD90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964" t="48277"/>
          <a:stretch>
            <a:fillRect/>
          </a:stretch>
        </p:blipFill>
        <p:spPr>
          <a:xfrm>
            <a:off x="-31816" y="0"/>
            <a:ext cx="6724799" cy="68153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65890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22EE4E79-5E98-2EF7-4986-2BA7CD1215B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제목 5">
            <a:extLst>
              <a:ext uri="{FF2B5EF4-FFF2-40B4-BE49-F238E27FC236}">
                <a16:creationId xmlns:a16="http://schemas.microsoft.com/office/drawing/2014/main" id="{4E3E916B-2994-D2E4-E016-94750097FC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9266" y="298715"/>
            <a:ext cx="11523135" cy="265137"/>
          </a:xfrm>
        </p:spPr>
        <p:txBody>
          <a:bodyPr/>
          <a:lstStyle>
            <a:lvl1pPr>
              <a:defRPr sz="1723" baseline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2942B934-6DED-54E6-ECBC-B3AD202E82E5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302615" y="6572267"/>
            <a:ext cx="9825834" cy="151580"/>
          </a:xfrm>
        </p:spPr>
        <p:txBody>
          <a:bodyPr/>
          <a:lstStyle>
            <a:lvl1pPr>
              <a:defRPr sz="985">
                <a:solidFill>
                  <a:schemeClr val="bg1"/>
                </a:solidFill>
              </a:defRPr>
            </a:lvl1pPr>
          </a:lstStyle>
          <a:p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16" name="텍스트 개체 틀 15">
            <a:extLst>
              <a:ext uri="{FF2B5EF4-FFF2-40B4-BE49-F238E27FC236}">
                <a16:creationId xmlns:a16="http://schemas.microsoft.com/office/drawing/2014/main" id="{5D7E8600-F21B-449F-342D-BC69E4F16B2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22561" y="668432"/>
            <a:ext cx="10559924" cy="340863"/>
          </a:xfrm>
        </p:spPr>
        <p:txBody>
          <a:bodyPr/>
          <a:lstStyle>
            <a:lvl1pPr marL="0" indent="0" algn="ctr" defTabSz="844083" rtl="0" eaLnBrk="1" latinLnBrk="0" hangingPunct="1">
              <a:spcBef>
                <a:spcPts val="0"/>
              </a:spcBef>
              <a:buNone/>
              <a:defRPr lang="ko-KR" altLang="en-US" sz="2215" b="1" kern="1200" baseline="0" dirty="0" smtClean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1pPr>
            <a:lvl2pPr marL="161197" indent="0">
              <a:buNone/>
              <a:defRPr sz="1662"/>
            </a:lvl2pPr>
            <a:lvl3pPr>
              <a:defRPr sz="1662"/>
            </a:lvl3pPr>
            <a:lvl4pPr>
              <a:defRPr sz="1846"/>
            </a:lvl4pPr>
            <a:lvl5pPr>
              <a:defRPr sz="1846"/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17" name="슬라이드 번호 개체 틀 5">
            <a:extLst>
              <a:ext uri="{FF2B5EF4-FFF2-40B4-BE49-F238E27FC236}">
                <a16:creationId xmlns:a16="http://schemas.microsoft.com/office/drawing/2014/main" id="{BB894467-B78B-B9EE-C739-EF91965C8D52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11184566" y="6577457"/>
            <a:ext cx="673003" cy="127856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+mj-lt"/>
              </a:defRPr>
            </a:lvl1pPr>
          </a:lstStyle>
          <a:p>
            <a:fld id="{3DFBBC6A-3425-4C62-80BA-0DDE16A15D08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062668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613096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730294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302615" y="332658"/>
            <a:ext cx="11523135" cy="265137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334435" y="1196977"/>
            <a:ext cx="11523135" cy="681918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02615" y="6559911"/>
            <a:ext cx="9825834" cy="151580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 latinLnBrk="0">
              <a:spcBef>
                <a:spcPts val="0"/>
              </a:spcBef>
              <a:defRPr sz="985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11184566" y="6577457"/>
            <a:ext cx="673003" cy="127856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 latinLnBrk="0">
              <a:spcBef>
                <a:spcPts val="0"/>
              </a:spcBef>
              <a:defRPr sz="831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1pPr>
          </a:lstStyle>
          <a:p>
            <a:fld id="{3DFBBC6A-3425-4C62-80BA-0DDE16A15D08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07793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6" r:id="rId2"/>
    <p:sldLayoutId id="2147483652" r:id="rId3"/>
    <p:sldLayoutId id="2147483654" r:id="rId4"/>
    <p:sldLayoutId id="2147483655" r:id="rId5"/>
    <p:sldLayoutId id="2147483657" r:id="rId6"/>
    <p:sldLayoutId id="2147483651" r:id="rId7"/>
    <p:sldLayoutId id="2147483653" r:id="rId8"/>
  </p:sldLayoutIdLst>
  <p:hf hdr="0" ftr="0" dt="0"/>
  <p:txStyles>
    <p:titleStyle>
      <a:lvl1pPr algn="l" defTabSz="844083" rtl="0" eaLnBrk="1" latinLnBrk="0" hangingPunct="1">
        <a:spcBef>
          <a:spcPts val="0"/>
        </a:spcBef>
        <a:buNone/>
        <a:defRPr sz="1723" b="1" kern="1200">
          <a:solidFill>
            <a:schemeClr val="accent6"/>
          </a:solidFill>
          <a:latin typeface="Pretendard" panose="02000503000000020004" pitchFamily="50" charset="-127"/>
          <a:ea typeface="Pretendard" panose="02000503000000020004" pitchFamily="50" charset="-127"/>
          <a:cs typeface="Pretendard" panose="02000503000000020004" pitchFamily="50" charset="-127"/>
        </a:defRPr>
      </a:lvl1pPr>
    </p:titleStyle>
    <p:bodyStyle>
      <a:lvl1pPr marL="161197" indent="-161197" algn="l" defTabSz="844083" rtl="0" eaLnBrk="1" latinLnBrk="0" hangingPunct="1">
        <a:spcBef>
          <a:spcPts val="0"/>
        </a:spcBef>
        <a:buFont typeface="Wingdings" panose="05000000000000000000" pitchFamily="2" charset="2"/>
        <a:buChar char="§"/>
        <a:defRPr sz="1477" kern="1200">
          <a:solidFill>
            <a:schemeClr val="tx1"/>
          </a:solidFill>
          <a:latin typeface="Pretendard" panose="02000503000000020004" pitchFamily="50" charset="-127"/>
          <a:ea typeface="Pretendard" panose="02000503000000020004" pitchFamily="50" charset="-127"/>
          <a:cs typeface="Pretendard" panose="02000503000000020004" pitchFamily="50" charset="-127"/>
        </a:defRPr>
      </a:lvl1pPr>
      <a:lvl2pPr marL="335583" indent="-174386" algn="l" defTabSz="844083" rtl="0" eaLnBrk="1" latinLnBrk="0" hangingPunct="1">
        <a:spcBef>
          <a:spcPts val="0"/>
        </a:spcBef>
        <a:buFont typeface="Arial" panose="020B0604020202020204" pitchFamily="34" charset="0"/>
        <a:buChar char="-"/>
        <a:defRPr sz="1477" kern="1200">
          <a:solidFill>
            <a:schemeClr val="tx1"/>
          </a:solidFill>
          <a:latin typeface="Pretendard" panose="02000503000000020004" pitchFamily="50" charset="-127"/>
          <a:ea typeface="Pretendard" panose="02000503000000020004" pitchFamily="50" charset="-127"/>
          <a:cs typeface="Pretendard" panose="02000503000000020004" pitchFamily="50" charset="-127"/>
        </a:defRPr>
      </a:lvl2pPr>
      <a:lvl3pPr marL="496778" indent="-161197" algn="l" defTabSz="844083" rtl="0" eaLnBrk="1" latinLnBrk="0" hangingPunct="1">
        <a:spcBef>
          <a:spcPts val="0"/>
        </a:spcBef>
        <a:buFont typeface="바탕" panose="02030600000101010101" pitchFamily="18" charset="-127"/>
        <a:buChar char="∙"/>
        <a:defRPr sz="1477" kern="1200">
          <a:solidFill>
            <a:schemeClr val="tx1"/>
          </a:solidFill>
          <a:latin typeface="Pretendard" panose="02000503000000020004" pitchFamily="50" charset="-127"/>
          <a:ea typeface="Pretendard" panose="02000503000000020004" pitchFamily="50" charset="-127"/>
          <a:cs typeface="Pretendard" panose="02000503000000020004" pitchFamily="50" charset="-127"/>
        </a:defRPr>
      </a:lvl3pPr>
      <a:lvl4pPr marL="1477145" indent="-211021" algn="l" defTabSz="844083" rtl="0" eaLnBrk="1" latinLnBrk="1" hangingPunct="1">
        <a:spcBef>
          <a:spcPct val="20000"/>
        </a:spcBef>
        <a:buFont typeface="Arial" panose="020B0604020202020204" pitchFamily="34" charset="0"/>
        <a:buChar char="–"/>
        <a:defRPr sz="1292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899186" indent="-211021" algn="l" defTabSz="844083" rtl="0" eaLnBrk="1" latinLnBrk="1" hangingPunct="1">
        <a:spcBef>
          <a:spcPct val="20000"/>
        </a:spcBef>
        <a:buFont typeface="Arial" panose="020B0604020202020204" pitchFamily="34" charset="0"/>
        <a:buChar char="»"/>
        <a:defRPr sz="1292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321227" indent="-211021" algn="l" defTabSz="844083" rtl="0" eaLnBrk="1" latinLnBrk="1" hangingPunct="1">
        <a:spcBef>
          <a:spcPct val="20000"/>
        </a:spcBef>
        <a:buFont typeface="Arial" panose="020B0604020202020204" pitchFamily="34" charset="0"/>
        <a:buChar char="•"/>
        <a:defRPr sz="1846" kern="1200">
          <a:solidFill>
            <a:schemeClr val="tx1"/>
          </a:solidFill>
          <a:latin typeface="+mn-lt"/>
          <a:ea typeface="+mn-ea"/>
          <a:cs typeface="+mn-cs"/>
        </a:defRPr>
      </a:lvl6pPr>
      <a:lvl7pPr marL="2743269" indent="-211021" algn="l" defTabSz="844083" rtl="0" eaLnBrk="1" latinLnBrk="1" hangingPunct="1">
        <a:spcBef>
          <a:spcPct val="20000"/>
        </a:spcBef>
        <a:buFont typeface="Arial" panose="020B0604020202020204" pitchFamily="34" charset="0"/>
        <a:buChar char="•"/>
        <a:defRPr sz="1846" kern="1200">
          <a:solidFill>
            <a:schemeClr val="tx1"/>
          </a:solidFill>
          <a:latin typeface="+mn-lt"/>
          <a:ea typeface="+mn-ea"/>
          <a:cs typeface="+mn-cs"/>
        </a:defRPr>
      </a:lvl7pPr>
      <a:lvl8pPr marL="3165310" indent="-211021" algn="l" defTabSz="844083" rtl="0" eaLnBrk="1" latinLnBrk="1" hangingPunct="1">
        <a:spcBef>
          <a:spcPct val="20000"/>
        </a:spcBef>
        <a:buFont typeface="Arial" panose="020B0604020202020204" pitchFamily="34" charset="0"/>
        <a:buChar char="•"/>
        <a:defRPr sz="1846" kern="1200">
          <a:solidFill>
            <a:schemeClr val="tx1"/>
          </a:solidFill>
          <a:latin typeface="+mn-lt"/>
          <a:ea typeface="+mn-ea"/>
          <a:cs typeface="+mn-cs"/>
        </a:defRPr>
      </a:lvl8pPr>
      <a:lvl9pPr marL="3587351" indent="-211021" algn="l" defTabSz="844083" rtl="0" eaLnBrk="1" latinLnBrk="1" hangingPunct="1">
        <a:spcBef>
          <a:spcPct val="20000"/>
        </a:spcBef>
        <a:buFont typeface="Arial" panose="020B0604020202020204" pitchFamily="34" charset="0"/>
        <a:buChar char="•"/>
        <a:defRPr sz="184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844083" rtl="0" eaLnBrk="1" latinLnBrk="1" hangingPunct="1">
        <a:defRPr sz="1662" kern="1200">
          <a:solidFill>
            <a:schemeClr val="tx1"/>
          </a:solidFill>
          <a:latin typeface="+mn-lt"/>
          <a:ea typeface="+mn-ea"/>
          <a:cs typeface="+mn-cs"/>
        </a:defRPr>
      </a:lvl1pPr>
      <a:lvl2pPr marL="422041" algn="l" defTabSz="844083" rtl="0" eaLnBrk="1" latinLnBrk="1" hangingPunct="1">
        <a:defRPr sz="1662" kern="1200">
          <a:solidFill>
            <a:schemeClr val="tx1"/>
          </a:solidFill>
          <a:latin typeface="+mn-lt"/>
          <a:ea typeface="+mn-ea"/>
          <a:cs typeface="+mn-cs"/>
        </a:defRPr>
      </a:lvl2pPr>
      <a:lvl3pPr marL="844083" algn="l" defTabSz="844083" rtl="0" eaLnBrk="1" latinLnBrk="1" hangingPunct="1">
        <a:defRPr sz="1662" kern="1200">
          <a:solidFill>
            <a:schemeClr val="tx1"/>
          </a:solidFill>
          <a:latin typeface="+mn-lt"/>
          <a:ea typeface="+mn-ea"/>
          <a:cs typeface="+mn-cs"/>
        </a:defRPr>
      </a:lvl3pPr>
      <a:lvl4pPr marL="1266124" algn="l" defTabSz="844083" rtl="0" eaLnBrk="1" latinLnBrk="1" hangingPunct="1">
        <a:defRPr sz="1662" kern="1200">
          <a:solidFill>
            <a:schemeClr val="tx1"/>
          </a:solidFill>
          <a:latin typeface="+mn-lt"/>
          <a:ea typeface="+mn-ea"/>
          <a:cs typeface="+mn-cs"/>
        </a:defRPr>
      </a:lvl4pPr>
      <a:lvl5pPr marL="1688165" algn="l" defTabSz="844083" rtl="0" eaLnBrk="1" latinLnBrk="1" hangingPunct="1">
        <a:defRPr sz="1662" kern="1200">
          <a:solidFill>
            <a:schemeClr val="tx1"/>
          </a:solidFill>
          <a:latin typeface="+mn-lt"/>
          <a:ea typeface="+mn-ea"/>
          <a:cs typeface="+mn-cs"/>
        </a:defRPr>
      </a:lvl5pPr>
      <a:lvl6pPr marL="2110207" algn="l" defTabSz="844083" rtl="0" eaLnBrk="1" latinLnBrk="1" hangingPunct="1">
        <a:defRPr sz="1662" kern="1200">
          <a:solidFill>
            <a:schemeClr val="tx1"/>
          </a:solidFill>
          <a:latin typeface="+mn-lt"/>
          <a:ea typeface="+mn-ea"/>
          <a:cs typeface="+mn-cs"/>
        </a:defRPr>
      </a:lvl6pPr>
      <a:lvl7pPr marL="2532248" algn="l" defTabSz="844083" rtl="0" eaLnBrk="1" latinLnBrk="1" hangingPunct="1">
        <a:defRPr sz="1662" kern="1200">
          <a:solidFill>
            <a:schemeClr val="tx1"/>
          </a:solidFill>
          <a:latin typeface="+mn-lt"/>
          <a:ea typeface="+mn-ea"/>
          <a:cs typeface="+mn-cs"/>
        </a:defRPr>
      </a:lvl7pPr>
      <a:lvl8pPr marL="2954289" algn="l" defTabSz="844083" rtl="0" eaLnBrk="1" latinLnBrk="1" hangingPunct="1">
        <a:defRPr sz="1662" kern="1200">
          <a:solidFill>
            <a:schemeClr val="tx1"/>
          </a:solidFill>
          <a:latin typeface="+mn-lt"/>
          <a:ea typeface="+mn-ea"/>
          <a:cs typeface="+mn-cs"/>
        </a:defRPr>
      </a:lvl8pPr>
      <a:lvl9pPr marL="3376331" algn="l" defTabSz="844083" rtl="0" eaLnBrk="1" latinLnBrk="1" hangingPunct="1">
        <a:defRPr sz="166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Relationship Id="rId9" Type="http://schemas.openxmlformats.org/officeDocument/2006/relationships/hyperlink" Target="http://cpia.zoai.uk/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7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8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9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Relationship Id="rId9" Type="http://schemas.openxmlformats.org/officeDocument/2006/relationships/hyperlink" Target="http://cpia.zoai.uk/" TargetMode="Externa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0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2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6.jpg"/><Relationship Id="rId4" Type="http://schemas.openxmlformats.org/officeDocument/2006/relationships/image" Target="../media/image1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3.xml"/><Relationship Id="rId5" Type="http://schemas.microsoft.com/office/2007/relationships/hdphoto" Target="../media/hdphoto1.wdp"/><Relationship Id="rId4" Type="http://schemas.openxmlformats.org/officeDocument/2006/relationships/image" Target="../media/image34.png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microsoft.com/office/2007/relationships/hdphoto" Target="../media/hdphoto2.wdp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image" Target="../media/image36.png"/><Relationship Id="rId5" Type="http://schemas.openxmlformats.org/officeDocument/2006/relationships/image" Target="../media/image35.svg"/><Relationship Id="rId4" Type="http://schemas.openxmlformats.org/officeDocument/2006/relationships/notesSlide" Target="../notesSlides/notesSlide19.xml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tags" Target="../tags/tag10.xml"/><Relationship Id="rId3" Type="http://schemas.openxmlformats.org/officeDocument/2006/relationships/tags" Target="../tags/tag5.xml"/><Relationship Id="rId7" Type="http://schemas.openxmlformats.org/officeDocument/2006/relationships/tags" Target="../tags/tag9.xml"/><Relationship Id="rId12" Type="http://schemas.microsoft.com/office/2007/relationships/hdphoto" Target="../media/hdphoto3.wdp"/><Relationship Id="rId2" Type="http://schemas.openxmlformats.org/officeDocument/2006/relationships/tags" Target="../tags/tag4.xml"/><Relationship Id="rId1" Type="http://schemas.openxmlformats.org/officeDocument/2006/relationships/tags" Target="../tags/tag3.xml"/><Relationship Id="rId6" Type="http://schemas.openxmlformats.org/officeDocument/2006/relationships/tags" Target="../tags/tag8.xml"/><Relationship Id="rId11" Type="http://schemas.openxmlformats.org/officeDocument/2006/relationships/image" Target="../media/image38.png"/><Relationship Id="rId5" Type="http://schemas.openxmlformats.org/officeDocument/2006/relationships/tags" Target="../tags/tag7.xml"/><Relationship Id="rId10" Type="http://schemas.openxmlformats.org/officeDocument/2006/relationships/image" Target="../media/image37.png"/><Relationship Id="rId4" Type="http://schemas.openxmlformats.org/officeDocument/2006/relationships/tags" Target="../tags/tag6.xml"/><Relationship Id="rId9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tags" Target="../tags/tag13.xml"/><Relationship Id="rId2" Type="http://schemas.openxmlformats.org/officeDocument/2006/relationships/tags" Target="../tags/tag12.xml"/><Relationship Id="rId1" Type="http://schemas.openxmlformats.org/officeDocument/2006/relationships/tags" Target="../tags/tag11.xml"/><Relationship Id="rId5" Type="http://schemas.openxmlformats.org/officeDocument/2006/relationships/image" Target="../media/image39.png"/><Relationship Id="rId4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3" Type="http://schemas.microsoft.com/office/2007/relationships/hdphoto" Target="../media/hdphoto4.wdp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8.xml"/><Relationship Id="rId5" Type="http://schemas.microsoft.com/office/2007/relationships/hdphoto" Target="../media/hdphoto5.wdp"/><Relationship Id="rId4" Type="http://schemas.openxmlformats.org/officeDocument/2006/relationships/image" Target="../media/image41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jpeg"/><Relationship Id="rId2" Type="http://schemas.openxmlformats.org/officeDocument/2006/relationships/image" Target="../media/image42.jpe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44.jpeg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44">
            <a:extLst>
              <a:ext uri="{FF2B5EF4-FFF2-40B4-BE49-F238E27FC236}">
                <a16:creationId xmlns:a16="http://schemas.microsoft.com/office/drawing/2014/main" id="{5E2FB72D-9C44-FAB8-8BF1-58529E1751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66762" y="5678284"/>
            <a:ext cx="3258476" cy="649778"/>
          </a:xfrm>
          <a:prstGeom prst="rect">
            <a:avLst/>
          </a:prstGeom>
          <a:noFill/>
          <a:ln w="28575">
            <a:noFill/>
            <a:miter lim="800000"/>
            <a:headEnd/>
            <a:tailEnd/>
          </a:ln>
        </p:spPr>
        <p:txBody>
          <a:bodyPr wrap="none" lIns="0" tIns="0" rIns="0" bIns="0" anchor="t"/>
          <a:lstStyle/>
          <a:p>
            <a:pPr algn="ctr" defTabSz="843823" latinLnBrk="0">
              <a:lnSpc>
                <a:spcPct val="130000"/>
              </a:lnSpc>
              <a:spcAft>
                <a:spcPts val="554"/>
              </a:spcAft>
              <a:defRPr/>
            </a:pPr>
            <a:r>
              <a:rPr lang="en-US" altLang="ko-KR" sz="1600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SK</a:t>
            </a:r>
            <a:r>
              <a:rPr lang="ko-KR" altLang="en-US" sz="1600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에코플랜트 조형준 프로</a:t>
            </a:r>
            <a:br>
              <a:rPr lang="en-US" altLang="ko-KR" sz="1600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</a:br>
            <a:r>
              <a:rPr lang="en-US" altLang="ko-KR" sz="1600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`26.</a:t>
            </a:r>
            <a:r>
              <a:rPr lang="ko-KR" altLang="en-US" sz="1600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 </a:t>
            </a:r>
            <a:r>
              <a:rPr lang="en-US" altLang="ko-KR" sz="1600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06</a:t>
            </a:r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1BBECAB1-4C48-9451-B2EA-9E13F33D7895}"/>
              </a:ext>
            </a:extLst>
          </p:cNvPr>
          <p:cNvSpPr txBox="1">
            <a:spLocks/>
          </p:cNvSpPr>
          <p:nvPr/>
        </p:nvSpPr>
        <p:spPr>
          <a:xfrm>
            <a:off x="1767906" y="1298009"/>
            <a:ext cx="8656188" cy="1477328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algn="l" defTabSz="914400" rtl="0" eaLnBrk="1" latinLnBrk="0" hangingPunct="1">
              <a:spcBef>
                <a:spcPts val="0"/>
              </a:spcBef>
              <a:buNone/>
              <a:defRPr sz="2000" b="1" kern="1200">
                <a:solidFill>
                  <a:srgbClr val="EA002C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algn="ctr">
              <a:defRPr/>
            </a:pPr>
            <a:r>
              <a:rPr lang="ko-KR" altLang="en-US" sz="4800" dirty="0">
                <a:solidFill>
                  <a:schemeClr val="bg1"/>
                </a:solidFill>
                <a:latin typeface="+mj-ea"/>
                <a:cs typeface="Pretendard" panose="02000503000000020004" pitchFamily="50" charset="-127"/>
              </a:rPr>
              <a:t>현장 </a:t>
            </a:r>
            <a:r>
              <a:rPr lang="en-US" altLang="ko-KR" sz="4800" dirty="0">
                <a:solidFill>
                  <a:srgbClr val="87E0EB"/>
                </a:solidFill>
                <a:latin typeface="+mj-ea"/>
                <a:cs typeface="Pretendard" panose="02000503000000020004" pitchFamily="50" charset="-127"/>
              </a:rPr>
              <a:t>Bottleneck</a:t>
            </a:r>
            <a:r>
              <a:rPr lang="ko-KR" altLang="en-US" sz="4800" dirty="0">
                <a:solidFill>
                  <a:schemeClr val="bg1"/>
                </a:solidFill>
                <a:latin typeface="+mj-ea"/>
                <a:cs typeface="Pretendard" panose="02000503000000020004" pitchFamily="50" charset="-127"/>
              </a:rPr>
              <a:t>을 </a:t>
            </a:r>
            <a:endParaRPr lang="en-US" altLang="ko-KR" sz="4800" dirty="0">
              <a:solidFill>
                <a:schemeClr val="bg1"/>
              </a:solidFill>
              <a:latin typeface="+mj-ea"/>
              <a:cs typeface="Pretendard" panose="02000503000000020004" pitchFamily="50" charset="-127"/>
            </a:endParaRPr>
          </a:p>
          <a:p>
            <a:pPr algn="ctr">
              <a:defRPr/>
            </a:pPr>
            <a:r>
              <a:rPr lang="en-US" altLang="ko-KR" sz="4800" dirty="0">
                <a:solidFill>
                  <a:schemeClr val="bg1"/>
                </a:solidFill>
                <a:latin typeface="+mj-ea"/>
                <a:cs typeface="Pretendard" panose="02000503000000020004" pitchFamily="50" charset="-127"/>
              </a:rPr>
              <a:t>AI Agent</a:t>
            </a:r>
            <a:r>
              <a:rPr lang="ko-KR" altLang="en-US" sz="4800" dirty="0">
                <a:solidFill>
                  <a:schemeClr val="bg1"/>
                </a:solidFill>
                <a:latin typeface="+mj-ea"/>
                <a:cs typeface="Pretendard" panose="02000503000000020004" pitchFamily="50" charset="-127"/>
              </a:rPr>
              <a:t>로 재설계하다</a:t>
            </a:r>
            <a:endParaRPr lang="en-US" altLang="ko-KR" sz="2800" b="0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A6C36B1-322A-7266-E5D1-75FBA7B5A6C9}"/>
              </a:ext>
            </a:extLst>
          </p:cNvPr>
          <p:cNvSpPr txBox="1"/>
          <p:nvPr/>
        </p:nvSpPr>
        <p:spPr>
          <a:xfrm>
            <a:off x="176845" y="198576"/>
            <a:ext cx="3363421" cy="2534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ko-KR"/>
            </a:defPPr>
            <a:lvl1pPr>
              <a:lnSpc>
                <a:spcPct val="110000"/>
              </a:lnSpc>
              <a:defRPr sz="1600" spc="-6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defRPr>
            </a:lvl1pPr>
          </a:lstStyle>
          <a:p>
            <a:r>
              <a:rPr lang="en-US" altLang="ko-KR" sz="1000" spc="0" dirty="0">
                <a:solidFill>
                  <a:schemeClr val="bg1">
                    <a:lumMod val="65000"/>
                  </a:schemeClr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’26</a:t>
            </a:r>
            <a:r>
              <a:rPr lang="ko-KR" altLang="en-US" sz="1000" spc="0" dirty="0">
                <a:solidFill>
                  <a:schemeClr val="bg1">
                    <a:lumMod val="65000"/>
                  </a:schemeClr>
                </a:solidFill>
                <a:latin typeface="JetBrains Mono" panose="02000009000000000000" pitchFamily="49" charset="0"/>
                <a:cs typeface="JetBrains Mono" panose="02000009000000000000" pitchFamily="49" charset="0"/>
              </a:rPr>
              <a:t>년 </a:t>
            </a:r>
            <a:r>
              <a:rPr lang="en-US" altLang="ko-KR" sz="1000" spc="0" dirty="0">
                <a:solidFill>
                  <a:schemeClr val="bg1">
                    <a:lumMod val="65000"/>
                  </a:schemeClr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FLP </a:t>
            </a:r>
            <a:r>
              <a:rPr lang="ko-KR" altLang="en-US" sz="1000" spc="0" dirty="0">
                <a:solidFill>
                  <a:schemeClr val="bg1">
                    <a:lumMod val="65000"/>
                  </a:schemeClr>
                </a:solidFill>
                <a:latin typeface="JetBrains Mono" panose="02000009000000000000" pitchFamily="49" charset="0"/>
                <a:cs typeface="JetBrains Mono" panose="02000009000000000000" pitchFamily="49" charset="0"/>
              </a:rPr>
              <a:t>과정 </a:t>
            </a:r>
            <a:r>
              <a:rPr lang="en-US" altLang="ko-KR" sz="1000" spc="0" dirty="0">
                <a:solidFill>
                  <a:schemeClr val="bg1">
                    <a:lumMod val="65000"/>
                  </a:schemeClr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Module 2 – AX Design Project</a:t>
            </a:r>
            <a:endParaRPr lang="en-US" sz="1000" spc="0" dirty="0">
              <a:solidFill>
                <a:schemeClr val="bg1">
                  <a:lumMod val="65000"/>
                </a:schemeClr>
              </a:solidFill>
              <a:latin typeface="JetBrains Mono" panose="02000009000000000000" pitchFamily="49" charset="0"/>
              <a:ea typeface="JetBrains Mono" panose="02000009000000000000" pitchFamily="49" charset="0"/>
              <a:cs typeface="JetBrains Mono" panose="02000009000000000000" pitchFamily="49" charset="0"/>
            </a:endParaRPr>
          </a:p>
        </p:txBody>
      </p:sp>
      <p:sp>
        <p:nvSpPr>
          <p:cNvPr id="25" name="제목 1">
            <a:extLst>
              <a:ext uri="{FF2B5EF4-FFF2-40B4-BE49-F238E27FC236}">
                <a16:creationId xmlns:a16="http://schemas.microsoft.com/office/drawing/2014/main" id="{43AC7154-511E-0E78-6248-A6BC92639584}"/>
              </a:ext>
            </a:extLst>
          </p:cNvPr>
          <p:cNvSpPr txBox="1">
            <a:spLocks/>
          </p:cNvSpPr>
          <p:nvPr/>
        </p:nvSpPr>
        <p:spPr>
          <a:xfrm>
            <a:off x="1767906" y="2882834"/>
            <a:ext cx="8656188" cy="289888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algn="l" defTabSz="914400" rtl="0" eaLnBrk="1" latinLnBrk="0" hangingPunct="1">
              <a:spcBef>
                <a:spcPts val="0"/>
              </a:spcBef>
              <a:buNone/>
              <a:defRPr sz="2000" b="1" kern="1200">
                <a:solidFill>
                  <a:srgbClr val="EA002C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algn="ctr">
              <a:lnSpc>
                <a:spcPct val="130000"/>
              </a:lnSpc>
              <a:defRPr/>
            </a:pPr>
            <a:r>
              <a:rPr lang="en-US" altLang="ko-KR" sz="1600" b="0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Hi-tech </a:t>
            </a:r>
            <a:r>
              <a:rPr lang="ko-KR" altLang="en-US" sz="1600" b="0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현장 운영 구조 전환을 위한</a:t>
            </a:r>
            <a:r>
              <a:rPr lang="en-US" altLang="ko-KR" sz="1600" b="0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, </a:t>
            </a:r>
            <a:r>
              <a:rPr lang="ko-KR" altLang="en-US" sz="1600" b="0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생산성 최적화 </a:t>
            </a:r>
            <a:r>
              <a:rPr lang="en-US" altLang="ko-KR" sz="1600" b="0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AI Agent : CPIA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567FB8D3-EAE0-41AB-7B48-7C8113331709}"/>
              </a:ext>
            </a:extLst>
          </p:cNvPr>
          <p:cNvSpPr/>
          <p:nvPr/>
        </p:nvSpPr>
        <p:spPr>
          <a:xfrm>
            <a:off x="1767906" y="3794971"/>
            <a:ext cx="2565838" cy="1261064"/>
          </a:xfrm>
          <a:prstGeom prst="rect">
            <a:avLst/>
          </a:prstGeom>
          <a:solidFill>
            <a:srgbClr val="15233A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altLang="ko-KR" sz="1477" b="1" dirty="0">
              <a:solidFill>
                <a:schemeClr val="tx1"/>
              </a:solidFill>
              <a:latin typeface="Pretendard" panose="02000503000000020004" pitchFamily="50" charset="-127"/>
              <a:ea typeface="Pretendard" panose="02000503000000020004" pitchFamily="50" charset="-127"/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FC2DF6E1-F622-CA3C-F90B-4E8315BAFB21}"/>
              </a:ext>
            </a:extLst>
          </p:cNvPr>
          <p:cNvSpPr/>
          <p:nvPr/>
        </p:nvSpPr>
        <p:spPr>
          <a:xfrm>
            <a:off x="4813081" y="3794971"/>
            <a:ext cx="2565838" cy="1261064"/>
          </a:xfrm>
          <a:prstGeom prst="rect">
            <a:avLst/>
          </a:prstGeom>
          <a:solidFill>
            <a:srgbClr val="15233A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altLang="ko-KR" sz="1477" b="1" dirty="0">
              <a:solidFill>
                <a:schemeClr val="tx1"/>
              </a:solidFill>
              <a:latin typeface="Pretendard" panose="02000503000000020004" pitchFamily="50" charset="-127"/>
              <a:ea typeface="Pretendard" panose="02000503000000020004" pitchFamily="50" charset="-127"/>
            </a:endParaRP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0CAD972E-F211-4F99-342C-CB4CE8C9A1D7}"/>
              </a:ext>
            </a:extLst>
          </p:cNvPr>
          <p:cNvSpPr/>
          <p:nvPr/>
        </p:nvSpPr>
        <p:spPr>
          <a:xfrm>
            <a:off x="7858256" y="3794971"/>
            <a:ext cx="2565838" cy="1261064"/>
          </a:xfrm>
          <a:prstGeom prst="rect">
            <a:avLst/>
          </a:prstGeom>
          <a:solidFill>
            <a:srgbClr val="15233A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altLang="ko-KR" sz="1477" b="1" dirty="0">
              <a:solidFill>
                <a:schemeClr val="tx1"/>
              </a:solidFill>
              <a:latin typeface="Pretendard" panose="02000503000000020004" pitchFamily="50" charset="-127"/>
              <a:ea typeface="Pretendard" panose="02000503000000020004" pitchFamily="50" charset="-12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9822EDE-B7FE-9B7B-11CA-2478790B8DE7}"/>
              </a:ext>
            </a:extLst>
          </p:cNvPr>
          <p:cNvSpPr txBox="1"/>
          <p:nvPr/>
        </p:nvSpPr>
        <p:spPr>
          <a:xfrm>
            <a:off x="1991282" y="3939348"/>
            <a:ext cx="1261884" cy="14574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>
              <a:lnSpc>
                <a:spcPct val="110000"/>
              </a:lnSpc>
              <a:defRPr sz="1600" spc="-6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defRPr>
            </a:lvl1pPr>
          </a:lstStyle>
          <a:p>
            <a:r>
              <a:rPr lang="en-US" altLang="ko-KR" sz="900" spc="0" dirty="0">
                <a:solidFill>
                  <a:schemeClr val="bg1">
                    <a:lumMod val="65000"/>
                  </a:schemeClr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MONTHLY SAVING</a:t>
            </a:r>
            <a:endParaRPr lang="en-US" sz="900" spc="0" dirty="0">
              <a:solidFill>
                <a:schemeClr val="bg1">
                  <a:lumMod val="65000"/>
                </a:schemeClr>
              </a:solidFill>
              <a:latin typeface="JetBrains Mono" panose="02000009000000000000" pitchFamily="49" charset="0"/>
              <a:ea typeface="JetBrains Mono" panose="02000009000000000000" pitchFamily="49" charset="0"/>
              <a:cs typeface="JetBrains Mono" panose="02000009000000000000" pitchFamily="49" charset="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65C1A43-E1FC-F156-511B-1CA9490A90EC}"/>
              </a:ext>
            </a:extLst>
          </p:cNvPr>
          <p:cNvSpPr txBox="1"/>
          <p:nvPr/>
        </p:nvSpPr>
        <p:spPr>
          <a:xfrm>
            <a:off x="5068380" y="3939348"/>
            <a:ext cx="1107996" cy="14574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>
              <a:lnSpc>
                <a:spcPct val="110000"/>
              </a:lnSpc>
              <a:defRPr sz="1000" spc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defRPr>
            </a:lvl1pPr>
          </a:lstStyle>
          <a:p>
            <a:r>
              <a:rPr lang="en-US" altLang="ko-KR" sz="900" dirty="0"/>
              <a:t>REALLOCATION</a:t>
            </a:r>
            <a:endParaRPr lang="en-US" sz="9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4A3A17D-193E-4256-9049-121BD290B22C}"/>
              </a:ext>
            </a:extLst>
          </p:cNvPr>
          <p:cNvSpPr txBox="1"/>
          <p:nvPr/>
        </p:nvSpPr>
        <p:spPr>
          <a:xfrm>
            <a:off x="8083923" y="3939348"/>
            <a:ext cx="1646605" cy="14574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>
              <a:lnSpc>
                <a:spcPct val="110000"/>
              </a:lnSpc>
              <a:defRPr sz="1000" spc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defRPr>
            </a:lvl1pPr>
          </a:lstStyle>
          <a:p>
            <a:r>
              <a:rPr lang="en-US" altLang="ko-KR" sz="900" dirty="0"/>
              <a:t>SCHEDULE ACCELATION</a:t>
            </a:r>
            <a:endParaRPr lang="en-US" sz="900" dirty="0"/>
          </a:p>
        </p:txBody>
      </p:sp>
      <p:sp>
        <p:nvSpPr>
          <p:cNvPr id="33" name="제목 1">
            <a:extLst>
              <a:ext uri="{FF2B5EF4-FFF2-40B4-BE49-F238E27FC236}">
                <a16:creationId xmlns:a16="http://schemas.microsoft.com/office/drawing/2014/main" id="{247010F0-AC66-C733-466A-3E544C5C6ED4}"/>
              </a:ext>
            </a:extLst>
          </p:cNvPr>
          <p:cNvSpPr txBox="1">
            <a:spLocks/>
          </p:cNvSpPr>
          <p:nvPr/>
        </p:nvSpPr>
        <p:spPr>
          <a:xfrm>
            <a:off x="1991282" y="4181604"/>
            <a:ext cx="1963881" cy="430887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algn="l" defTabSz="914400" rtl="0" eaLnBrk="1" latinLnBrk="0" hangingPunct="1">
              <a:spcBef>
                <a:spcPts val="0"/>
              </a:spcBef>
              <a:buNone/>
              <a:defRPr sz="2000" b="1" kern="1200">
                <a:solidFill>
                  <a:srgbClr val="EA002C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ko-KR" sz="2800" dirty="0">
                <a:solidFill>
                  <a:srgbClr val="87E0EB"/>
                </a:solidFill>
                <a:latin typeface="+mj-ea"/>
                <a:cs typeface="Pretendard" panose="02000503000000020004" pitchFamily="50" charset="-127"/>
              </a:rPr>
              <a:t>2,155</a:t>
            </a:r>
            <a:r>
              <a:rPr lang="en-US" altLang="ko-KR" sz="2800" dirty="0">
                <a:solidFill>
                  <a:schemeClr val="bg1"/>
                </a:solidFill>
                <a:latin typeface="+mj-ea"/>
                <a:cs typeface="Pretendard" panose="02000503000000020004" pitchFamily="50" charset="-127"/>
              </a:rPr>
              <a:t> </a:t>
            </a:r>
            <a:r>
              <a:rPr lang="en-US" altLang="ko-KR" sz="1400" b="0" dirty="0">
                <a:solidFill>
                  <a:schemeClr val="bg1">
                    <a:lumMod val="85000"/>
                  </a:schemeClr>
                </a:solidFill>
                <a:latin typeface="+mj-ea"/>
                <a:cs typeface="Pretendard" panose="02000503000000020004" pitchFamily="50" charset="-127"/>
              </a:rPr>
              <a:t>h / M</a:t>
            </a:r>
          </a:p>
        </p:txBody>
      </p:sp>
      <p:sp>
        <p:nvSpPr>
          <p:cNvPr id="35" name="제목 1">
            <a:extLst>
              <a:ext uri="{FF2B5EF4-FFF2-40B4-BE49-F238E27FC236}">
                <a16:creationId xmlns:a16="http://schemas.microsoft.com/office/drawing/2014/main" id="{60C4F24D-883C-8FA6-D84C-7227794F062C}"/>
              </a:ext>
            </a:extLst>
          </p:cNvPr>
          <p:cNvSpPr txBox="1">
            <a:spLocks/>
          </p:cNvSpPr>
          <p:nvPr/>
        </p:nvSpPr>
        <p:spPr>
          <a:xfrm>
            <a:off x="1991282" y="4723501"/>
            <a:ext cx="1963881" cy="153888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algn="l" defTabSz="914400" rtl="0" eaLnBrk="1" latinLnBrk="0" hangingPunct="1">
              <a:spcBef>
                <a:spcPts val="0"/>
              </a:spcBef>
              <a:buNone/>
              <a:defRPr sz="2000" b="1" kern="1200">
                <a:solidFill>
                  <a:srgbClr val="EA002C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ko-KR" sz="1000" b="0" dirty="0">
                <a:solidFill>
                  <a:schemeClr val="bg1">
                    <a:lumMod val="85000"/>
                  </a:schemeClr>
                </a:solidFill>
                <a:latin typeface="+mj-ea"/>
                <a:cs typeface="Pretendard" panose="02000503000000020004" pitchFamily="50" charset="-127"/>
              </a:rPr>
              <a:t>2,506h </a:t>
            </a:r>
            <a:r>
              <a:rPr lang="ko-KR" altLang="en-US" sz="1000" b="0" dirty="0">
                <a:solidFill>
                  <a:schemeClr val="bg1">
                    <a:lumMod val="85000"/>
                  </a:schemeClr>
                </a:solidFill>
                <a:latin typeface="+mj-ea"/>
                <a:cs typeface="Pretendard" panose="02000503000000020004" pitchFamily="50" charset="-127"/>
              </a:rPr>
              <a:t>수작업 → </a:t>
            </a:r>
            <a:r>
              <a:rPr lang="en-US" altLang="ko-KR" sz="1000" b="0" dirty="0">
                <a:solidFill>
                  <a:schemeClr val="bg1">
                    <a:lumMod val="85000"/>
                  </a:schemeClr>
                </a:solidFill>
                <a:latin typeface="+mj-ea"/>
                <a:cs typeface="Pretendard" panose="02000503000000020004" pitchFamily="50" charset="-127"/>
              </a:rPr>
              <a:t>351h AI </a:t>
            </a:r>
            <a:r>
              <a:rPr lang="ko-KR" altLang="en-US" sz="1000" b="0" dirty="0">
                <a:solidFill>
                  <a:schemeClr val="bg1">
                    <a:lumMod val="85000"/>
                  </a:schemeClr>
                </a:solidFill>
                <a:latin typeface="+mj-ea"/>
                <a:cs typeface="Pretendard" panose="02000503000000020004" pitchFamily="50" charset="-127"/>
              </a:rPr>
              <a:t>자동화</a:t>
            </a:r>
            <a:endParaRPr lang="en-US" altLang="ko-KR" sz="1000" b="0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bg1">
                  <a:lumMod val="85000"/>
                </a:schemeClr>
              </a:solidFill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36" name="제목 1">
            <a:extLst>
              <a:ext uri="{FF2B5EF4-FFF2-40B4-BE49-F238E27FC236}">
                <a16:creationId xmlns:a16="http://schemas.microsoft.com/office/drawing/2014/main" id="{D129F432-0E6D-4D0C-1D70-F3FB7A389894}"/>
              </a:ext>
            </a:extLst>
          </p:cNvPr>
          <p:cNvSpPr txBox="1">
            <a:spLocks/>
          </p:cNvSpPr>
          <p:nvPr/>
        </p:nvSpPr>
        <p:spPr>
          <a:xfrm>
            <a:off x="5068380" y="4181604"/>
            <a:ext cx="1963881" cy="430887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algn="l" defTabSz="914400" rtl="0" eaLnBrk="1" latinLnBrk="0" hangingPunct="1">
              <a:spcBef>
                <a:spcPts val="0"/>
              </a:spcBef>
              <a:buNone/>
              <a:defRPr sz="2000" b="1" kern="1200">
                <a:solidFill>
                  <a:srgbClr val="EA002C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ko-KR" sz="2800" dirty="0">
                <a:solidFill>
                  <a:srgbClr val="87E0EB"/>
                </a:solidFill>
                <a:latin typeface="+mj-ea"/>
                <a:cs typeface="Pretendard" panose="02000503000000020004" pitchFamily="50" charset="-127"/>
              </a:rPr>
              <a:t>15.4</a:t>
            </a:r>
            <a:r>
              <a:rPr lang="en-US" altLang="ko-KR" sz="2800" dirty="0">
                <a:solidFill>
                  <a:schemeClr val="bg1"/>
                </a:solidFill>
                <a:latin typeface="+mj-ea"/>
                <a:cs typeface="Pretendard" panose="02000503000000020004" pitchFamily="50" charset="-127"/>
              </a:rPr>
              <a:t> </a:t>
            </a:r>
            <a:r>
              <a:rPr lang="en-US" altLang="ko-KR" sz="1400" b="0" dirty="0">
                <a:solidFill>
                  <a:schemeClr val="bg1">
                    <a:lumMod val="85000"/>
                  </a:schemeClr>
                </a:solidFill>
                <a:latin typeface="+mj-ea"/>
                <a:cs typeface="Pretendard" panose="02000503000000020004" pitchFamily="50" charset="-127"/>
              </a:rPr>
              <a:t>MP</a:t>
            </a:r>
            <a:endParaRPr lang="en-US" altLang="ko-KR" sz="1400" b="0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bg1">
                  <a:lumMod val="85000"/>
                </a:schemeClr>
              </a:solidFill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37" name="제목 1">
            <a:extLst>
              <a:ext uri="{FF2B5EF4-FFF2-40B4-BE49-F238E27FC236}">
                <a16:creationId xmlns:a16="http://schemas.microsoft.com/office/drawing/2014/main" id="{C1441C4B-DB0F-848E-8D64-F8D5651805C8}"/>
              </a:ext>
            </a:extLst>
          </p:cNvPr>
          <p:cNvSpPr txBox="1">
            <a:spLocks/>
          </p:cNvSpPr>
          <p:nvPr/>
        </p:nvSpPr>
        <p:spPr>
          <a:xfrm>
            <a:off x="5068380" y="4723501"/>
            <a:ext cx="2237295" cy="153888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algn="l" defTabSz="914400" rtl="0" eaLnBrk="1" latinLnBrk="0" hangingPunct="1">
              <a:spcBef>
                <a:spcPts val="0"/>
              </a:spcBef>
              <a:buNone/>
              <a:defRPr sz="2000" b="1" kern="1200">
                <a:solidFill>
                  <a:srgbClr val="EA002C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ko-KR" sz="1000" b="0" dirty="0">
                <a:solidFill>
                  <a:schemeClr val="bg1">
                    <a:lumMod val="85000"/>
                  </a:schemeClr>
                </a:solidFill>
                <a:latin typeface="+mj-ea"/>
                <a:cs typeface="Pretendard" panose="02000503000000020004" pitchFamily="50" charset="-127"/>
              </a:rPr>
              <a:t>Middle Office → Front Office </a:t>
            </a:r>
            <a:r>
              <a:rPr lang="ko-KR" altLang="en-US" sz="1000" b="0" dirty="0">
                <a:solidFill>
                  <a:schemeClr val="bg1">
                    <a:lumMod val="85000"/>
                  </a:schemeClr>
                </a:solidFill>
                <a:latin typeface="+mj-ea"/>
                <a:cs typeface="Pretendard" panose="02000503000000020004" pitchFamily="50" charset="-127"/>
              </a:rPr>
              <a:t>재배치</a:t>
            </a:r>
            <a:endParaRPr lang="en-US" altLang="ko-KR" sz="1000" b="0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bg1">
                  <a:lumMod val="85000"/>
                </a:schemeClr>
              </a:solidFill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38" name="제목 1">
            <a:extLst>
              <a:ext uri="{FF2B5EF4-FFF2-40B4-BE49-F238E27FC236}">
                <a16:creationId xmlns:a16="http://schemas.microsoft.com/office/drawing/2014/main" id="{84ECAF93-7609-17E9-0FE1-7560B3551A45}"/>
              </a:ext>
            </a:extLst>
          </p:cNvPr>
          <p:cNvSpPr txBox="1">
            <a:spLocks/>
          </p:cNvSpPr>
          <p:nvPr/>
        </p:nvSpPr>
        <p:spPr>
          <a:xfrm>
            <a:off x="8083923" y="4181604"/>
            <a:ext cx="1963881" cy="430887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algn="l" defTabSz="914400" rtl="0" eaLnBrk="1" latinLnBrk="0" hangingPunct="1">
              <a:spcBef>
                <a:spcPts val="0"/>
              </a:spcBef>
              <a:buNone/>
              <a:defRPr sz="2000" b="1" kern="1200">
                <a:solidFill>
                  <a:srgbClr val="EA002C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ko-KR" sz="2800" dirty="0">
                <a:solidFill>
                  <a:srgbClr val="87E0EB"/>
                </a:solidFill>
                <a:latin typeface="+mj-ea"/>
                <a:cs typeface="Pretendard" panose="02000503000000020004" pitchFamily="50" charset="-127"/>
              </a:rPr>
              <a:t>3~7</a:t>
            </a:r>
            <a:r>
              <a:rPr lang="en-US" altLang="ko-KR" sz="2800" dirty="0">
                <a:solidFill>
                  <a:schemeClr val="bg1"/>
                </a:solidFill>
                <a:latin typeface="+mj-ea"/>
                <a:cs typeface="Pretendard" panose="02000503000000020004" pitchFamily="50" charset="-127"/>
              </a:rPr>
              <a:t> </a:t>
            </a:r>
            <a:r>
              <a:rPr lang="en-US" altLang="ko-KR" sz="1400" b="0" dirty="0">
                <a:solidFill>
                  <a:schemeClr val="bg1">
                    <a:lumMod val="85000"/>
                  </a:schemeClr>
                </a:solidFill>
                <a:latin typeface="+mj-ea"/>
                <a:cs typeface="Pretendard" panose="02000503000000020004" pitchFamily="50" charset="-127"/>
              </a:rPr>
              <a:t>Day / Site</a:t>
            </a:r>
            <a:endParaRPr lang="en-US" altLang="ko-KR" sz="1400" b="0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bg1">
                  <a:lumMod val="85000"/>
                </a:schemeClr>
              </a:solidFill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793B0BD1-EE98-F7DC-BFF8-3F086CA15EE2}"/>
              </a:ext>
            </a:extLst>
          </p:cNvPr>
          <p:cNvSpPr txBox="1">
            <a:spLocks/>
          </p:cNvSpPr>
          <p:nvPr/>
        </p:nvSpPr>
        <p:spPr>
          <a:xfrm>
            <a:off x="8083923" y="4723501"/>
            <a:ext cx="1963881" cy="153888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algn="l" defTabSz="914400" rtl="0" eaLnBrk="1" latinLnBrk="0" hangingPunct="1">
              <a:spcBef>
                <a:spcPts val="0"/>
              </a:spcBef>
              <a:buNone/>
              <a:defRPr sz="2000" b="1" kern="1200">
                <a:solidFill>
                  <a:srgbClr val="EA002C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ko-KR" sz="1000" b="0" dirty="0">
                <a:solidFill>
                  <a:schemeClr val="bg1">
                    <a:lumMod val="85000"/>
                  </a:schemeClr>
                </a:solidFill>
                <a:latin typeface="+mj-ea"/>
                <a:cs typeface="Pretendard" panose="02000503000000020004" pitchFamily="50" charset="-127"/>
              </a:rPr>
              <a:t>Faster Time to Yield</a:t>
            </a:r>
            <a:endParaRPr lang="en-US" altLang="ko-KR" sz="1000" b="0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bg1">
                  <a:lumMod val="85000"/>
                </a:schemeClr>
              </a:solidFill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7965448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AD9D51D-4234-C2C6-4AD1-CE98E91097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44">
            <a:extLst>
              <a:ext uri="{FF2B5EF4-FFF2-40B4-BE49-F238E27FC236}">
                <a16:creationId xmlns:a16="http://schemas.microsoft.com/office/drawing/2014/main" id="{A2A36178-3201-1181-3E66-3B863AB654F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66762" y="5577672"/>
            <a:ext cx="3258476" cy="649778"/>
          </a:xfrm>
          <a:prstGeom prst="rect">
            <a:avLst/>
          </a:prstGeom>
          <a:noFill/>
          <a:ln w="28575">
            <a:noFill/>
            <a:miter lim="800000"/>
            <a:headEnd/>
            <a:tailEnd/>
          </a:ln>
        </p:spPr>
        <p:txBody>
          <a:bodyPr wrap="none" lIns="0" tIns="0" rIns="0" bIns="0" anchor="t"/>
          <a:lstStyle/>
          <a:p>
            <a:pPr algn="ctr" defTabSz="843823" latinLnBrk="0">
              <a:lnSpc>
                <a:spcPct val="130000"/>
              </a:lnSpc>
              <a:spcAft>
                <a:spcPts val="554"/>
              </a:spcAft>
              <a:defRPr/>
            </a:pPr>
            <a:r>
              <a:rPr lang="en-US" altLang="ko-KR" sz="1600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SK</a:t>
            </a:r>
            <a:r>
              <a:rPr lang="ko-KR" altLang="en-US" sz="1600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에코플랜트 조형준 프로</a:t>
            </a:r>
            <a:br>
              <a:rPr lang="en-US" altLang="ko-KR" sz="1600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</a:br>
            <a:r>
              <a:rPr lang="en-US" altLang="ko-KR" sz="1600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`26.</a:t>
            </a:r>
            <a:r>
              <a:rPr lang="ko-KR" altLang="en-US" sz="1600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 </a:t>
            </a:r>
            <a:r>
              <a:rPr lang="en-US" altLang="ko-KR" sz="1600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06</a:t>
            </a:r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5C4A4FE1-2A62-7088-37A3-9AAB9C32103A}"/>
              </a:ext>
            </a:extLst>
          </p:cNvPr>
          <p:cNvSpPr txBox="1">
            <a:spLocks/>
          </p:cNvSpPr>
          <p:nvPr/>
        </p:nvSpPr>
        <p:spPr>
          <a:xfrm>
            <a:off x="1767906" y="2343038"/>
            <a:ext cx="8656188" cy="1477328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algn="l" defTabSz="914400" rtl="0" eaLnBrk="1" latinLnBrk="0" hangingPunct="1">
              <a:spcBef>
                <a:spcPts val="0"/>
              </a:spcBef>
              <a:buNone/>
              <a:defRPr sz="2000" b="1" kern="1200">
                <a:solidFill>
                  <a:srgbClr val="EA002C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algn="ctr">
              <a:defRPr/>
            </a:pPr>
            <a:r>
              <a:rPr lang="ko-KR" altLang="en-US" sz="4800" dirty="0">
                <a:solidFill>
                  <a:schemeClr val="bg1"/>
                </a:solidFill>
                <a:latin typeface="+mj-ea"/>
                <a:cs typeface="Pretendard" panose="02000503000000020004" pitchFamily="50" charset="-127"/>
              </a:rPr>
              <a:t>현장 </a:t>
            </a:r>
            <a:r>
              <a:rPr lang="en-US" altLang="ko-KR" sz="4800" dirty="0">
                <a:solidFill>
                  <a:srgbClr val="87E0EB"/>
                </a:solidFill>
                <a:latin typeface="+mj-ea"/>
                <a:cs typeface="Pretendard" panose="02000503000000020004" pitchFamily="50" charset="-127"/>
              </a:rPr>
              <a:t>Bottleneck</a:t>
            </a:r>
            <a:r>
              <a:rPr lang="ko-KR" altLang="en-US" sz="4800" dirty="0">
                <a:solidFill>
                  <a:schemeClr val="bg1"/>
                </a:solidFill>
                <a:latin typeface="+mj-ea"/>
                <a:cs typeface="Pretendard" panose="02000503000000020004" pitchFamily="50" charset="-127"/>
              </a:rPr>
              <a:t>을 </a:t>
            </a:r>
            <a:endParaRPr lang="en-US" altLang="ko-KR" sz="4800" dirty="0">
              <a:solidFill>
                <a:schemeClr val="bg1"/>
              </a:solidFill>
              <a:latin typeface="+mj-ea"/>
              <a:cs typeface="Pretendard" panose="02000503000000020004" pitchFamily="50" charset="-127"/>
            </a:endParaRPr>
          </a:p>
          <a:p>
            <a:pPr algn="ctr">
              <a:defRPr/>
            </a:pPr>
            <a:r>
              <a:rPr lang="en-US" altLang="ko-KR" sz="4800" dirty="0">
                <a:solidFill>
                  <a:schemeClr val="bg1"/>
                </a:solidFill>
                <a:latin typeface="+mj-ea"/>
                <a:cs typeface="Pretendard" panose="02000503000000020004" pitchFamily="50" charset="-127"/>
              </a:rPr>
              <a:t>AI Agent</a:t>
            </a:r>
            <a:r>
              <a:rPr lang="ko-KR" altLang="en-US" sz="4800" dirty="0">
                <a:solidFill>
                  <a:schemeClr val="bg1"/>
                </a:solidFill>
                <a:latin typeface="+mj-ea"/>
                <a:cs typeface="Pretendard" panose="02000503000000020004" pitchFamily="50" charset="-127"/>
              </a:rPr>
              <a:t>로 재설계하다</a:t>
            </a:r>
            <a:endParaRPr lang="en-US" altLang="ko-KR" sz="2800" b="0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85B4574-C598-96A8-F0FE-28494F34C0DF}"/>
              </a:ext>
            </a:extLst>
          </p:cNvPr>
          <p:cNvSpPr txBox="1"/>
          <p:nvPr/>
        </p:nvSpPr>
        <p:spPr>
          <a:xfrm>
            <a:off x="176845" y="198576"/>
            <a:ext cx="3363421" cy="2534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ko-KR"/>
            </a:defPPr>
            <a:lvl1pPr>
              <a:lnSpc>
                <a:spcPct val="110000"/>
              </a:lnSpc>
              <a:defRPr sz="1600" spc="-6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defRPr>
            </a:lvl1pPr>
          </a:lstStyle>
          <a:p>
            <a:r>
              <a:rPr lang="en-US" altLang="ko-KR" sz="1000" spc="0" dirty="0">
                <a:solidFill>
                  <a:schemeClr val="bg1">
                    <a:lumMod val="65000"/>
                  </a:schemeClr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’26</a:t>
            </a:r>
            <a:r>
              <a:rPr lang="ko-KR" altLang="en-US" sz="1000" spc="0" dirty="0">
                <a:solidFill>
                  <a:schemeClr val="bg1">
                    <a:lumMod val="65000"/>
                  </a:schemeClr>
                </a:solidFill>
                <a:latin typeface="JetBrains Mono" panose="02000009000000000000" pitchFamily="49" charset="0"/>
                <a:cs typeface="JetBrains Mono" panose="02000009000000000000" pitchFamily="49" charset="0"/>
              </a:rPr>
              <a:t>년 </a:t>
            </a:r>
            <a:r>
              <a:rPr lang="en-US" altLang="ko-KR" sz="1000" spc="0" dirty="0">
                <a:solidFill>
                  <a:schemeClr val="bg1">
                    <a:lumMod val="65000"/>
                  </a:schemeClr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FLP </a:t>
            </a:r>
            <a:r>
              <a:rPr lang="ko-KR" altLang="en-US" sz="1000" spc="0" dirty="0">
                <a:solidFill>
                  <a:schemeClr val="bg1">
                    <a:lumMod val="65000"/>
                  </a:schemeClr>
                </a:solidFill>
                <a:latin typeface="JetBrains Mono" panose="02000009000000000000" pitchFamily="49" charset="0"/>
                <a:cs typeface="JetBrains Mono" panose="02000009000000000000" pitchFamily="49" charset="0"/>
              </a:rPr>
              <a:t>과정 </a:t>
            </a:r>
            <a:r>
              <a:rPr lang="en-US" altLang="ko-KR" sz="1000" spc="0" dirty="0">
                <a:solidFill>
                  <a:schemeClr val="bg1">
                    <a:lumMod val="65000"/>
                  </a:schemeClr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Module 2 – AX Design Project</a:t>
            </a:r>
            <a:endParaRPr lang="en-US" sz="1000" spc="0" dirty="0">
              <a:solidFill>
                <a:schemeClr val="bg1">
                  <a:lumMod val="65000"/>
                </a:schemeClr>
              </a:solidFill>
              <a:latin typeface="JetBrains Mono" panose="02000009000000000000" pitchFamily="49" charset="0"/>
              <a:ea typeface="JetBrains Mono" panose="02000009000000000000" pitchFamily="49" charset="0"/>
              <a:cs typeface="JetBrains Mono" panose="02000009000000000000" pitchFamily="49" charset="0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13ECA46E-3A10-4602-BDBA-20AA2E916D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38311" y="198576"/>
            <a:ext cx="3931557" cy="2457223"/>
          </a:xfrm>
          <a:prstGeom prst="rect">
            <a:avLst/>
          </a:prstGeom>
        </p:spPr>
      </p:pic>
      <p:sp>
        <p:nvSpPr>
          <p:cNvPr id="25" name="제목 1">
            <a:extLst>
              <a:ext uri="{FF2B5EF4-FFF2-40B4-BE49-F238E27FC236}">
                <a16:creationId xmlns:a16="http://schemas.microsoft.com/office/drawing/2014/main" id="{2E3B422C-8B45-C7BA-214D-8DF8C3F15333}"/>
              </a:ext>
            </a:extLst>
          </p:cNvPr>
          <p:cNvSpPr txBox="1">
            <a:spLocks/>
          </p:cNvSpPr>
          <p:nvPr/>
        </p:nvSpPr>
        <p:spPr>
          <a:xfrm>
            <a:off x="1767906" y="3927863"/>
            <a:ext cx="8656188" cy="289888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algn="l" defTabSz="914400" rtl="0" eaLnBrk="1" latinLnBrk="0" hangingPunct="1">
              <a:spcBef>
                <a:spcPts val="0"/>
              </a:spcBef>
              <a:buNone/>
              <a:defRPr sz="2000" b="1" kern="1200">
                <a:solidFill>
                  <a:srgbClr val="EA002C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algn="ctr">
              <a:lnSpc>
                <a:spcPct val="130000"/>
              </a:lnSpc>
              <a:defRPr/>
            </a:pPr>
            <a:r>
              <a:rPr lang="ko-KR" altLang="en-US" sz="1600" b="0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현장 운영 구조 전환을 위한</a:t>
            </a:r>
            <a:r>
              <a:rPr lang="en-US" altLang="ko-KR" sz="1600" b="0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, </a:t>
            </a:r>
            <a:r>
              <a:rPr lang="ko-KR" altLang="en-US" sz="1600" b="0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생산성 최적화 </a:t>
            </a:r>
            <a:r>
              <a:rPr lang="en-US" altLang="ko-KR" sz="1600" b="0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AI Agent : CPIA</a:t>
            </a:r>
          </a:p>
        </p:txBody>
      </p:sp>
    </p:spTree>
    <p:extLst>
      <p:ext uri="{BB962C8B-B14F-4D97-AF65-F5344CB8AC3E}">
        <p14:creationId xmlns:p14="http://schemas.microsoft.com/office/powerpoint/2010/main" val="260856537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14A1D2-F1B7-9B83-1905-F9CAE3AB9D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텍스트 개체 틀 3">
            <a:extLst>
              <a:ext uri="{FF2B5EF4-FFF2-40B4-BE49-F238E27FC236}">
                <a16:creationId xmlns:a16="http://schemas.microsoft.com/office/drawing/2014/main" id="{4C52A64A-8A8B-E2F7-BFBE-48BAC69FBB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41250" y="849830"/>
            <a:ext cx="7430496" cy="914866"/>
          </a:xfrm>
          <a:noFill/>
        </p:spPr>
        <p:txBody>
          <a:bodyPr wrap="none" rtlCol="0">
            <a:spAutoFit/>
          </a:bodyPr>
          <a:lstStyle/>
          <a:p>
            <a:pPr algn="l" defTabSz="1125444" latinLnBrk="1">
              <a:lnSpc>
                <a:spcPct val="110000"/>
              </a:lnSpc>
            </a:pPr>
            <a:r>
              <a:rPr lang="ko-KR" altLang="en-US" sz="2800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</a:rPr>
              <a:t>단순 건설사를 넘어 </a:t>
            </a:r>
            <a:r>
              <a:rPr lang="en-US" altLang="ko-KR" sz="2800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87E0EB"/>
                </a:solidFill>
              </a:rPr>
              <a:t>'AI Infra Solution Provider’</a:t>
            </a:r>
            <a:r>
              <a:rPr lang="ko-KR" altLang="en-US" sz="2800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</a:rPr>
              <a:t>로의 </a:t>
            </a:r>
            <a:endParaRPr lang="en-US" altLang="ko-KR" sz="2800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bg1"/>
              </a:solidFill>
            </a:endParaRPr>
          </a:p>
          <a:p>
            <a:pPr algn="l" defTabSz="1125444" latinLnBrk="1">
              <a:lnSpc>
                <a:spcPct val="110000"/>
              </a:lnSpc>
            </a:pPr>
            <a:r>
              <a:rPr lang="ko-KR" altLang="en-US" sz="2800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</a:rPr>
              <a:t>근본적인 체질 개선을 추진 中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0C47100-8A25-4803-29F4-CD65A4C53775}"/>
              </a:ext>
            </a:extLst>
          </p:cNvPr>
          <p:cNvSpPr txBox="1"/>
          <p:nvPr/>
        </p:nvSpPr>
        <p:spPr>
          <a:xfrm>
            <a:off x="546078" y="317538"/>
            <a:ext cx="1765227" cy="2866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lnSpc>
                <a:spcPct val="110000"/>
              </a:lnSpc>
            </a:pPr>
            <a:r>
              <a: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A8B5C7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STRATEGIC CONTEXT</a:t>
            </a:r>
            <a:endParaRPr lang="en-US" sz="12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A8B5C7"/>
              </a:solidFill>
              <a:latin typeface="JetBrains Mono" panose="02000009000000000000" pitchFamily="49" charset="0"/>
              <a:ea typeface="JetBrains Mono" panose="02000009000000000000" pitchFamily="49" charset="0"/>
              <a:cs typeface="JetBrains Mono" panose="02000009000000000000" pitchFamily="49" charset="0"/>
            </a:endParaRPr>
          </a:p>
        </p:txBody>
      </p:sp>
      <p:sp>
        <p:nvSpPr>
          <p:cNvPr id="18" name="슬라이드 번호 개체 틀 25">
            <a:extLst>
              <a:ext uri="{FF2B5EF4-FFF2-40B4-BE49-F238E27FC236}">
                <a16:creationId xmlns:a16="http://schemas.microsoft.com/office/drawing/2014/main" id="{53007317-7254-0CF2-FB13-5C61C1735EF5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11345880" y="6603144"/>
            <a:ext cx="673003" cy="127856"/>
          </a:xfrm>
        </p:spPr>
        <p:txBody>
          <a:bodyPr/>
          <a:lstStyle/>
          <a:p>
            <a:fld id="{3DFBBC6A-3425-4C62-80BA-0DDE16A15D08}" type="slidenum">
              <a:rPr lang="ko-KR" altLang="en-US" smtClean="0">
                <a:solidFill>
                  <a:schemeClr val="bg1"/>
                </a:solidFill>
              </a:rPr>
              <a:pPr/>
              <a:t>3</a:t>
            </a:fld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8FE6717C-6FE7-C1A7-A3B6-2FD882BA550B}"/>
              </a:ext>
            </a:extLst>
          </p:cNvPr>
          <p:cNvSpPr/>
          <p:nvPr/>
        </p:nvSpPr>
        <p:spPr>
          <a:xfrm>
            <a:off x="237190" y="309149"/>
            <a:ext cx="274477" cy="274477"/>
          </a:xfrm>
          <a:prstGeom prst="rect">
            <a:avLst/>
          </a:prstGeom>
          <a:solidFill>
            <a:srgbClr val="16294A"/>
          </a:solidFill>
          <a:ln w="63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200" spc="25" dirty="0">
                <a:solidFill>
                  <a:srgbClr val="87E0EB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0</a:t>
            </a: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A54552D9-41BF-B072-A727-E3EB5297AE83}"/>
              </a:ext>
            </a:extLst>
          </p:cNvPr>
          <p:cNvSpPr/>
          <p:nvPr/>
        </p:nvSpPr>
        <p:spPr>
          <a:xfrm>
            <a:off x="703150" y="2335371"/>
            <a:ext cx="3196964" cy="3723599"/>
          </a:xfrm>
          <a:prstGeom prst="rect">
            <a:avLst/>
          </a:prstGeom>
          <a:solidFill>
            <a:srgbClr val="15233A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altLang="ko-KR" sz="1477" b="1" dirty="0">
              <a:solidFill>
                <a:schemeClr val="tx1"/>
              </a:solidFill>
              <a:latin typeface="Pretendard" panose="02000503000000020004" pitchFamily="50" charset="-127"/>
              <a:ea typeface="Pretendard" panose="02000503000000020004" pitchFamily="50" charset="-127"/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FD1FF799-64D5-06A4-8996-2A7B17659652}"/>
              </a:ext>
            </a:extLst>
          </p:cNvPr>
          <p:cNvSpPr/>
          <p:nvPr/>
        </p:nvSpPr>
        <p:spPr>
          <a:xfrm>
            <a:off x="4474245" y="2284571"/>
            <a:ext cx="3196964" cy="3723599"/>
          </a:xfrm>
          <a:prstGeom prst="rect">
            <a:avLst/>
          </a:prstGeom>
          <a:solidFill>
            <a:srgbClr val="15233A">
              <a:alpha val="60000"/>
            </a:srgbClr>
          </a:solidFill>
          <a:ln w="31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altLang="ko-KR" sz="1477" b="1" dirty="0">
              <a:solidFill>
                <a:schemeClr val="tx1"/>
              </a:solidFill>
              <a:latin typeface="Pretendard" panose="02000503000000020004" pitchFamily="50" charset="-127"/>
              <a:ea typeface="Pretendard" panose="02000503000000020004" pitchFamily="50" charset="-127"/>
            </a:endParaRP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3D6A1DEC-7BED-36B5-AD49-2BE6A68CD0DA}"/>
              </a:ext>
            </a:extLst>
          </p:cNvPr>
          <p:cNvSpPr/>
          <p:nvPr/>
        </p:nvSpPr>
        <p:spPr>
          <a:xfrm>
            <a:off x="8258436" y="2284571"/>
            <a:ext cx="3196964" cy="3723599"/>
          </a:xfrm>
          <a:prstGeom prst="rect">
            <a:avLst/>
          </a:prstGeom>
          <a:solidFill>
            <a:srgbClr val="15233A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altLang="ko-KR" sz="1477" b="1" dirty="0">
              <a:solidFill>
                <a:schemeClr val="tx1"/>
              </a:solidFill>
              <a:latin typeface="Pretendard" panose="02000503000000020004" pitchFamily="50" charset="-127"/>
              <a:ea typeface="Pretendard" panose="02000503000000020004" pitchFamily="50" charset="-127"/>
            </a:endParaRPr>
          </a:p>
        </p:txBody>
      </p: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BAE395B5-787A-D85A-85E2-78BC3CCC1DD4}"/>
              </a:ext>
            </a:extLst>
          </p:cNvPr>
          <p:cNvGrpSpPr/>
          <p:nvPr/>
        </p:nvGrpSpPr>
        <p:grpSpPr>
          <a:xfrm>
            <a:off x="4104194" y="4146370"/>
            <a:ext cx="204071" cy="127846"/>
            <a:chOff x="7276019" y="4585254"/>
            <a:chExt cx="225760" cy="138500"/>
          </a:xfrm>
          <a:solidFill>
            <a:srgbClr val="5CC4D9"/>
          </a:solidFill>
        </p:grpSpPr>
        <p:sp>
          <p:nvSpPr>
            <p:cNvPr id="33" name="L 도형 32">
              <a:extLst>
                <a:ext uri="{FF2B5EF4-FFF2-40B4-BE49-F238E27FC236}">
                  <a16:creationId xmlns:a16="http://schemas.microsoft.com/office/drawing/2014/main" id="{BFAA7CAC-0786-AD6D-C728-989B11B93174}"/>
                </a:ext>
              </a:extLst>
            </p:cNvPr>
            <p:cNvSpPr>
              <a:spLocks noChangeAspect="1"/>
            </p:cNvSpPr>
            <p:nvPr/>
          </p:nvSpPr>
          <p:spPr>
            <a:xfrm rot="13552174">
              <a:off x="7276589" y="4584684"/>
              <a:ext cx="138499" cy="139640"/>
            </a:xfrm>
            <a:prstGeom prst="corner">
              <a:avLst>
                <a:gd name="adj1" fmla="val 22023"/>
                <a:gd name="adj2" fmla="val 2145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62" dirty="0">
                <a:latin typeface="Pretendard" panose="02000503000000020004" pitchFamily="50" charset="-127"/>
                <a:ea typeface="Pretendard" panose="02000503000000020004" pitchFamily="50" charset="-127"/>
              </a:endParaRPr>
            </a:p>
          </p:txBody>
        </p:sp>
        <p:sp>
          <p:nvSpPr>
            <p:cNvPr id="34" name="L 도형 33">
              <a:extLst>
                <a:ext uri="{FF2B5EF4-FFF2-40B4-BE49-F238E27FC236}">
                  <a16:creationId xmlns:a16="http://schemas.microsoft.com/office/drawing/2014/main" id="{1CE1F159-FF73-4F3D-58DF-3CE037CD6A38}"/>
                </a:ext>
              </a:extLst>
            </p:cNvPr>
            <p:cNvSpPr>
              <a:spLocks noChangeAspect="1"/>
            </p:cNvSpPr>
            <p:nvPr/>
          </p:nvSpPr>
          <p:spPr>
            <a:xfrm rot="13552174">
              <a:off x="7362709" y="4584685"/>
              <a:ext cx="138499" cy="139640"/>
            </a:xfrm>
            <a:prstGeom prst="corner">
              <a:avLst>
                <a:gd name="adj1" fmla="val 22023"/>
                <a:gd name="adj2" fmla="val 2145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62" dirty="0">
                <a:latin typeface="Pretendard" panose="02000503000000020004" pitchFamily="50" charset="-127"/>
                <a:ea typeface="Pretendard" panose="02000503000000020004" pitchFamily="50" charset="-127"/>
              </a:endParaRPr>
            </a:p>
          </p:txBody>
        </p:sp>
      </p:grp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B5CA6A22-FBD1-9111-AB4F-359CDD777A05}"/>
              </a:ext>
            </a:extLst>
          </p:cNvPr>
          <p:cNvGrpSpPr/>
          <p:nvPr/>
        </p:nvGrpSpPr>
        <p:grpSpPr>
          <a:xfrm>
            <a:off x="7843887" y="4146370"/>
            <a:ext cx="204071" cy="127846"/>
            <a:chOff x="7276019" y="4585254"/>
            <a:chExt cx="225760" cy="138500"/>
          </a:xfrm>
          <a:solidFill>
            <a:srgbClr val="5CC4D9"/>
          </a:solidFill>
        </p:grpSpPr>
        <p:sp>
          <p:nvSpPr>
            <p:cNvPr id="36" name="L 도형 35">
              <a:extLst>
                <a:ext uri="{FF2B5EF4-FFF2-40B4-BE49-F238E27FC236}">
                  <a16:creationId xmlns:a16="http://schemas.microsoft.com/office/drawing/2014/main" id="{0B15D146-0A8F-B3F1-69D4-B3E0CB47AC71}"/>
                </a:ext>
              </a:extLst>
            </p:cNvPr>
            <p:cNvSpPr>
              <a:spLocks noChangeAspect="1"/>
            </p:cNvSpPr>
            <p:nvPr/>
          </p:nvSpPr>
          <p:spPr>
            <a:xfrm rot="13552174">
              <a:off x="7276589" y="4584684"/>
              <a:ext cx="138499" cy="139640"/>
            </a:xfrm>
            <a:prstGeom prst="corner">
              <a:avLst>
                <a:gd name="adj1" fmla="val 22023"/>
                <a:gd name="adj2" fmla="val 2145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62" dirty="0">
                <a:latin typeface="Pretendard" panose="02000503000000020004" pitchFamily="50" charset="-127"/>
                <a:ea typeface="Pretendard" panose="02000503000000020004" pitchFamily="50" charset="-127"/>
              </a:endParaRPr>
            </a:p>
          </p:txBody>
        </p:sp>
        <p:sp>
          <p:nvSpPr>
            <p:cNvPr id="37" name="L 도형 36">
              <a:extLst>
                <a:ext uri="{FF2B5EF4-FFF2-40B4-BE49-F238E27FC236}">
                  <a16:creationId xmlns:a16="http://schemas.microsoft.com/office/drawing/2014/main" id="{CA1CB597-8BB8-9ADC-FC8B-2C4BC0A227F6}"/>
                </a:ext>
              </a:extLst>
            </p:cNvPr>
            <p:cNvSpPr>
              <a:spLocks noChangeAspect="1"/>
            </p:cNvSpPr>
            <p:nvPr/>
          </p:nvSpPr>
          <p:spPr>
            <a:xfrm rot="13552174">
              <a:off x="7362709" y="4584685"/>
              <a:ext cx="138499" cy="139640"/>
            </a:xfrm>
            <a:prstGeom prst="corner">
              <a:avLst>
                <a:gd name="adj1" fmla="val 22023"/>
                <a:gd name="adj2" fmla="val 2145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62" dirty="0">
                <a:latin typeface="Pretendard" panose="02000503000000020004" pitchFamily="50" charset="-127"/>
                <a:ea typeface="Pretendard" panose="02000503000000020004" pitchFamily="50" charset="-127"/>
              </a:endParaRPr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563AA213-E6DD-4F31-8021-1FD2D91C2E37}"/>
              </a:ext>
            </a:extLst>
          </p:cNvPr>
          <p:cNvSpPr txBox="1"/>
          <p:nvPr/>
        </p:nvSpPr>
        <p:spPr>
          <a:xfrm>
            <a:off x="1413941" y="2609389"/>
            <a:ext cx="1729584" cy="19248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>
              <a:lnSpc>
                <a:spcPct val="110000"/>
              </a:lnSpc>
              <a:defRPr sz="1600" spc="-6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defRPr>
            </a:lvl1pPr>
          </a:lstStyle>
          <a:p>
            <a:pPr algn="ctr"/>
            <a:r>
              <a:rPr lang="en-US" sz="1200" b="1" spc="0" dirty="0">
                <a:solidFill>
                  <a:schemeClr val="bg1">
                    <a:lumMod val="65000"/>
                  </a:schemeClr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CUSTOMER NEEDS </a:t>
            </a:r>
            <a:r>
              <a:rPr lang="ko-KR" altLang="en-US" sz="1200" b="1" spc="0" dirty="0">
                <a:solidFill>
                  <a:schemeClr val="bg1">
                    <a:lumMod val="65000"/>
                  </a:schemeClr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변화</a:t>
            </a:r>
            <a:endParaRPr lang="en-US" sz="1200" b="1" spc="0" dirty="0">
              <a:solidFill>
                <a:schemeClr val="bg1">
                  <a:lumMod val="65000"/>
                </a:schemeClr>
              </a:solidFill>
              <a:latin typeface="JetBrains Mono" panose="02000009000000000000" pitchFamily="49" charset="0"/>
              <a:ea typeface="JetBrains Mono" panose="02000009000000000000" pitchFamily="49" charset="0"/>
              <a:cs typeface="JetBrains Mono" panose="02000009000000000000" pitchFamily="49" charset="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FF68843-71DA-BCAB-16BC-FD853ADC0639}"/>
              </a:ext>
            </a:extLst>
          </p:cNvPr>
          <p:cNvSpPr txBox="1"/>
          <p:nvPr/>
        </p:nvSpPr>
        <p:spPr>
          <a:xfrm>
            <a:off x="8971919" y="2609389"/>
            <a:ext cx="1769995" cy="19248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>
              <a:lnSpc>
                <a:spcPct val="110000"/>
              </a:lnSpc>
              <a:defRPr sz="1600" spc="-6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defRPr>
            </a:lvl1pPr>
          </a:lstStyle>
          <a:p>
            <a:pPr algn="ctr"/>
            <a:r>
              <a:rPr lang="en-US" sz="1200" b="1" spc="0" dirty="0">
                <a:solidFill>
                  <a:schemeClr val="bg1">
                    <a:lumMod val="65000"/>
                  </a:schemeClr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VALUE DELIVERY </a:t>
            </a:r>
            <a:r>
              <a:rPr lang="ko-KR" altLang="en-US" sz="1200" b="1" spc="0" dirty="0">
                <a:solidFill>
                  <a:schemeClr val="bg1">
                    <a:lumMod val="65000"/>
                  </a:schemeClr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목표</a:t>
            </a:r>
            <a:endParaRPr lang="en-US" sz="1200" b="1" spc="0" dirty="0">
              <a:solidFill>
                <a:schemeClr val="bg1">
                  <a:lumMod val="65000"/>
                </a:schemeClr>
              </a:solidFill>
              <a:latin typeface="JetBrains Mono" panose="02000009000000000000" pitchFamily="49" charset="0"/>
              <a:ea typeface="JetBrains Mono" panose="02000009000000000000" pitchFamily="49" charset="0"/>
              <a:cs typeface="JetBrains Mono" panose="02000009000000000000" pitchFamily="49" charset="0"/>
            </a:endParaRPr>
          </a:p>
        </p:txBody>
      </p:sp>
      <p:pic>
        <p:nvPicPr>
          <p:cNvPr id="46" name="그림 45">
            <a:extLst>
              <a:ext uri="{FF2B5EF4-FFF2-40B4-BE49-F238E27FC236}">
                <a16:creationId xmlns:a16="http://schemas.microsoft.com/office/drawing/2014/main" id="{FC49ED96-55BB-580D-F4B1-AFCA93F10A6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201" t="53334" r="33268" b="7325"/>
          <a:stretch>
            <a:fillRect/>
          </a:stretch>
        </p:blipFill>
        <p:spPr>
          <a:xfrm>
            <a:off x="4480942" y="2284814"/>
            <a:ext cx="3190266" cy="3723599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D4E6830C-D34B-79A5-EAEA-093290842364}"/>
              </a:ext>
            </a:extLst>
          </p:cNvPr>
          <p:cNvSpPr txBox="1"/>
          <p:nvPr/>
        </p:nvSpPr>
        <p:spPr>
          <a:xfrm>
            <a:off x="5034695" y="2609389"/>
            <a:ext cx="2018403" cy="3956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>
              <a:lnSpc>
                <a:spcPct val="110000"/>
              </a:lnSpc>
              <a:defRPr sz="1600" spc="-6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defRPr>
            </a:lvl1pPr>
          </a:lstStyle>
          <a:p>
            <a:pPr algn="ctr"/>
            <a:r>
              <a:rPr lang="ko-KR" altLang="en-US" sz="1200" b="1" spc="0" dirty="0">
                <a:solidFill>
                  <a:srgbClr val="87E0EB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현 시점 </a:t>
            </a:r>
            <a:endParaRPr lang="en-US" altLang="ko-KR" sz="1200" b="1" spc="0" dirty="0">
              <a:solidFill>
                <a:srgbClr val="87E0EB"/>
              </a:solidFill>
              <a:latin typeface="JetBrains Mono" panose="02000009000000000000" pitchFamily="49" charset="0"/>
              <a:ea typeface="JetBrains Mono" panose="02000009000000000000" pitchFamily="49" charset="0"/>
              <a:cs typeface="JetBrains Mono" panose="02000009000000000000" pitchFamily="49" charset="0"/>
            </a:endParaRPr>
          </a:p>
          <a:p>
            <a:pPr algn="ctr"/>
            <a:r>
              <a:rPr lang="ko-KR" altLang="en-US" sz="1200" b="1" spc="0" dirty="0">
                <a:solidFill>
                  <a:srgbClr val="87E0EB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본원적 경쟁력</a:t>
            </a:r>
            <a:endParaRPr lang="en-US" sz="1200" b="1" spc="0" dirty="0">
              <a:solidFill>
                <a:srgbClr val="87E0EB"/>
              </a:solidFill>
              <a:latin typeface="JetBrains Mono" panose="02000009000000000000" pitchFamily="49" charset="0"/>
              <a:ea typeface="JetBrains Mono" panose="02000009000000000000" pitchFamily="49" charset="0"/>
              <a:cs typeface="JetBrains Mono" panose="02000009000000000000" pitchFamily="49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E07867E-4665-CB2C-6AFE-71D517C034CF}"/>
              </a:ext>
            </a:extLst>
          </p:cNvPr>
          <p:cNvSpPr txBox="1"/>
          <p:nvPr/>
        </p:nvSpPr>
        <p:spPr>
          <a:xfrm>
            <a:off x="5379359" y="3580927"/>
            <a:ext cx="1329074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3200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87E0EB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T2Y</a:t>
            </a:r>
          </a:p>
          <a:p>
            <a:pPr algn="ctr"/>
            <a:r>
              <a:rPr lang="en-US" altLang="ko-KR" sz="3200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87E0EB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Faster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6ECA157-5168-00FB-40CC-76721D50DFE6}"/>
              </a:ext>
            </a:extLst>
          </p:cNvPr>
          <p:cNvSpPr txBox="1"/>
          <p:nvPr/>
        </p:nvSpPr>
        <p:spPr>
          <a:xfrm>
            <a:off x="5222290" y="5105169"/>
            <a:ext cx="164321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Faster</a:t>
            </a:r>
            <a:r>
              <a:rPr lang="ko-KR" altLang="en-US" sz="1400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 </a:t>
            </a:r>
            <a:r>
              <a:rPr lang="en-US" altLang="ko-KR" sz="1400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Time</a:t>
            </a:r>
            <a:r>
              <a:rPr lang="ko-KR" altLang="en-US" sz="1400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 </a:t>
            </a:r>
            <a:r>
              <a:rPr lang="en-US" altLang="ko-KR" sz="1400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to</a:t>
            </a:r>
            <a:r>
              <a:rPr lang="ko-KR" altLang="en-US" sz="1400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 </a:t>
            </a:r>
            <a:r>
              <a:rPr lang="en-US" altLang="ko-KR" sz="1400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Yield</a:t>
            </a:r>
          </a:p>
          <a:p>
            <a:pPr algn="ctr"/>
            <a:r>
              <a:rPr lang="ko-KR" altLang="en-US" sz="1400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ea typeface="Pretendard" panose="02000503000000020004" pitchFamily="50" charset="-127"/>
                <a:cs typeface="Pretendard" panose="02000503000000020004" pitchFamily="50" charset="-127"/>
              </a:rPr>
              <a:t>고객의 </a:t>
            </a:r>
            <a:r>
              <a:rPr lang="en-US" altLang="ko-KR" sz="1400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ea typeface="Pretendard" panose="02000503000000020004" pitchFamily="50" charset="-127"/>
                <a:cs typeface="Pretendard" panose="02000503000000020004" pitchFamily="50" charset="-127"/>
              </a:rPr>
              <a:t>T2Y </a:t>
            </a:r>
            <a:r>
              <a:rPr lang="ko-KR" altLang="en-US" sz="1400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ea typeface="Pretendard" panose="02000503000000020004" pitchFamily="50" charset="-127"/>
                <a:cs typeface="Pretendard" panose="02000503000000020004" pitchFamily="50" charset="-127"/>
              </a:rPr>
              <a:t>단축</a:t>
            </a:r>
            <a:endParaRPr lang="en-US" altLang="ko-KR" sz="1400" b="1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bg1"/>
              </a:solidFill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F078F9A-E661-1332-8860-FB94E1F56E34}"/>
              </a:ext>
            </a:extLst>
          </p:cNvPr>
          <p:cNvSpPr txBox="1"/>
          <p:nvPr/>
        </p:nvSpPr>
        <p:spPr>
          <a:xfrm>
            <a:off x="1000759" y="3137978"/>
            <a:ext cx="25886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87E0EB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Scale-up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89ABCB4-6A36-DED2-A119-27ED4E1D496F}"/>
              </a:ext>
            </a:extLst>
          </p:cNvPr>
          <p:cNvSpPr txBox="1"/>
          <p:nvPr/>
        </p:nvSpPr>
        <p:spPr>
          <a:xfrm>
            <a:off x="1059207" y="3568227"/>
            <a:ext cx="250419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b="0" i="0" dirty="0">
                <a:solidFill>
                  <a:srgbClr val="A8B5C7"/>
                </a:solidFill>
                <a:effectLst/>
                <a:latin typeface="Pretendard Variable" panose="02000003000000020004" pitchFamily="2" charset="-127"/>
                <a:ea typeface="Pretendard Variable" panose="02000003000000020004" pitchFamily="2" charset="-127"/>
              </a:rPr>
              <a:t>FAB </a:t>
            </a:r>
            <a:r>
              <a:rPr lang="ko-KR" altLang="en-US" sz="1000" b="0" i="0" dirty="0">
                <a:solidFill>
                  <a:srgbClr val="A8B5C7"/>
                </a:solidFill>
                <a:effectLst/>
                <a:latin typeface="Pretendard Variable" panose="02000003000000020004" pitchFamily="2" charset="-127"/>
                <a:ea typeface="Pretendard Variable" panose="02000003000000020004" pitchFamily="2" charset="-127"/>
              </a:rPr>
              <a:t>대형화</a:t>
            </a:r>
            <a:r>
              <a:rPr lang="en-US" altLang="ko-KR" sz="1000" b="0" i="0" dirty="0">
                <a:solidFill>
                  <a:srgbClr val="A8B5C7"/>
                </a:solidFill>
                <a:effectLst/>
                <a:latin typeface="Pretendard Variable" panose="02000003000000020004" pitchFamily="2" charset="-127"/>
                <a:ea typeface="Pretendard Variable" panose="02000003000000020004" pitchFamily="2" charset="-127"/>
              </a:rPr>
              <a:t>, Hyperscale Data Center </a:t>
            </a:r>
            <a:r>
              <a:rPr lang="ko-KR" altLang="en-US" sz="1000" b="0" i="0" dirty="0">
                <a:solidFill>
                  <a:srgbClr val="A8B5C7"/>
                </a:solidFill>
                <a:effectLst/>
                <a:latin typeface="Pretendard Variable" panose="02000003000000020004" pitchFamily="2" charset="-127"/>
                <a:ea typeface="Pretendard Variable" panose="02000003000000020004" pitchFamily="2" charset="-127"/>
              </a:rPr>
              <a:t>구축 </a:t>
            </a:r>
            <a:endParaRPr lang="en-US" altLang="ko-KR" sz="1000" b="0" i="0" dirty="0">
              <a:solidFill>
                <a:srgbClr val="A8B5C7"/>
              </a:solidFill>
              <a:effectLst/>
              <a:latin typeface="Pretendard Variable" panose="02000003000000020004" pitchFamily="2" charset="-127"/>
              <a:ea typeface="Pretendard Variable" panose="02000003000000020004" pitchFamily="2" charset="-127"/>
            </a:endParaRPr>
          </a:p>
          <a:p>
            <a:pPr algn="ctr"/>
            <a:r>
              <a:rPr lang="en-US" altLang="ko-KR" sz="1000" b="0" i="0" dirty="0">
                <a:solidFill>
                  <a:srgbClr val="A8B5C7"/>
                </a:solidFill>
                <a:effectLst/>
                <a:latin typeface="Pretendard Variable" panose="02000003000000020004" pitchFamily="2" charset="-127"/>
                <a:ea typeface="Pretendard Variable" panose="02000003000000020004" pitchFamily="2" charset="-127"/>
              </a:rPr>
              <a:t>— </a:t>
            </a:r>
            <a:r>
              <a:rPr lang="ko-KR" altLang="en-US" sz="1000" b="0" i="0" dirty="0">
                <a:solidFill>
                  <a:srgbClr val="A8B5C7"/>
                </a:solidFill>
                <a:effectLst/>
                <a:latin typeface="Pretendard Variable" panose="02000003000000020004" pitchFamily="2" charset="-127"/>
                <a:ea typeface="Pretendard Variable" panose="02000003000000020004" pitchFamily="2" charset="-127"/>
              </a:rPr>
              <a:t>투자 규모 확대로 공기 리스크 극대화</a:t>
            </a:r>
            <a:endParaRPr lang="ko-KR" altLang="en-US" sz="1000" dirty="0"/>
          </a:p>
        </p:txBody>
      </p: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E791062E-1A2D-55A1-5451-16D5B648F5F3}"/>
              </a:ext>
            </a:extLst>
          </p:cNvPr>
          <p:cNvCxnSpPr/>
          <p:nvPr/>
        </p:nvCxnSpPr>
        <p:spPr>
          <a:xfrm>
            <a:off x="1045416" y="4238660"/>
            <a:ext cx="2588631" cy="0"/>
          </a:xfrm>
          <a:prstGeom prst="line">
            <a:avLst/>
          </a:prstGeom>
          <a:ln w="63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4151F7F7-7618-D3BD-E5A8-DB17CDBBE474}"/>
              </a:ext>
            </a:extLst>
          </p:cNvPr>
          <p:cNvSpPr txBox="1"/>
          <p:nvPr/>
        </p:nvSpPr>
        <p:spPr>
          <a:xfrm>
            <a:off x="1000759" y="4495950"/>
            <a:ext cx="25886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87E0EB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Fast Track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EE4AA31-D715-1475-4DC5-C3ED5216742C}"/>
              </a:ext>
            </a:extLst>
          </p:cNvPr>
          <p:cNvSpPr txBox="1"/>
          <p:nvPr/>
        </p:nvSpPr>
        <p:spPr>
          <a:xfrm>
            <a:off x="1045416" y="4926199"/>
            <a:ext cx="250419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b="0" i="0" dirty="0">
                <a:solidFill>
                  <a:srgbClr val="A8B5C7"/>
                </a:solidFill>
                <a:effectLst/>
                <a:latin typeface="Pretendard Variable" panose="02000003000000020004" pitchFamily="2" charset="-127"/>
                <a:ea typeface="Pretendard Variable" panose="02000003000000020004" pitchFamily="2" charset="-127"/>
              </a:rPr>
              <a:t>NVIDIA GPU </a:t>
            </a:r>
            <a:r>
              <a:rPr lang="ko-KR" altLang="en-US" sz="1000" b="0" i="0" dirty="0">
                <a:solidFill>
                  <a:srgbClr val="A8B5C7"/>
                </a:solidFill>
                <a:effectLst/>
                <a:latin typeface="Pretendard Variable" panose="02000003000000020004" pitchFamily="2" charset="-127"/>
                <a:ea typeface="Pretendard Variable" panose="02000003000000020004" pitchFamily="2" charset="-127"/>
              </a:rPr>
              <a:t>메모리 양산 압박</a:t>
            </a:r>
            <a:r>
              <a:rPr lang="en-US" altLang="ko-KR" sz="1000" b="0" i="0" dirty="0">
                <a:solidFill>
                  <a:srgbClr val="A8B5C7"/>
                </a:solidFill>
                <a:effectLst/>
                <a:latin typeface="Pretendard Variable" panose="02000003000000020004" pitchFamily="2" charset="-127"/>
                <a:ea typeface="Pretendard Variable" panose="02000003000000020004" pitchFamily="2" charset="-127"/>
              </a:rPr>
              <a:t>, </a:t>
            </a:r>
          </a:p>
          <a:p>
            <a:pPr algn="ctr"/>
            <a:r>
              <a:rPr lang="en-US" altLang="ko-KR" sz="1000" b="0" i="0" dirty="0">
                <a:solidFill>
                  <a:srgbClr val="A8B5C7"/>
                </a:solidFill>
                <a:effectLst/>
                <a:latin typeface="Pretendard Variable" panose="02000003000000020004" pitchFamily="2" charset="-127"/>
                <a:ea typeface="Pretendard Variable" panose="02000003000000020004" pitchFamily="2" charset="-127"/>
              </a:rPr>
              <a:t>40MW AI DC 21</a:t>
            </a:r>
            <a:r>
              <a:rPr lang="ko-KR" altLang="en-US" sz="1000" b="0" i="0" dirty="0">
                <a:solidFill>
                  <a:srgbClr val="A8B5C7"/>
                </a:solidFill>
                <a:effectLst/>
                <a:latin typeface="Pretendard Variable" panose="02000003000000020004" pitchFamily="2" charset="-127"/>
                <a:ea typeface="Pretendard Variable" panose="02000003000000020004" pitchFamily="2" charset="-127"/>
              </a:rPr>
              <a:t>개월 내 구축 요구</a:t>
            </a:r>
            <a:endParaRPr lang="ko-KR" altLang="en-US" sz="1000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32B185C-4FFD-9856-6528-E7919C1094F4}"/>
              </a:ext>
            </a:extLst>
          </p:cNvPr>
          <p:cNvSpPr txBox="1"/>
          <p:nvPr/>
        </p:nvSpPr>
        <p:spPr>
          <a:xfrm>
            <a:off x="9071319" y="3504158"/>
            <a:ext cx="1571191" cy="11365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2400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고객에게</a:t>
            </a:r>
          </a:p>
          <a:p>
            <a:pPr algn="ctr">
              <a:lnSpc>
                <a:spcPct val="150000"/>
              </a:lnSpc>
            </a:pPr>
            <a:r>
              <a:rPr lang="en-US" altLang="ko-KR" sz="2400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Value </a:t>
            </a:r>
            <a:r>
              <a:rPr lang="ko-KR" altLang="en-US" sz="2400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제공</a:t>
            </a:r>
            <a:endParaRPr lang="en-US" altLang="ko-KR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bg1"/>
              </a:solidFill>
              <a:latin typeface="+mj-lt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3927ACD-C02F-4277-DFC5-FC82B0091835}"/>
              </a:ext>
            </a:extLst>
          </p:cNvPr>
          <p:cNvSpPr txBox="1"/>
          <p:nvPr/>
        </p:nvSpPr>
        <p:spPr>
          <a:xfrm>
            <a:off x="9269109" y="5105169"/>
            <a:ext cx="117561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400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공기단축 </a:t>
            </a:r>
            <a:r>
              <a:rPr lang="en-US" altLang="ko-KR" sz="1400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1</a:t>
            </a:r>
            <a:r>
              <a:rPr lang="ko-KR" altLang="en-US" sz="1400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일당 </a:t>
            </a:r>
            <a:endParaRPr lang="en-US" altLang="ko-KR" sz="1400" b="1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bg1"/>
              </a:solidFill>
              <a:latin typeface="+mj-lt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pPr algn="ctr"/>
            <a:r>
              <a:rPr lang="ko-KR" altLang="en-US" sz="1400" b="1" spc="-74" dirty="0" err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수억원의</a:t>
            </a:r>
            <a:r>
              <a:rPr lang="ko-KR" altLang="en-US" sz="1400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 가치</a:t>
            </a:r>
            <a:endParaRPr lang="en-US" altLang="ko-KR" sz="1400" b="1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bg1"/>
              </a:solidFill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385480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953DD9-C0F9-20D1-1A33-FBE84A5C57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텍스트 개체 틀 3">
            <a:extLst>
              <a:ext uri="{FF2B5EF4-FFF2-40B4-BE49-F238E27FC236}">
                <a16:creationId xmlns:a16="http://schemas.microsoft.com/office/drawing/2014/main" id="{9DA830F9-4998-CB70-4412-386E90ADD93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41250" y="849830"/>
            <a:ext cx="5756897" cy="442622"/>
          </a:xfrm>
          <a:noFill/>
        </p:spPr>
        <p:txBody>
          <a:bodyPr wrap="none" rtlCol="0">
            <a:spAutoFit/>
          </a:bodyPr>
          <a:lstStyle/>
          <a:p>
            <a:pPr algn="l" defTabSz="1125444" latinLnBrk="1">
              <a:lnSpc>
                <a:spcPct val="110000"/>
              </a:lnSpc>
            </a:pPr>
            <a:r>
              <a:rPr lang="en-US" altLang="ko-KR" sz="2800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</a:rPr>
              <a:t>Hi-tech </a:t>
            </a:r>
            <a:r>
              <a:rPr lang="ko-KR" altLang="en-US" sz="2800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</a:rPr>
              <a:t>현장</a:t>
            </a:r>
            <a:r>
              <a:rPr lang="ko-KR" altLang="en-US" sz="2800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</a:rPr>
              <a:t>의</a:t>
            </a:r>
            <a:r>
              <a:rPr lang="ko-KR" altLang="en-US" sz="2800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</a:rPr>
              <a:t> </a:t>
            </a:r>
            <a:r>
              <a:rPr lang="en-US" altLang="ko-KR" sz="2800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87E0EB"/>
                </a:solidFill>
              </a:rPr>
              <a:t>Bottleneck</a:t>
            </a:r>
            <a:r>
              <a:rPr lang="ko-KR" altLang="en-US" sz="2800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</a:rPr>
              <a:t>은 어디인가</a:t>
            </a:r>
            <a:r>
              <a:rPr lang="en-US" altLang="ko-KR" sz="2800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</a:rPr>
              <a:t>?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8D0E6C0-1DAA-98E4-070D-54989371E44B}"/>
              </a:ext>
            </a:extLst>
          </p:cNvPr>
          <p:cNvSpPr txBox="1"/>
          <p:nvPr/>
        </p:nvSpPr>
        <p:spPr>
          <a:xfrm>
            <a:off x="546078" y="317538"/>
            <a:ext cx="928459" cy="2866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lnSpc>
                <a:spcPct val="110000"/>
              </a:lnSpc>
            </a:pPr>
            <a:r>
              <a: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A8B5C7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APPROACH</a:t>
            </a:r>
            <a:endParaRPr lang="en-US" sz="12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A8B5C7"/>
              </a:solidFill>
              <a:latin typeface="JetBrains Mono" panose="02000009000000000000" pitchFamily="49" charset="0"/>
              <a:ea typeface="JetBrains Mono" panose="02000009000000000000" pitchFamily="49" charset="0"/>
              <a:cs typeface="JetBrains Mono" panose="02000009000000000000" pitchFamily="49" charset="0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30D79240-59FB-8578-D624-C50C7F2D129C}"/>
              </a:ext>
            </a:extLst>
          </p:cNvPr>
          <p:cNvSpPr/>
          <p:nvPr/>
        </p:nvSpPr>
        <p:spPr>
          <a:xfrm>
            <a:off x="237190" y="309149"/>
            <a:ext cx="274477" cy="274477"/>
          </a:xfrm>
          <a:prstGeom prst="rect">
            <a:avLst/>
          </a:prstGeom>
          <a:solidFill>
            <a:srgbClr val="16294A"/>
          </a:solidFill>
          <a:ln w="63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200" spc="25" dirty="0">
                <a:solidFill>
                  <a:srgbClr val="87E0EB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1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AD05CA8-93FC-99C3-6F32-8D41B9A6C7E3}"/>
              </a:ext>
            </a:extLst>
          </p:cNvPr>
          <p:cNvSpPr txBox="1"/>
          <p:nvPr/>
        </p:nvSpPr>
        <p:spPr>
          <a:xfrm>
            <a:off x="665050" y="1427187"/>
            <a:ext cx="912665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0" i="0" dirty="0">
                <a:solidFill>
                  <a:srgbClr val="A8B5C7"/>
                </a:solidFill>
                <a:effectLst/>
                <a:latin typeface="Pretendard Variable" panose="02000003000000020004" pitchFamily="2" charset="-127"/>
                <a:ea typeface="Pretendard Variable" panose="02000003000000020004" pitchFamily="2" charset="-127"/>
              </a:rPr>
              <a:t>TM</a:t>
            </a:r>
            <a:r>
              <a:rPr lang="ko-KR" altLang="en-US" sz="1400" b="0" i="0" dirty="0">
                <a:solidFill>
                  <a:srgbClr val="A8B5C7"/>
                </a:solidFill>
                <a:effectLst/>
                <a:latin typeface="Pretendard Variable" panose="02000003000000020004" pitchFamily="2" charset="-127"/>
                <a:ea typeface="Pretendard Variable" panose="02000003000000020004" pitchFamily="2" charset="-127"/>
              </a:rPr>
              <a:t>께서 강조하신 핵심 명제 </a:t>
            </a:r>
            <a:r>
              <a:rPr lang="en-US" altLang="ko-KR" sz="1400" b="0" i="0" dirty="0">
                <a:solidFill>
                  <a:srgbClr val="A8B5C7"/>
                </a:solidFill>
                <a:effectLst/>
                <a:latin typeface="Pretendard Variable" panose="02000003000000020004" pitchFamily="2" charset="-127"/>
                <a:ea typeface="Pretendard Variable" panose="02000003000000020004" pitchFamily="2" charset="-127"/>
              </a:rPr>
              <a:t>— </a:t>
            </a:r>
            <a:r>
              <a:rPr lang="en-US" altLang="ko-KR" sz="1400" dirty="0">
                <a:solidFill>
                  <a:srgbClr val="A8B5C7"/>
                </a:solidFill>
                <a:latin typeface="Pretendard Variable" panose="02000003000000020004" pitchFamily="2" charset="-127"/>
                <a:ea typeface="Pretendard Variable" panose="02000003000000020004" pitchFamily="2" charset="-127"/>
              </a:rPr>
              <a:t>"Bottleneck</a:t>
            </a:r>
            <a:r>
              <a:rPr lang="ko-KR" altLang="en-US" sz="1400" dirty="0">
                <a:solidFill>
                  <a:srgbClr val="A8B5C7"/>
                </a:solidFill>
                <a:latin typeface="Pretendard Variable" panose="02000003000000020004" pitchFamily="2" charset="-127"/>
                <a:ea typeface="Pretendard Variable" panose="02000003000000020004" pitchFamily="2" charset="-127"/>
              </a:rPr>
              <a:t>을 장악하는 자가 시장을 지배한다</a:t>
            </a:r>
            <a:r>
              <a:rPr lang="en-US" altLang="ko-KR" sz="1400" dirty="0">
                <a:solidFill>
                  <a:srgbClr val="A8B5C7"/>
                </a:solidFill>
                <a:latin typeface="Pretendard Variable" panose="02000003000000020004" pitchFamily="2" charset="-127"/>
                <a:ea typeface="Pretendard Variable" panose="02000003000000020004" pitchFamily="2" charset="-127"/>
              </a:rPr>
              <a:t>.“</a:t>
            </a:r>
          </a:p>
          <a:p>
            <a:r>
              <a:rPr lang="en-US" altLang="ko-KR" sz="1400" dirty="0">
                <a:solidFill>
                  <a:srgbClr val="A8B5C7"/>
                </a:solidFill>
                <a:latin typeface="Pretendard Variable" panose="02000003000000020004" pitchFamily="2" charset="-127"/>
                <a:ea typeface="Pretendard Variable" panose="02000003000000020004" pitchFamily="2" charset="-127"/>
              </a:rPr>
              <a:t>6</a:t>
            </a:r>
            <a:r>
              <a:rPr lang="ko-KR" altLang="en-US" sz="1400" dirty="0">
                <a:solidFill>
                  <a:srgbClr val="A8B5C7"/>
                </a:solidFill>
                <a:latin typeface="Pretendard Variable" panose="02000003000000020004" pitchFamily="2" charset="-127"/>
                <a:ea typeface="Pretendard Variable" panose="02000003000000020004" pitchFamily="2" charset="-127"/>
              </a:rPr>
              <a:t>개 현장 </a:t>
            </a:r>
            <a:r>
              <a:rPr lang="en-US" altLang="ko-KR" sz="1400" dirty="0">
                <a:solidFill>
                  <a:srgbClr val="A8B5C7"/>
                </a:solidFill>
                <a:latin typeface="Pretendard Variable" panose="02000003000000020004" pitchFamily="2" charset="-127"/>
                <a:ea typeface="Pretendard Variable" panose="02000003000000020004" pitchFamily="2" charset="-127"/>
              </a:rPr>
              <a:t>321</a:t>
            </a:r>
            <a:r>
              <a:rPr lang="ko-KR" altLang="en-US" sz="1400" dirty="0">
                <a:solidFill>
                  <a:srgbClr val="A8B5C7"/>
                </a:solidFill>
                <a:latin typeface="Pretendard Variable" panose="02000003000000020004" pitchFamily="2" charset="-127"/>
                <a:ea typeface="Pretendard Variable" panose="02000003000000020004" pitchFamily="2" charset="-127"/>
              </a:rPr>
              <a:t>개 </a:t>
            </a:r>
            <a:r>
              <a:rPr lang="en-US" altLang="ko-KR" sz="1400" dirty="0">
                <a:solidFill>
                  <a:srgbClr val="A8B5C7"/>
                </a:solidFill>
                <a:latin typeface="Pretendard Variable" panose="02000003000000020004" pitchFamily="2" charset="-127"/>
                <a:ea typeface="Pretendard Variable" panose="02000003000000020004" pitchFamily="2" charset="-127"/>
              </a:rPr>
              <a:t>Activity </a:t>
            </a:r>
            <a:r>
              <a:rPr lang="ko-KR" altLang="en-US" sz="1400" dirty="0">
                <a:solidFill>
                  <a:srgbClr val="A8B5C7"/>
                </a:solidFill>
                <a:latin typeface="Pretendard Variable" panose="02000003000000020004" pitchFamily="2" charset="-127"/>
                <a:ea typeface="Pretendard Variable" panose="02000003000000020004" pitchFamily="2" charset="-127"/>
              </a:rPr>
              <a:t>전수조사로 탐색하여</a:t>
            </a:r>
            <a:r>
              <a:rPr lang="en-US" altLang="ko-KR" sz="1400" dirty="0">
                <a:solidFill>
                  <a:srgbClr val="A8B5C7"/>
                </a:solidFill>
                <a:latin typeface="Pretendard Variable" panose="02000003000000020004" pitchFamily="2" charset="-127"/>
                <a:ea typeface="Pretendard Variable" panose="02000003000000020004" pitchFamily="2" charset="-127"/>
              </a:rPr>
              <a:t>,</a:t>
            </a:r>
            <a:r>
              <a:rPr lang="ko-KR" altLang="en-US" sz="1400" dirty="0">
                <a:solidFill>
                  <a:srgbClr val="A8B5C7"/>
                </a:solidFill>
                <a:latin typeface="Pretendard Variable" panose="02000003000000020004" pitchFamily="2" charset="-127"/>
                <a:ea typeface="Pretendard Variable" panose="02000003000000020004" pitchFamily="2" charset="-127"/>
              </a:rPr>
              <a:t> </a:t>
            </a:r>
            <a:r>
              <a:rPr lang="ko-KR" altLang="en-US" sz="1400" dirty="0">
                <a:solidFill>
                  <a:srgbClr val="87E0EB"/>
                </a:solidFill>
                <a:latin typeface="Pretendard Variable" panose="02000003000000020004" pitchFamily="2" charset="-127"/>
                <a:ea typeface="Pretendard Variable" panose="02000003000000020004" pitchFamily="2" charset="-127"/>
              </a:rPr>
              <a:t>현장 작업 집계 </a:t>
            </a:r>
            <a:r>
              <a:rPr lang="en-US" altLang="ko-KR" sz="1400" dirty="0">
                <a:solidFill>
                  <a:srgbClr val="87E0EB"/>
                </a:solidFill>
                <a:latin typeface="Pretendard Variable" panose="02000003000000020004" pitchFamily="2" charset="-127"/>
                <a:ea typeface="Pretendard Variable" panose="02000003000000020004" pitchFamily="2" charset="-127"/>
              </a:rPr>
              <a:t>· </a:t>
            </a:r>
            <a:r>
              <a:rPr lang="ko-KR" altLang="en-US" sz="1400" dirty="0">
                <a:solidFill>
                  <a:srgbClr val="87E0EB"/>
                </a:solidFill>
                <a:latin typeface="Pretendard Variable" panose="02000003000000020004" pitchFamily="2" charset="-127"/>
                <a:ea typeface="Pretendard Variable" panose="02000003000000020004" pitchFamily="2" charset="-127"/>
              </a:rPr>
              <a:t>보고 </a:t>
            </a:r>
            <a:r>
              <a:rPr lang="en-US" altLang="ko-KR" sz="1400" dirty="0">
                <a:solidFill>
                  <a:srgbClr val="87E0EB"/>
                </a:solidFill>
                <a:latin typeface="Pretendard Variable" panose="02000003000000020004" pitchFamily="2" charset="-127"/>
                <a:ea typeface="Pretendard Variable" panose="02000003000000020004" pitchFamily="2" charset="-127"/>
              </a:rPr>
              <a:t>· </a:t>
            </a:r>
            <a:r>
              <a:rPr lang="ko-KR" altLang="en-US" sz="1400" dirty="0">
                <a:solidFill>
                  <a:srgbClr val="87E0EB"/>
                </a:solidFill>
                <a:latin typeface="Pretendard Variable" panose="02000003000000020004" pitchFamily="2" charset="-127"/>
                <a:ea typeface="Pretendard Variable" panose="02000003000000020004" pitchFamily="2" charset="-127"/>
              </a:rPr>
              <a:t>분석 업무에 </a:t>
            </a:r>
            <a:r>
              <a:rPr lang="en-US" altLang="ko-KR" sz="1400" dirty="0">
                <a:solidFill>
                  <a:srgbClr val="87E0EB"/>
                </a:solidFill>
                <a:latin typeface="Pretendard Variable" panose="02000003000000020004" pitchFamily="2" charset="-127"/>
                <a:ea typeface="Pretendard Variable" panose="02000003000000020004" pitchFamily="2" charset="-127"/>
              </a:rPr>
              <a:t>Pain Point</a:t>
            </a:r>
            <a:r>
              <a:rPr lang="ko-KR" altLang="en-US" sz="1400" dirty="0">
                <a:solidFill>
                  <a:srgbClr val="A8B5C7"/>
                </a:solidFill>
                <a:latin typeface="Pretendard Variable" panose="02000003000000020004" pitchFamily="2" charset="-127"/>
                <a:ea typeface="Pretendard Variable" panose="02000003000000020004" pitchFamily="2" charset="-127"/>
              </a:rPr>
              <a:t>가 있음을 확인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0181A250-9B83-134A-575D-C7AE98882CD9}"/>
              </a:ext>
            </a:extLst>
          </p:cNvPr>
          <p:cNvSpPr/>
          <p:nvPr/>
        </p:nvSpPr>
        <p:spPr>
          <a:xfrm>
            <a:off x="741250" y="2284572"/>
            <a:ext cx="5070080" cy="4154328"/>
          </a:xfrm>
          <a:prstGeom prst="rect">
            <a:avLst/>
          </a:prstGeom>
          <a:solidFill>
            <a:srgbClr val="15233A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altLang="ko-KR" sz="1477" b="1" dirty="0">
              <a:solidFill>
                <a:schemeClr val="tx1"/>
              </a:solidFill>
              <a:latin typeface="Pretendard" panose="02000503000000020004" pitchFamily="50" charset="-127"/>
              <a:ea typeface="Pretendard" panose="02000503000000020004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676038A-9810-341B-A78A-78EAE30DA2FD}"/>
              </a:ext>
            </a:extLst>
          </p:cNvPr>
          <p:cNvSpPr txBox="1"/>
          <p:nvPr/>
        </p:nvSpPr>
        <p:spPr>
          <a:xfrm>
            <a:off x="1010305" y="2455045"/>
            <a:ext cx="3546544" cy="19248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>
              <a:lnSpc>
                <a:spcPct val="110000"/>
              </a:lnSpc>
              <a:defRPr sz="1600" spc="-6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defRPr>
            </a:lvl1pPr>
          </a:lstStyle>
          <a:p>
            <a:r>
              <a:rPr lang="en-US" altLang="ko-KR" sz="1200" b="1" spc="0" dirty="0">
                <a:solidFill>
                  <a:schemeClr val="bg1">
                    <a:lumMod val="65000"/>
                  </a:schemeClr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Hi-tech 6</a:t>
            </a:r>
            <a:r>
              <a:rPr lang="ko-KR" altLang="en-US" sz="1200" b="1" spc="0" dirty="0">
                <a:solidFill>
                  <a:schemeClr val="bg1">
                    <a:lumMod val="65000"/>
                  </a:schemeClr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개 현장 </a:t>
            </a:r>
            <a:r>
              <a:rPr lang="en-US" altLang="ko-KR" sz="1200" b="1" spc="0" dirty="0">
                <a:solidFill>
                  <a:schemeClr val="bg1">
                    <a:lumMod val="65000"/>
                  </a:schemeClr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Activity </a:t>
            </a:r>
            <a:r>
              <a:rPr lang="ko-KR" altLang="en-US" sz="1200" b="1" spc="0" dirty="0">
                <a:solidFill>
                  <a:schemeClr val="bg1">
                    <a:lumMod val="65000"/>
                  </a:schemeClr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분석 결과</a:t>
            </a:r>
            <a:endParaRPr lang="en-US" sz="1200" b="1" spc="0" dirty="0">
              <a:solidFill>
                <a:schemeClr val="bg1">
                  <a:lumMod val="65000"/>
                </a:schemeClr>
              </a:solidFill>
              <a:latin typeface="JetBrains Mono" panose="02000009000000000000" pitchFamily="49" charset="0"/>
              <a:ea typeface="JetBrains Mono" panose="02000009000000000000" pitchFamily="49" charset="0"/>
              <a:cs typeface="JetBrains Mono" panose="02000009000000000000" pitchFamily="49" charset="0"/>
            </a:endParaRP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1EAC9AFA-0914-C893-E9B9-314A8C993BF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6481169"/>
              </p:ext>
            </p:extLst>
          </p:nvPr>
        </p:nvGraphicFramePr>
        <p:xfrm>
          <a:off x="1010305" y="2818007"/>
          <a:ext cx="4371318" cy="3366896"/>
        </p:xfrm>
        <a:graphic>
          <a:graphicData uri="http://schemas.openxmlformats.org/drawingml/2006/table">
            <a:tbl>
              <a:tblPr/>
              <a:tblGrid>
                <a:gridCol w="249886">
                  <a:extLst>
                    <a:ext uri="{9D8B030D-6E8A-4147-A177-3AD203B41FA5}">
                      <a16:colId xmlns:a16="http://schemas.microsoft.com/office/drawing/2014/main" val="2527501052"/>
                    </a:ext>
                  </a:extLst>
                </a:gridCol>
                <a:gridCol w="1930001">
                  <a:extLst>
                    <a:ext uri="{9D8B030D-6E8A-4147-A177-3AD203B41FA5}">
                      <a16:colId xmlns:a16="http://schemas.microsoft.com/office/drawing/2014/main" val="2245732453"/>
                    </a:ext>
                  </a:extLst>
                </a:gridCol>
                <a:gridCol w="702244">
                  <a:extLst>
                    <a:ext uri="{9D8B030D-6E8A-4147-A177-3AD203B41FA5}">
                      <a16:colId xmlns:a16="http://schemas.microsoft.com/office/drawing/2014/main" val="1289558458"/>
                    </a:ext>
                  </a:extLst>
                </a:gridCol>
                <a:gridCol w="586128">
                  <a:extLst>
                    <a:ext uri="{9D8B030D-6E8A-4147-A177-3AD203B41FA5}">
                      <a16:colId xmlns:a16="http://schemas.microsoft.com/office/drawing/2014/main" val="522648952"/>
                    </a:ext>
                  </a:extLst>
                </a:gridCol>
                <a:gridCol w="554156">
                  <a:extLst>
                    <a:ext uri="{9D8B030D-6E8A-4147-A177-3AD203B41FA5}">
                      <a16:colId xmlns:a16="http://schemas.microsoft.com/office/drawing/2014/main" val="1840915705"/>
                    </a:ext>
                  </a:extLst>
                </a:gridCol>
                <a:gridCol w="348903">
                  <a:extLst>
                    <a:ext uri="{9D8B030D-6E8A-4147-A177-3AD203B41FA5}">
                      <a16:colId xmlns:a16="http://schemas.microsoft.com/office/drawing/2014/main" val="3578143006"/>
                    </a:ext>
                  </a:extLst>
                </a:gridCol>
              </a:tblGrid>
              <a:tr h="21118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000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#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Chunks</a:t>
                      </a:r>
                      <a:endParaRPr lang="ko-KR" altLang="en-US" sz="1000" dirty="0">
                        <a:solidFill>
                          <a:schemeClr val="bg1"/>
                        </a:solidFill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Activities</a:t>
                      </a:r>
                      <a:endParaRPr lang="ko-KR" altLang="en-US" sz="1000" dirty="0">
                        <a:solidFill>
                          <a:schemeClr val="bg1"/>
                        </a:solidFill>
                        <a:effectLst/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H/M</a:t>
                      </a:r>
                      <a:endParaRPr lang="ko-KR" altLang="en-US" sz="1000" dirty="0">
                        <a:solidFill>
                          <a:schemeClr val="bg1"/>
                        </a:solidFill>
                        <a:effectLst/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Ratio</a:t>
                      </a:r>
                      <a:endParaRPr lang="ko-KR" altLang="en-US" sz="1000" dirty="0">
                        <a:solidFill>
                          <a:schemeClr val="bg1"/>
                        </a:solidFill>
                        <a:effectLst/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87E0EB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CPIA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899988"/>
                  </a:ext>
                </a:extLst>
              </a:tr>
              <a:tr h="21118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b="1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A</a:t>
                      </a:r>
                      <a:endParaRPr lang="en-US" sz="1000" dirty="0">
                        <a:solidFill>
                          <a:schemeClr val="bg1">
                            <a:lumMod val="85000"/>
                          </a:schemeClr>
                        </a:solidFill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0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작업일보 취합</a:t>
                      </a:r>
                      <a:r>
                        <a:rPr lang="en-US" altLang="ko-KR" sz="10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·</a:t>
                      </a:r>
                      <a:r>
                        <a:rPr lang="ko-KR" altLang="en-US" sz="10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집계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000" dirty="0"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23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1,285h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000"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16.7%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000" dirty="0">
                          <a:solidFill>
                            <a:srgbClr val="87E0EB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★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3702668"/>
                  </a:ext>
                </a:extLst>
              </a:tr>
              <a:tr h="41030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b="1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B</a:t>
                      </a:r>
                      <a:endParaRPr lang="en-US" sz="1000" dirty="0">
                        <a:solidFill>
                          <a:schemeClr val="bg1">
                            <a:lumMod val="85000"/>
                          </a:schemeClr>
                        </a:solidFill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0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정기 보고서 작성 </a:t>
                      </a:r>
                      <a:br>
                        <a:rPr lang="en-US" altLang="ko-KR" sz="10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</a:br>
                      <a:r>
                        <a:rPr lang="en-US" altLang="ko-KR" sz="10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(</a:t>
                      </a:r>
                      <a:r>
                        <a:rPr lang="en-US" sz="10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Weekly/Monthly </a:t>
                      </a:r>
                      <a:r>
                        <a:rPr lang="ko-KR" altLang="en-US" sz="10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등</a:t>
                      </a:r>
                      <a:r>
                        <a:rPr lang="en-US" altLang="ko-KR" sz="10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)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000" dirty="0"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19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876h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000"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11.4%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000" dirty="0">
                          <a:solidFill>
                            <a:srgbClr val="87E0EB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★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55526110"/>
                  </a:ext>
                </a:extLst>
              </a:tr>
              <a:tr h="21118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b="1">
                          <a:solidFill>
                            <a:schemeClr val="bg1">
                              <a:lumMod val="85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C</a:t>
                      </a:r>
                      <a:endParaRPr lang="en-US" sz="1000">
                        <a:solidFill>
                          <a:schemeClr val="bg1">
                            <a:lumMod val="85000"/>
                          </a:schemeClr>
                        </a:solidFill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0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생산성</a:t>
                      </a:r>
                      <a:r>
                        <a:rPr lang="en-US" altLang="ko-KR" sz="10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·</a:t>
                      </a:r>
                      <a:r>
                        <a:rPr lang="ko-KR" altLang="en-US" sz="1000" dirty="0" err="1">
                          <a:solidFill>
                            <a:schemeClr val="bg1">
                              <a:lumMod val="85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공정률</a:t>
                      </a:r>
                      <a:r>
                        <a:rPr lang="ko-KR" altLang="en-US" sz="10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 분석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000" dirty="0"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18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423h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000"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5.5%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000" dirty="0">
                          <a:solidFill>
                            <a:srgbClr val="87E0EB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★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8124636"/>
                  </a:ext>
                </a:extLst>
              </a:tr>
              <a:tr h="21118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b="1">
                          <a:solidFill>
                            <a:schemeClr val="bg1">
                              <a:lumMod val="85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D</a:t>
                      </a:r>
                      <a:endParaRPr lang="en-US" sz="1000">
                        <a:solidFill>
                          <a:schemeClr val="bg1">
                            <a:lumMod val="85000"/>
                          </a:schemeClr>
                        </a:solidFill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000">
                          <a:solidFill>
                            <a:schemeClr val="bg1">
                              <a:lumMod val="85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공기</a:t>
                      </a:r>
                      <a:r>
                        <a:rPr lang="en-US" altLang="ko-KR" sz="1000">
                          <a:solidFill>
                            <a:schemeClr val="bg1">
                              <a:lumMod val="85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·</a:t>
                      </a:r>
                      <a:r>
                        <a:rPr lang="ko-KR" altLang="en-US" sz="1000">
                          <a:solidFill>
                            <a:schemeClr val="bg1">
                              <a:lumMod val="85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공정 예측</a:t>
                      </a:r>
                      <a:r>
                        <a:rPr lang="en-US" altLang="ko-KR" sz="1000">
                          <a:solidFill>
                            <a:schemeClr val="bg1">
                              <a:lumMod val="85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·</a:t>
                      </a:r>
                      <a:r>
                        <a:rPr lang="ko-KR" altLang="en-US" sz="1000">
                          <a:solidFill>
                            <a:schemeClr val="bg1">
                              <a:lumMod val="85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리스크 탐지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000"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26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532h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000"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6.9%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000" dirty="0">
                          <a:solidFill>
                            <a:srgbClr val="87E0EB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★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95003780"/>
                  </a:ext>
                </a:extLst>
              </a:tr>
              <a:tr h="21118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b="1">
                          <a:solidFill>
                            <a:schemeClr val="bg1">
                              <a:lumMod val="85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E</a:t>
                      </a:r>
                      <a:endParaRPr lang="en-US" sz="1000">
                        <a:solidFill>
                          <a:schemeClr val="bg1">
                            <a:lumMod val="85000"/>
                          </a:schemeClr>
                        </a:solidFill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000">
                          <a:solidFill>
                            <a:schemeClr val="bg1">
                              <a:lumMod val="85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회의</a:t>
                      </a:r>
                      <a:r>
                        <a:rPr lang="en-US" altLang="ko-KR" sz="1000">
                          <a:solidFill>
                            <a:schemeClr val="bg1">
                              <a:lumMod val="85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·</a:t>
                      </a:r>
                      <a:r>
                        <a:rPr lang="en-US" sz="1000">
                          <a:solidFill>
                            <a:schemeClr val="bg1">
                              <a:lumMod val="85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MOM </a:t>
                      </a:r>
                      <a:r>
                        <a:rPr lang="ko-KR" altLang="en-US" sz="1000">
                          <a:solidFill>
                            <a:schemeClr val="bg1">
                              <a:lumMod val="85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작성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000"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16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227h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000"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2.9%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000" dirty="0"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—</a:t>
                      </a:r>
                      <a:endParaRPr lang="ko-KR" altLang="en-US" sz="1000" dirty="0">
                        <a:solidFill>
                          <a:schemeClr val="bg1">
                            <a:lumMod val="85000"/>
                          </a:schemeClr>
                        </a:solidFill>
                        <a:effectLst/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95702113"/>
                  </a:ext>
                </a:extLst>
              </a:tr>
              <a:tr h="21118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solidFill>
                            <a:schemeClr val="bg1">
                              <a:lumMod val="85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F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000">
                          <a:solidFill>
                            <a:schemeClr val="bg1">
                              <a:lumMod val="85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설계</a:t>
                      </a:r>
                      <a:r>
                        <a:rPr lang="en-US" altLang="ko-KR" sz="1000">
                          <a:solidFill>
                            <a:schemeClr val="bg1">
                              <a:lumMod val="85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·</a:t>
                      </a:r>
                      <a:r>
                        <a:rPr lang="ko-KR" altLang="en-US" sz="1000">
                          <a:solidFill>
                            <a:schemeClr val="bg1">
                              <a:lumMod val="85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엔지니어링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000"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63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1,511h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000"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19.6%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000" dirty="0"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—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9387528"/>
                  </a:ext>
                </a:extLst>
              </a:tr>
              <a:tr h="21118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solidFill>
                            <a:schemeClr val="bg1">
                              <a:lumMod val="85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G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000">
                          <a:solidFill>
                            <a:schemeClr val="bg1">
                              <a:lumMod val="85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안전</a:t>
                      </a:r>
                      <a:r>
                        <a:rPr lang="en-US" altLang="ko-KR" sz="1000">
                          <a:solidFill>
                            <a:schemeClr val="bg1">
                              <a:lumMod val="85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·</a:t>
                      </a:r>
                      <a:r>
                        <a:rPr lang="ko-KR" altLang="en-US" sz="1000">
                          <a:solidFill>
                            <a:schemeClr val="bg1">
                              <a:lumMod val="85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보건</a:t>
                      </a:r>
                      <a:r>
                        <a:rPr lang="en-US" altLang="ko-KR" sz="1000">
                          <a:solidFill>
                            <a:schemeClr val="bg1">
                              <a:lumMod val="85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·</a:t>
                      </a:r>
                      <a:r>
                        <a:rPr lang="ko-KR" altLang="en-US" sz="1000">
                          <a:solidFill>
                            <a:schemeClr val="bg1">
                              <a:lumMod val="85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환경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000"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38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579h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000"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7.5%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000" dirty="0"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—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57246085"/>
                  </a:ext>
                </a:extLst>
              </a:tr>
              <a:tr h="21118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solidFill>
                            <a:schemeClr val="bg1">
                              <a:lumMod val="85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H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000">
                          <a:solidFill>
                            <a:schemeClr val="bg1">
                              <a:lumMod val="85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예산</a:t>
                      </a:r>
                      <a:r>
                        <a:rPr lang="en-US" altLang="ko-KR" sz="1000">
                          <a:solidFill>
                            <a:schemeClr val="bg1">
                              <a:lumMod val="85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·</a:t>
                      </a:r>
                      <a:r>
                        <a:rPr lang="ko-KR" altLang="en-US" sz="1000">
                          <a:solidFill>
                            <a:schemeClr val="bg1">
                              <a:lumMod val="85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원가</a:t>
                      </a:r>
                      <a:r>
                        <a:rPr lang="en-US" altLang="ko-KR" sz="1000">
                          <a:solidFill>
                            <a:schemeClr val="bg1">
                              <a:lumMod val="85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·</a:t>
                      </a:r>
                      <a:r>
                        <a:rPr lang="ko-KR" altLang="en-US" sz="1000">
                          <a:solidFill>
                            <a:schemeClr val="bg1">
                              <a:lumMod val="85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계약</a:t>
                      </a:r>
                      <a:r>
                        <a:rPr lang="en-US" altLang="ko-KR" sz="1000">
                          <a:solidFill>
                            <a:schemeClr val="bg1">
                              <a:lumMod val="85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·</a:t>
                      </a:r>
                      <a:r>
                        <a:rPr lang="ko-KR" altLang="en-US" sz="1000">
                          <a:solidFill>
                            <a:schemeClr val="bg1">
                              <a:lumMod val="85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정산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000"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46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770h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000"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10.0%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000"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—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57472030"/>
                  </a:ext>
                </a:extLst>
              </a:tr>
              <a:tr h="21118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solidFill>
                            <a:schemeClr val="bg1">
                              <a:lumMod val="85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I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000">
                          <a:solidFill>
                            <a:schemeClr val="bg1">
                              <a:lumMod val="85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품질 관리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000"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2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42h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000"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0.5%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000" dirty="0"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—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0736041"/>
                  </a:ext>
                </a:extLst>
              </a:tr>
              <a:tr h="21118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solidFill>
                            <a:schemeClr val="bg1">
                              <a:lumMod val="85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J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000">
                          <a:solidFill>
                            <a:schemeClr val="bg1">
                              <a:lumMod val="85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기술</a:t>
                      </a:r>
                      <a:r>
                        <a:rPr lang="en-US" altLang="ko-KR" sz="1000">
                          <a:solidFill>
                            <a:schemeClr val="bg1">
                              <a:lumMod val="85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·</a:t>
                      </a:r>
                      <a:r>
                        <a:rPr lang="ko-KR" altLang="en-US" sz="1000">
                          <a:solidFill>
                            <a:schemeClr val="bg1">
                              <a:lumMod val="85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법무</a:t>
                      </a:r>
                      <a:r>
                        <a:rPr lang="en-US" altLang="ko-KR" sz="1000">
                          <a:solidFill>
                            <a:schemeClr val="bg1">
                              <a:lumMod val="85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·</a:t>
                      </a:r>
                      <a:r>
                        <a:rPr lang="ko-KR" altLang="en-US" sz="1000">
                          <a:solidFill>
                            <a:schemeClr val="bg1">
                              <a:lumMod val="85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규제</a:t>
                      </a:r>
                      <a:r>
                        <a:rPr lang="en-US" altLang="ko-KR" sz="1000">
                          <a:solidFill>
                            <a:schemeClr val="bg1">
                              <a:lumMod val="85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·</a:t>
                      </a:r>
                      <a:r>
                        <a:rPr lang="ko-KR" altLang="en-US" sz="1000">
                          <a:solidFill>
                            <a:schemeClr val="bg1">
                              <a:lumMod val="85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지식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000"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18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1,005h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000"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13.0%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000"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—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7908878"/>
                  </a:ext>
                </a:extLst>
              </a:tr>
              <a:tr h="21118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solidFill>
                            <a:schemeClr val="bg1">
                              <a:lumMod val="85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K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000">
                          <a:solidFill>
                            <a:schemeClr val="bg1">
                              <a:lumMod val="85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인사</a:t>
                      </a:r>
                      <a:r>
                        <a:rPr lang="en-US" altLang="ko-KR" sz="1000">
                          <a:solidFill>
                            <a:schemeClr val="bg1">
                              <a:lumMod val="85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·</a:t>
                      </a:r>
                      <a:r>
                        <a:rPr lang="ko-KR" altLang="en-US" sz="1000">
                          <a:solidFill>
                            <a:schemeClr val="bg1">
                              <a:lumMod val="85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조직</a:t>
                      </a:r>
                      <a:r>
                        <a:rPr lang="en-US" altLang="ko-KR" sz="1000">
                          <a:solidFill>
                            <a:schemeClr val="bg1">
                              <a:lumMod val="85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·</a:t>
                      </a:r>
                      <a:r>
                        <a:rPr lang="ko-KR" altLang="en-US" sz="1000">
                          <a:solidFill>
                            <a:schemeClr val="bg1">
                              <a:lumMod val="85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교육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000"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4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75h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000"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1.0%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000"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—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2525126"/>
                  </a:ext>
                </a:extLst>
              </a:tr>
              <a:tr h="21118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solidFill>
                            <a:schemeClr val="bg1">
                              <a:lumMod val="85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L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000">
                          <a:solidFill>
                            <a:schemeClr val="bg1">
                              <a:lumMod val="85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자산</a:t>
                      </a:r>
                      <a:r>
                        <a:rPr lang="en-US" altLang="ko-KR" sz="1000">
                          <a:solidFill>
                            <a:schemeClr val="bg1">
                              <a:lumMod val="85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·</a:t>
                      </a:r>
                      <a:r>
                        <a:rPr lang="ko-KR" altLang="en-US" sz="1000">
                          <a:solidFill>
                            <a:schemeClr val="bg1">
                              <a:lumMod val="85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운영</a:t>
                      </a:r>
                      <a:r>
                        <a:rPr lang="en-US" altLang="ko-KR" sz="1000">
                          <a:solidFill>
                            <a:schemeClr val="bg1">
                              <a:lumMod val="85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·</a:t>
                      </a:r>
                      <a:r>
                        <a:rPr lang="ko-KR" altLang="en-US" sz="1000">
                          <a:solidFill>
                            <a:schemeClr val="bg1">
                              <a:lumMod val="85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이슈관리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000"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8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181h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000" dirty="0"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2.3%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000" dirty="0"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—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69726627"/>
                  </a:ext>
                </a:extLst>
              </a:tr>
              <a:tr h="21118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solidFill>
                            <a:schemeClr val="bg1">
                              <a:lumMod val="85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M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000">
                          <a:solidFill>
                            <a:schemeClr val="bg1">
                              <a:lumMod val="85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Water/</a:t>
                      </a:r>
                      <a:r>
                        <a:rPr lang="ko-KR" altLang="en-US" sz="1000">
                          <a:solidFill>
                            <a:schemeClr val="bg1">
                              <a:lumMod val="85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솔루션 운전 데이터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000" dirty="0"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7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100h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000" dirty="0"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1.3%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000" dirty="0"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—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19890314"/>
                  </a:ext>
                </a:extLst>
              </a:tr>
              <a:tr h="21118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N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0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기타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000" dirty="0"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33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102h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000" dirty="0"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1.3%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000" dirty="0"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—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61993009"/>
                  </a:ext>
                </a:extLst>
              </a:tr>
            </a:tbl>
          </a:graphicData>
        </a:graphic>
      </p:graphicFrame>
      <p:sp>
        <p:nvSpPr>
          <p:cNvPr id="10" name="오른쪽 중괄호 9">
            <a:extLst>
              <a:ext uri="{FF2B5EF4-FFF2-40B4-BE49-F238E27FC236}">
                <a16:creationId xmlns:a16="http://schemas.microsoft.com/office/drawing/2014/main" id="{C3776920-66C0-1FB9-FB28-1264F99A84C1}"/>
              </a:ext>
            </a:extLst>
          </p:cNvPr>
          <p:cNvSpPr/>
          <p:nvPr/>
        </p:nvSpPr>
        <p:spPr>
          <a:xfrm>
            <a:off x="5457825" y="3060188"/>
            <a:ext cx="114300" cy="972344"/>
          </a:xfrm>
          <a:prstGeom prst="rightBrace">
            <a:avLst/>
          </a:prstGeom>
          <a:ln w="12700">
            <a:solidFill>
              <a:srgbClr val="87E0E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BCE24CBF-A88E-5238-DADA-F0396EC264A0}"/>
              </a:ext>
            </a:extLst>
          </p:cNvPr>
          <p:cNvSpPr/>
          <p:nvPr/>
        </p:nvSpPr>
        <p:spPr>
          <a:xfrm>
            <a:off x="6380672" y="2284572"/>
            <a:ext cx="5070080" cy="2038771"/>
          </a:xfrm>
          <a:prstGeom prst="rect">
            <a:avLst/>
          </a:prstGeom>
          <a:solidFill>
            <a:srgbClr val="15233A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altLang="ko-KR" sz="1477" b="1" dirty="0">
              <a:solidFill>
                <a:schemeClr val="tx1"/>
              </a:solidFill>
              <a:latin typeface="Pretendard" panose="02000503000000020004" pitchFamily="50" charset="-127"/>
              <a:ea typeface="Pretendard" panose="02000503000000020004" pitchFamily="50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D58C61D-77B2-4D8F-C9B6-2E2E97EFE874}"/>
              </a:ext>
            </a:extLst>
          </p:cNvPr>
          <p:cNvSpPr txBox="1"/>
          <p:nvPr/>
        </p:nvSpPr>
        <p:spPr>
          <a:xfrm>
            <a:off x="6651292" y="2439349"/>
            <a:ext cx="3643113" cy="3297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1400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2,506</a:t>
            </a:r>
            <a:r>
              <a:rPr lang="ko-KR" altLang="en-US" sz="1400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시간이 일 단위 정기 보고를 위한 작업에만 투입</a:t>
            </a:r>
            <a:endParaRPr lang="en-US" altLang="ko-KR" sz="1400" b="1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bg1"/>
              </a:solidFill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3" name="제목 1">
            <a:extLst>
              <a:ext uri="{FF2B5EF4-FFF2-40B4-BE49-F238E27FC236}">
                <a16:creationId xmlns:a16="http://schemas.microsoft.com/office/drawing/2014/main" id="{0544D680-837B-D4FA-5314-1E8B56FC9647}"/>
              </a:ext>
            </a:extLst>
          </p:cNvPr>
          <p:cNvSpPr txBox="1">
            <a:spLocks/>
          </p:cNvSpPr>
          <p:nvPr/>
        </p:nvSpPr>
        <p:spPr>
          <a:xfrm>
            <a:off x="8209174" y="3066808"/>
            <a:ext cx="1519021" cy="369332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algn="l" defTabSz="914400" rtl="0" eaLnBrk="1" latinLnBrk="0" hangingPunct="1">
              <a:spcBef>
                <a:spcPts val="0"/>
              </a:spcBef>
              <a:buNone/>
              <a:defRPr sz="2000" b="1" kern="1200">
                <a:solidFill>
                  <a:srgbClr val="EA002C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ko-KR" sz="2400" dirty="0">
                <a:solidFill>
                  <a:srgbClr val="87E0EB"/>
                </a:solidFill>
                <a:latin typeface="+mj-ea"/>
                <a:cs typeface="Pretendard" panose="02000503000000020004" pitchFamily="50" charset="-127"/>
              </a:rPr>
              <a:t>2,506</a:t>
            </a:r>
            <a:r>
              <a:rPr lang="en-US" altLang="ko-KR" sz="2400" dirty="0">
                <a:solidFill>
                  <a:schemeClr val="bg1"/>
                </a:solidFill>
                <a:latin typeface="+mj-ea"/>
                <a:cs typeface="Pretendard" panose="02000503000000020004" pitchFamily="50" charset="-127"/>
              </a:rPr>
              <a:t> </a:t>
            </a:r>
            <a:r>
              <a:rPr lang="en-US" altLang="ko-KR" sz="1200" b="0" dirty="0">
                <a:solidFill>
                  <a:schemeClr val="bg1">
                    <a:lumMod val="85000"/>
                  </a:schemeClr>
                </a:solidFill>
                <a:latin typeface="+mj-ea"/>
                <a:cs typeface="Pretendard" panose="02000503000000020004" pitchFamily="50" charset="-127"/>
              </a:rPr>
              <a:t>h/M</a:t>
            </a:r>
            <a:endParaRPr lang="en-US" altLang="ko-KR" sz="1200" b="0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bg1">
                  <a:lumMod val="85000"/>
                </a:schemeClr>
              </a:solidFill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24" name="제목 1">
            <a:extLst>
              <a:ext uri="{FF2B5EF4-FFF2-40B4-BE49-F238E27FC236}">
                <a16:creationId xmlns:a16="http://schemas.microsoft.com/office/drawing/2014/main" id="{ECDA01BD-7856-D11C-439A-F6811E506DBF}"/>
              </a:ext>
            </a:extLst>
          </p:cNvPr>
          <p:cNvSpPr txBox="1">
            <a:spLocks/>
          </p:cNvSpPr>
          <p:nvPr/>
        </p:nvSpPr>
        <p:spPr>
          <a:xfrm>
            <a:off x="8209174" y="3466056"/>
            <a:ext cx="1519021" cy="153888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algn="l" defTabSz="914400" rtl="0" eaLnBrk="1" latinLnBrk="0" hangingPunct="1">
              <a:spcBef>
                <a:spcPts val="0"/>
              </a:spcBef>
              <a:buNone/>
              <a:defRPr sz="2000" b="1" kern="1200">
                <a:solidFill>
                  <a:srgbClr val="EA002C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ko-KR" altLang="en-US" sz="1000" b="0" dirty="0">
                <a:solidFill>
                  <a:schemeClr val="bg1">
                    <a:lumMod val="85000"/>
                  </a:schemeClr>
                </a:solidFill>
                <a:latin typeface="+mj-ea"/>
                <a:cs typeface="Pretendard" panose="02000503000000020004" pitchFamily="50" charset="-127"/>
              </a:rPr>
              <a:t>반복적 데이터 집계</a:t>
            </a:r>
            <a:r>
              <a:rPr lang="en-US" altLang="ko-KR" sz="1000" b="0" dirty="0">
                <a:solidFill>
                  <a:schemeClr val="bg1">
                    <a:lumMod val="85000"/>
                  </a:schemeClr>
                </a:solidFill>
                <a:latin typeface="+mj-ea"/>
                <a:cs typeface="Pretendard" panose="02000503000000020004" pitchFamily="50" charset="-127"/>
              </a:rPr>
              <a:t>·</a:t>
            </a:r>
            <a:r>
              <a:rPr lang="ko-KR" altLang="en-US" sz="1000" b="0" dirty="0">
                <a:solidFill>
                  <a:schemeClr val="bg1">
                    <a:lumMod val="85000"/>
                  </a:schemeClr>
                </a:solidFill>
                <a:latin typeface="+mj-ea"/>
                <a:cs typeface="Pretendard" panose="02000503000000020004" pitchFamily="50" charset="-127"/>
              </a:rPr>
              <a:t>보고</a:t>
            </a:r>
            <a:endParaRPr lang="en-US" altLang="ko-KR" sz="1000" b="0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bg1">
                  <a:lumMod val="85000"/>
                </a:schemeClr>
              </a:solidFill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88ADE19A-8D0A-5E71-FE4F-EE3B7FA25390}"/>
              </a:ext>
            </a:extLst>
          </p:cNvPr>
          <p:cNvCxnSpPr>
            <a:cxnSpLocks/>
          </p:cNvCxnSpPr>
          <p:nvPr/>
        </p:nvCxnSpPr>
        <p:spPr>
          <a:xfrm>
            <a:off x="6709033" y="2886742"/>
            <a:ext cx="4426620" cy="0"/>
          </a:xfrm>
          <a:prstGeom prst="line">
            <a:avLst/>
          </a:prstGeom>
          <a:ln w="63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7" name="제목 1">
            <a:extLst>
              <a:ext uri="{FF2B5EF4-FFF2-40B4-BE49-F238E27FC236}">
                <a16:creationId xmlns:a16="http://schemas.microsoft.com/office/drawing/2014/main" id="{51FF66D9-EAA8-7AA2-197A-582A25A0F62C}"/>
              </a:ext>
            </a:extLst>
          </p:cNvPr>
          <p:cNvSpPr txBox="1">
            <a:spLocks/>
          </p:cNvSpPr>
          <p:nvPr/>
        </p:nvSpPr>
        <p:spPr>
          <a:xfrm>
            <a:off x="10173056" y="3066808"/>
            <a:ext cx="1067468" cy="369332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algn="l" defTabSz="914400" rtl="0" eaLnBrk="1" latinLnBrk="0" hangingPunct="1">
              <a:spcBef>
                <a:spcPts val="0"/>
              </a:spcBef>
              <a:buNone/>
              <a:defRPr sz="2000" b="1" kern="1200">
                <a:solidFill>
                  <a:srgbClr val="EA002C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ko-KR" sz="2400" dirty="0">
                <a:solidFill>
                  <a:srgbClr val="87E0EB"/>
                </a:solidFill>
                <a:latin typeface="+mj-ea"/>
                <a:cs typeface="Pretendard" panose="02000503000000020004" pitchFamily="50" charset="-127"/>
              </a:rPr>
              <a:t>17</a:t>
            </a:r>
            <a:r>
              <a:rPr lang="en-US" altLang="ko-KR" sz="2400" dirty="0">
                <a:solidFill>
                  <a:schemeClr val="bg1"/>
                </a:solidFill>
                <a:latin typeface="+mj-ea"/>
                <a:cs typeface="Pretendard" panose="02000503000000020004" pitchFamily="50" charset="-127"/>
              </a:rPr>
              <a:t> </a:t>
            </a:r>
            <a:r>
              <a:rPr lang="en-US" altLang="ko-KR" sz="1200" b="0" dirty="0">
                <a:solidFill>
                  <a:schemeClr val="bg1">
                    <a:lumMod val="85000"/>
                  </a:schemeClr>
                </a:solidFill>
                <a:latin typeface="+mj-ea"/>
                <a:cs typeface="Pretendard" panose="02000503000000020004" pitchFamily="50" charset="-127"/>
              </a:rPr>
              <a:t>MP</a:t>
            </a:r>
            <a:endParaRPr lang="en-US" altLang="ko-KR" sz="1200" b="0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bg1">
                  <a:lumMod val="85000"/>
                </a:schemeClr>
              </a:solidFill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38" name="제목 1">
            <a:extLst>
              <a:ext uri="{FF2B5EF4-FFF2-40B4-BE49-F238E27FC236}">
                <a16:creationId xmlns:a16="http://schemas.microsoft.com/office/drawing/2014/main" id="{667AD931-FF81-7547-BF70-ED071B9D595E}"/>
              </a:ext>
            </a:extLst>
          </p:cNvPr>
          <p:cNvSpPr txBox="1">
            <a:spLocks/>
          </p:cNvSpPr>
          <p:nvPr/>
        </p:nvSpPr>
        <p:spPr>
          <a:xfrm>
            <a:off x="10173056" y="3466056"/>
            <a:ext cx="1067468" cy="153888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algn="l" defTabSz="914400" rtl="0" eaLnBrk="1" latinLnBrk="0" hangingPunct="1">
              <a:spcBef>
                <a:spcPts val="0"/>
              </a:spcBef>
              <a:buNone/>
              <a:defRPr sz="2000" b="1" kern="1200">
                <a:solidFill>
                  <a:srgbClr val="EA002C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ko-KR" altLang="en-US" sz="1000" b="0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>
                    <a:lumMod val="85000"/>
                  </a:schemeClr>
                </a:solidFill>
                <a:latin typeface="+mj-ea"/>
                <a:ea typeface="Pretendard SemiBold" panose="02000703000000020004" pitchFamily="50" charset="-127"/>
                <a:cs typeface="Pretendard" panose="02000503000000020004" pitchFamily="50" charset="-127"/>
              </a:rPr>
              <a:t>투입 인력 환산</a:t>
            </a:r>
            <a:endParaRPr lang="en-US" altLang="ko-KR" sz="1000" b="0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bg1">
                  <a:lumMod val="85000"/>
                </a:schemeClr>
              </a:solidFill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45" name="제목 1">
            <a:extLst>
              <a:ext uri="{FF2B5EF4-FFF2-40B4-BE49-F238E27FC236}">
                <a16:creationId xmlns:a16="http://schemas.microsoft.com/office/drawing/2014/main" id="{24438F15-72CE-AE09-7756-2FD74AA7D6B5}"/>
              </a:ext>
            </a:extLst>
          </p:cNvPr>
          <p:cNvSpPr txBox="1">
            <a:spLocks/>
          </p:cNvSpPr>
          <p:nvPr/>
        </p:nvSpPr>
        <p:spPr>
          <a:xfrm>
            <a:off x="6709033" y="3066808"/>
            <a:ext cx="1519021" cy="369332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algn="l" defTabSz="914400" rtl="0" eaLnBrk="1" latinLnBrk="0" hangingPunct="1">
              <a:spcBef>
                <a:spcPts val="0"/>
              </a:spcBef>
              <a:buNone/>
              <a:defRPr sz="2000" b="1" kern="1200">
                <a:solidFill>
                  <a:srgbClr val="EA002C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ko-KR" sz="2400" dirty="0">
                <a:solidFill>
                  <a:srgbClr val="87E0EB"/>
                </a:solidFill>
                <a:latin typeface="+mj-ea"/>
                <a:cs typeface="Pretendard" panose="02000503000000020004" pitchFamily="50" charset="-127"/>
              </a:rPr>
              <a:t>6</a:t>
            </a:r>
            <a:r>
              <a:rPr lang="en-US" altLang="ko-KR" sz="2400" dirty="0">
                <a:solidFill>
                  <a:schemeClr val="bg1"/>
                </a:solidFill>
                <a:latin typeface="+mj-ea"/>
                <a:cs typeface="Pretendard" panose="02000503000000020004" pitchFamily="50" charset="-127"/>
              </a:rPr>
              <a:t> </a:t>
            </a:r>
            <a:r>
              <a:rPr lang="en-US" altLang="ko-KR" sz="1200" b="0" dirty="0">
                <a:solidFill>
                  <a:schemeClr val="bg1">
                    <a:lumMod val="85000"/>
                  </a:schemeClr>
                </a:solidFill>
                <a:latin typeface="+mj-ea"/>
                <a:cs typeface="Pretendard" panose="02000503000000020004" pitchFamily="50" charset="-127"/>
              </a:rPr>
              <a:t>Site</a:t>
            </a:r>
            <a:endParaRPr lang="en-US" altLang="ko-KR" sz="1200" b="0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bg1">
                  <a:lumMod val="85000"/>
                </a:schemeClr>
              </a:solidFill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48" name="제목 1">
            <a:extLst>
              <a:ext uri="{FF2B5EF4-FFF2-40B4-BE49-F238E27FC236}">
                <a16:creationId xmlns:a16="http://schemas.microsoft.com/office/drawing/2014/main" id="{66CDEEED-74B1-3B22-C2F9-0D20251B220E}"/>
              </a:ext>
            </a:extLst>
          </p:cNvPr>
          <p:cNvSpPr txBox="1">
            <a:spLocks/>
          </p:cNvSpPr>
          <p:nvPr/>
        </p:nvSpPr>
        <p:spPr>
          <a:xfrm>
            <a:off x="6709033" y="3466056"/>
            <a:ext cx="1519021" cy="153888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ko-KR"/>
            </a:defPPr>
            <a:lvl1pPr latinLnBrk="0">
              <a:spcBef>
                <a:spcPts val="0"/>
              </a:spcBef>
              <a:buNone/>
              <a:defRPr sz="1000" b="0">
                <a:solidFill>
                  <a:schemeClr val="bg1">
                    <a:lumMod val="85000"/>
                  </a:schemeClr>
                </a:solidFill>
                <a:latin typeface="+mj-ea"/>
                <a:ea typeface="+mj-ea"/>
                <a:cs typeface="Pretendard" panose="02000503000000020004" pitchFamily="50" charset="-127"/>
              </a:defRPr>
            </a:lvl1pPr>
          </a:lstStyle>
          <a:p>
            <a:r>
              <a:rPr lang="ko-KR" altLang="en-US" dirty="0"/>
              <a:t>동일 구조 반복 확인</a:t>
            </a:r>
            <a:endParaRPr lang="en-US" altLang="ko-KR" dirty="0"/>
          </a:p>
        </p:txBody>
      </p:sp>
      <p:cxnSp>
        <p:nvCxnSpPr>
          <p:cNvPr id="51" name="직선 연결선 50">
            <a:extLst>
              <a:ext uri="{FF2B5EF4-FFF2-40B4-BE49-F238E27FC236}">
                <a16:creationId xmlns:a16="http://schemas.microsoft.com/office/drawing/2014/main" id="{9BCDFAE1-0575-258F-A93A-DD54348C3E13}"/>
              </a:ext>
            </a:extLst>
          </p:cNvPr>
          <p:cNvCxnSpPr>
            <a:cxnSpLocks/>
          </p:cNvCxnSpPr>
          <p:nvPr/>
        </p:nvCxnSpPr>
        <p:spPr>
          <a:xfrm>
            <a:off x="6709033" y="3813842"/>
            <a:ext cx="4426620" cy="0"/>
          </a:xfrm>
          <a:prstGeom prst="line">
            <a:avLst/>
          </a:prstGeom>
          <a:ln w="63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7CC63080-5BB8-94ED-EBE0-EEC05472AB41}"/>
              </a:ext>
            </a:extLst>
          </p:cNvPr>
          <p:cNvSpPr txBox="1"/>
          <p:nvPr/>
        </p:nvSpPr>
        <p:spPr>
          <a:xfrm>
            <a:off x="6709033" y="3976610"/>
            <a:ext cx="3886617" cy="153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altLang="ko-KR" sz="1000" b="0" i="0" dirty="0">
                <a:solidFill>
                  <a:srgbClr val="A8B5C7"/>
                </a:solidFill>
                <a:effectLst/>
                <a:latin typeface="Pretendard Variable" panose="02000003000000020004" pitchFamily="2" charset="-127"/>
                <a:ea typeface="Pretendard Variable" panose="02000003000000020004" pitchFamily="2" charset="-127"/>
              </a:rPr>
              <a:t>T2Y</a:t>
            </a:r>
            <a:r>
              <a:rPr lang="ko-KR" altLang="en-US" sz="1000" b="0" i="0" dirty="0">
                <a:solidFill>
                  <a:srgbClr val="A8B5C7"/>
                </a:solidFill>
                <a:effectLst/>
                <a:latin typeface="Pretendard Variable" panose="02000003000000020004" pitchFamily="2" charset="-127"/>
                <a:ea typeface="Pretendard Variable" panose="02000003000000020004" pitchFamily="2" charset="-127"/>
              </a:rPr>
              <a:t>를 저해하는 보이지 않는 변수 </a:t>
            </a:r>
            <a:r>
              <a:rPr lang="en-US" altLang="ko-KR" sz="1000" b="0" i="0" dirty="0">
                <a:solidFill>
                  <a:srgbClr val="A8B5C7"/>
                </a:solidFill>
                <a:effectLst/>
                <a:latin typeface="Pretendard Variable" panose="02000003000000020004" pitchFamily="2" charset="-127"/>
                <a:ea typeface="Pretendard Variable" panose="02000003000000020004" pitchFamily="2" charset="-127"/>
              </a:rPr>
              <a:t>— </a:t>
            </a:r>
            <a:r>
              <a:rPr lang="ko-KR" altLang="en-US" sz="1000" b="0" i="0" dirty="0">
                <a:solidFill>
                  <a:srgbClr val="A8B5C7"/>
                </a:solidFill>
                <a:effectLst/>
                <a:latin typeface="Pretendard Variable" panose="02000003000000020004" pitchFamily="2" charset="-127"/>
                <a:ea typeface="Pretendard Variable" panose="02000003000000020004" pitchFamily="2" charset="-127"/>
              </a:rPr>
              <a:t>곧 수억 원의 손실로 직결</a:t>
            </a:r>
            <a:endParaRPr lang="ko-KR" altLang="en-US" sz="1000" dirty="0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7378F189-7FC6-AAAF-FC95-B54352C90FEC}"/>
              </a:ext>
            </a:extLst>
          </p:cNvPr>
          <p:cNvSpPr/>
          <p:nvPr/>
        </p:nvSpPr>
        <p:spPr>
          <a:xfrm>
            <a:off x="6380672" y="4596415"/>
            <a:ext cx="5070080" cy="1821692"/>
          </a:xfrm>
          <a:prstGeom prst="rect">
            <a:avLst/>
          </a:prstGeom>
          <a:solidFill>
            <a:srgbClr val="15233A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altLang="ko-KR" sz="1477" b="1" dirty="0">
              <a:solidFill>
                <a:schemeClr val="tx1"/>
              </a:solidFill>
              <a:latin typeface="Pretendard" panose="02000503000000020004" pitchFamily="50" charset="-127"/>
              <a:ea typeface="Pretendard" panose="02000503000000020004" pitchFamily="50" charset="-127"/>
            </a:endParaRPr>
          </a:p>
        </p:txBody>
      </p:sp>
      <p:grpSp>
        <p:nvGrpSpPr>
          <p:cNvPr id="55" name="그룹 54">
            <a:extLst>
              <a:ext uri="{FF2B5EF4-FFF2-40B4-BE49-F238E27FC236}">
                <a16:creationId xmlns:a16="http://schemas.microsoft.com/office/drawing/2014/main" id="{DED89F7A-D44B-A079-BE38-2B23BB6AF317}"/>
              </a:ext>
            </a:extLst>
          </p:cNvPr>
          <p:cNvGrpSpPr/>
          <p:nvPr/>
        </p:nvGrpSpPr>
        <p:grpSpPr>
          <a:xfrm>
            <a:off x="5966308" y="4233890"/>
            <a:ext cx="208394" cy="127846"/>
            <a:chOff x="7276019" y="4585254"/>
            <a:chExt cx="225760" cy="138500"/>
          </a:xfrm>
          <a:solidFill>
            <a:srgbClr val="5CC4D9"/>
          </a:solidFill>
        </p:grpSpPr>
        <p:sp>
          <p:nvSpPr>
            <p:cNvPr id="58" name="L 도형 57">
              <a:extLst>
                <a:ext uri="{FF2B5EF4-FFF2-40B4-BE49-F238E27FC236}">
                  <a16:creationId xmlns:a16="http://schemas.microsoft.com/office/drawing/2014/main" id="{AC430C3E-B0DE-427F-5689-EDC074A19821}"/>
                </a:ext>
              </a:extLst>
            </p:cNvPr>
            <p:cNvSpPr>
              <a:spLocks noChangeAspect="1"/>
            </p:cNvSpPr>
            <p:nvPr/>
          </p:nvSpPr>
          <p:spPr>
            <a:xfrm rot="13552174">
              <a:off x="7276589" y="4584684"/>
              <a:ext cx="138499" cy="139640"/>
            </a:xfrm>
            <a:prstGeom prst="corner">
              <a:avLst>
                <a:gd name="adj1" fmla="val 22023"/>
                <a:gd name="adj2" fmla="val 2145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62" dirty="0">
                <a:latin typeface="Pretendard" panose="02000503000000020004" pitchFamily="50" charset="-127"/>
                <a:ea typeface="Pretendard" panose="02000503000000020004" pitchFamily="50" charset="-127"/>
              </a:endParaRPr>
            </a:p>
          </p:txBody>
        </p:sp>
        <p:sp>
          <p:nvSpPr>
            <p:cNvPr id="59" name="L 도형 58">
              <a:extLst>
                <a:ext uri="{FF2B5EF4-FFF2-40B4-BE49-F238E27FC236}">
                  <a16:creationId xmlns:a16="http://schemas.microsoft.com/office/drawing/2014/main" id="{F4404FB8-E8C7-8D5E-C571-374DFF58D7FB}"/>
                </a:ext>
              </a:extLst>
            </p:cNvPr>
            <p:cNvSpPr>
              <a:spLocks noChangeAspect="1"/>
            </p:cNvSpPr>
            <p:nvPr/>
          </p:nvSpPr>
          <p:spPr>
            <a:xfrm rot="13552174">
              <a:off x="7362709" y="4584685"/>
              <a:ext cx="138499" cy="139640"/>
            </a:xfrm>
            <a:prstGeom prst="corner">
              <a:avLst>
                <a:gd name="adj1" fmla="val 22023"/>
                <a:gd name="adj2" fmla="val 2145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62" dirty="0">
                <a:latin typeface="Pretendard" panose="02000503000000020004" pitchFamily="50" charset="-127"/>
                <a:ea typeface="Pretendard" panose="02000503000000020004" pitchFamily="50" charset="-127"/>
              </a:endParaRPr>
            </a:p>
          </p:txBody>
        </p:sp>
      </p:grpSp>
      <p:sp>
        <p:nvSpPr>
          <p:cNvPr id="61" name="TextBox 60">
            <a:extLst>
              <a:ext uri="{FF2B5EF4-FFF2-40B4-BE49-F238E27FC236}">
                <a16:creationId xmlns:a16="http://schemas.microsoft.com/office/drawing/2014/main" id="{C21B7DEF-2171-CBB3-CE67-8F2F96DBFC9C}"/>
              </a:ext>
            </a:extLst>
          </p:cNvPr>
          <p:cNvSpPr txBox="1"/>
          <p:nvPr/>
        </p:nvSpPr>
        <p:spPr>
          <a:xfrm>
            <a:off x="6651292" y="4812894"/>
            <a:ext cx="710265" cy="16190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>
              <a:lnSpc>
                <a:spcPct val="110000"/>
              </a:lnSpc>
              <a:defRPr sz="1600" spc="-6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defRPr>
            </a:lvl1pPr>
          </a:lstStyle>
          <a:p>
            <a:r>
              <a:rPr lang="en-US" sz="1000" b="1" spc="0" dirty="0">
                <a:solidFill>
                  <a:srgbClr val="87E0EB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PAIN 01 </a:t>
            </a:r>
          </a:p>
        </p:txBody>
      </p:sp>
      <p:grpSp>
        <p:nvGrpSpPr>
          <p:cNvPr id="72" name="그룹 71">
            <a:extLst>
              <a:ext uri="{FF2B5EF4-FFF2-40B4-BE49-F238E27FC236}">
                <a16:creationId xmlns:a16="http://schemas.microsoft.com/office/drawing/2014/main" id="{56BBD918-7943-7626-D95D-E737BA8A9B63}"/>
              </a:ext>
            </a:extLst>
          </p:cNvPr>
          <p:cNvGrpSpPr/>
          <p:nvPr/>
        </p:nvGrpSpPr>
        <p:grpSpPr>
          <a:xfrm>
            <a:off x="8050756" y="4812894"/>
            <a:ext cx="1654375" cy="1412105"/>
            <a:chOff x="8101781" y="2455045"/>
            <a:chExt cx="1654375" cy="1577487"/>
          </a:xfrm>
        </p:grpSpPr>
        <p:cxnSp>
          <p:nvCxnSpPr>
            <p:cNvPr id="68" name="직선 연결선 67">
              <a:extLst>
                <a:ext uri="{FF2B5EF4-FFF2-40B4-BE49-F238E27FC236}">
                  <a16:creationId xmlns:a16="http://schemas.microsoft.com/office/drawing/2014/main" id="{BB2D2AD4-6069-CABF-77F4-AE719B8E6490}"/>
                </a:ext>
              </a:extLst>
            </p:cNvPr>
            <p:cNvCxnSpPr>
              <a:cxnSpLocks/>
            </p:cNvCxnSpPr>
            <p:nvPr/>
          </p:nvCxnSpPr>
          <p:spPr>
            <a:xfrm>
              <a:off x="8101781" y="2455045"/>
              <a:ext cx="0" cy="1577487"/>
            </a:xfrm>
            <a:prstGeom prst="line">
              <a:avLst/>
            </a:prstGeom>
            <a:ln w="635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1" name="직선 연결선 70">
              <a:extLst>
                <a:ext uri="{FF2B5EF4-FFF2-40B4-BE49-F238E27FC236}">
                  <a16:creationId xmlns:a16="http://schemas.microsoft.com/office/drawing/2014/main" id="{34CFD00F-5EEF-6677-0CFC-8F3E70A0D273}"/>
                </a:ext>
              </a:extLst>
            </p:cNvPr>
            <p:cNvCxnSpPr>
              <a:cxnSpLocks/>
            </p:cNvCxnSpPr>
            <p:nvPr/>
          </p:nvCxnSpPr>
          <p:spPr>
            <a:xfrm>
              <a:off x="9756156" y="2455045"/>
              <a:ext cx="0" cy="1577487"/>
            </a:xfrm>
            <a:prstGeom prst="line">
              <a:avLst/>
            </a:prstGeom>
            <a:ln w="635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  <p:sp>
        <p:nvSpPr>
          <p:cNvPr id="73" name="TextBox 72">
            <a:extLst>
              <a:ext uri="{FF2B5EF4-FFF2-40B4-BE49-F238E27FC236}">
                <a16:creationId xmlns:a16="http://schemas.microsoft.com/office/drawing/2014/main" id="{CCF9C349-F7A8-86AC-990C-E3AB517D899C}"/>
              </a:ext>
            </a:extLst>
          </p:cNvPr>
          <p:cNvSpPr txBox="1"/>
          <p:nvPr/>
        </p:nvSpPr>
        <p:spPr>
          <a:xfrm>
            <a:off x="6551554" y="5010971"/>
            <a:ext cx="1348254" cy="2958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200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작업일보 수작업 취합</a:t>
            </a:r>
            <a:endParaRPr lang="en-US" altLang="ko-KR" sz="1200" b="1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bg1"/>
              </a:solidFill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7D7596B-76A7-8DCE-BD38-DFEA5D02D444}"/>
              </a:ext>
            </a:extLst>
          </p:cNvPr>
          <p:cNvSpPr txBox="1"/>
          <p:nvPr/>
        </p:nvSpPr>
        <p:spPr>
          <a:xfrm>
            <a:off x="8258041" y="4812894"/>
            <a:ext cx="710265" cy="16190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>
              <a:lnSpc>
                <a:spcPct val="110000"/>
              </a:lnSpc>
              <a:defRPr sz="1600" spc="-6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defRPr>
            </a:lvl1pPr>
          </a:lstStyle>
          <a:p>
            <a:r>
              <a:rPr lang="en-US" sz="1000" b="1" spc="0" dirty="0">
                <a:solidFill>
                  <a:srgbClr val="87E0EB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PAIN 02 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E84F1A86-62A7-E391-3376-5E8F2650EB54}"/>
              </a:ext>
            </a:extLst>
          </p:cNvPr>
          <p:cNvSpPr txBox="1"/>
          <p:nvPr/>
        </p:nvSpPr>
        <p:spPr>
          <a:xfrm>
            <a:off x="8158303" y="5010971"/>
            <a:ext cx="1101135" cy="2958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200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보고서 작성 반복</a:t>
            </a:r>
            <a:endParaRPr lang="en-US" altLang="ko-KR" sz="1200" b="1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bg1"/>
              </a:solidFill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6AF9C19A-7BE4-66A4-E28C-97188C3E6C48}"/>
              </a:ext>
            </a:extLst>
          </p:cNvPr>
          <p:cNvSpPr txBox="1"/>
          <p:nvPr/>
        </p:nvSpPr>
        <p:spPr>
          <a:xfrm>
            <a:off x="9922629" y="4812894"/>
            <a:ext cx="710265" cy="16190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>
              <a:lnSpc>
                <a:spcPct val="110000"/>
              </a:lnSpc>
              <a:defRPr sz="1600" spc="-6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defRPr>
            </a:lvl1pPr>
          </a:lstStyle>
          <a:p>
            <a:r>
              <a:rPr lang="en-US" sz="1000" b="1" spc="0" dirty="0">
                <a:solidFill>
                  <a:srgbClr val="87E0EB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PAIN 03 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81088D94-D386-A4A8-F6C5-0A2B2DBFDAF5}"/>
              </a:ext>
            </a:extLst>
          </p:cNvPr>
          <p:cNvSpPr txBox="1"/>
          <p:nvPr/>
        </p:nvSpPr>
        <p:spPr>
          <a:xfrm>
            <a:off x="9822891" y="5010971"/>
            <a:ext cx="1250471" cy="2958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200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공기 지연 사후 인지</a:t>
            </a:r>
            <a:endParaRPr lang="en-US" altLang="ko-KR" sz="1200" b="1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bg1"/>
              </a:solidFill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FED96F3-8BC9-A237-74E7-D80CE81F2A29}"/>
              </a:ext>
            </a:extLst>
          </p:cNvPr>
          <p:cNvSpPr txBox="1"/>
          <p:nvPr/>
        </p:nvSpPr>
        <p:spPr>
          <a:xfrm>
            <a:off x="6551555" y="5430813"/>
            <a:ext cx="143586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b="0" i="0" dirty="0">
                <a:solidFill>
                  <a:srgbClr val="A8B5C7"/>
                </a:solidFill>
                <a:effectLst/>
                <a:latin typeface="Pretendard Variable" panose="02000003000000020004" pitchFamily="2" charset="-127"/>
                <a:ea typeface="Pretendard Variable" panose="02000003000000020004" pitchFamily="2" charset="-127"/>
              </a:rPr>
              <a:t>BP 100</a:t>
            </a:r>
            <a:r>
              <a:rPr lang="ko-KR" altLang="en-US" sz="1000" b="0" i="0" dirty="0">
                <a:solidFill>
                  <a:srgbClr val="A8B5C7"/>
                </a:solidFill>
                <a:effectLst/>
                <a:latin typeface="Pretendard Variable" panose="02000003000000020004" pitchFamily="2" charset="-127"/>
                <a:ea typeface="Pretendard Variable" panose="02000003000000020004" pitchFamily="2" charset="-127"/>
              </a:rPr>
              <a:t>개사 이메일</a:t>
            </a:r>
            <a:r>
              <a:rPr lang="en-US" altLang="ko-KR" sz="1000" b="0" i="0" dirty="0">
                <a:solidFill>
                  <a:srgbClr val="A8B5C7"/>
                </a:solidFill>
                <a:effectLst/>
                <a:latin typeface="Pretendard Variable" panose="02000003000000020004" pitchFamily="2" charset="-127"/>
                <a:ea typeface="Pretendard Variable" panose="02000003000000020004" pitchFamily="2" charset="-127"/>
              </a:rPr>
              <a:t>·</a:t>
            </a:r>
            <a:r>
              <a:rPr lang="ko-KR" altLang="en-US" sz="1000" b="0" i="0" dirty="0">
                <a:solidFill>
                  <a:srgbClr val="A8B5C7"/>
                </a:solidFill>
                <a:effectLst/>
                <a:latin typeface="Pretendard Variable" panose="02000003000000020004" pitchFamily="2" charset="-127"/>
                <a:ea typeface="Pretendard Variable" panose="02000003000000020004" pitchFamily="2" charset="-127"/>
              </a:rPr>
              <a:t>카카오톡</a:t>
            </a:r>
            <a:r>
              <a:rPr lang="en-US" altLang="ko-KR" sz="1000" b="0" i="0" dirty="0">
                <a:solidFill>
                  <a:srgbClr val="A8B5C7"/>
                </a:solidFill>
                <a:effectLst/>
                <a:latin typeface="Pretendard Variable" panose="02000003000000020004" pitchFamily="2" charset="-127"/>
                <a:ea typeface="Pretendard Variable" panose="02000003000000020004" pitchFamily="2" charset="-127"/>
              </a:rPr>
              <a:t>·SNS</a:t>
            </a:r>
            <a:r>
              <a:rPr lang="ko-KR" altLang="en-US" sz="1000" b="0" i="0" dirty="0">
                <a:solidFill>
                  <a:srgbClr val="A8B5C7"/>
                </a:solidFill>
                <a:effectLst/>
                <a:latin typeface="Pretendard Variable" panose="02000003000000020004" pitchFamily="2" charset="-127"/>
                <a:ea typeface="Pretendard Variable" panose="02000003000000020004" pitchFamily="2" charset="-127"/>
              </a:rPr>
              <a:t>로 분산 수신</a:t>
            </a:r>
            <a:r>
              <a:rPr lang="en-US" altLang="ko-KR" sz="1000" b="0" i="0" dirty="0">
                <a:solidFill>
                  <a:srgbClr val="A8B5C7"/>
                </a:solidFill>
                <a:effectLst/>
                <a:latin typeface="Pretendard Variable" panose="02000003000000020004" pitchFamily="2" charset="-127"/>
                <a:ea typeface="Pretendard Variable" panose="02000003000000020004" pitchFamily="2" charset="-127"/>
              </a:rPr>
              <a:t>.</a:t>
            </a:r>
            <a:endParaRPr lang="en-US" altLang="ko-KR" sz="1000" dirty="0">
              <a:solidFill>
                <a:srgbClr val="A8B5C7"/>
              </a:solidFill>
              <a:latin typeface="Pretendard Variable" panose="02000003000000020004" pitchFamily="2" charset="-127"/>
              <a:ea typeface="Pretendard Variable" panose="02000003000000020004" pitchFamily="2" charset="-127"/>
            </a:endParaRPr>
          </a:p>
          <a:p>
            <a:r>
              <a:rPr lang="ko-KR" altLang="en-US" sz="1000" b="0" i="0" dirty="0">
                <a:solidFill>
                  <a:srgbClr val="A8B5C7"/>
                </a:solidFill>
                <a:effectLst/>
                <a:latin typeface="Pretendard Variable" panose="02000003000000020004" pitchFamily="2" charset="-127"/>
                <a:ea typeface="Pretendard Variable" panose="02000003000000020004" pitchFamily="2" charset="-127"/>
              </a:rPr>
              <a:t>수기 집계에 담당자 </a:t>
            </a:r>
            <a:r>
              <a:rPr lang="en-US" altLang="ko-KR" sz="1000" b="0" i="0" dirty="0">
                <a:solidFill>
                  <a:srgbClr val="A8B5C7"/>
                </a:solidFill>
                <a:effectLst/>
                <a:latin typeface="Pretendard Variable" panose="02000003000000020004" pitchFamily="2" charset="-127"/>
                <a:ea typeface="Pretendard Variable" panose="02000003000000020004" pitchFamily="2" charset="-127"/>
              </a:rPr>
              <a:t>1~3</a:t>
            </a:r>
            <a:r>
              <a:rPr lang="ko-KR" altLang="en-US" sz="1000" b="0" i="0" dirty="0">
                <a:solidFill>
                  <a:srgbClr val="A8B5C7"/>
                </a:solidFill>
                <a:effectLst/>
                <a:latin typeface="Pretendard Variable" panose="02000003000000020004" pitchFamily="2" charset="-127"/>
                <a:ea typeface="Pretendard Variable" panose="02000003000000020004" pitchFamily="2" charset="-127"/>
              </a:rPr>
              <a:t>명 전일 투입</a:t>
            </a:r>
            <a:endParaRPr lang="ko-KR" altLang="en-US" sz="1000" dirty="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115B0C58-3A08-EA6E-512F-F091B4F472B8}"/>
              </a:ext>
            </a:extLst>
          </p:cNvPr>
          <p:cNvSpPr txBox="1"/>
          <p:nvPr/>
        </p:nvSpPr>
        <p:spPr>
          <a:xfrm>
            <a:off x="8166111" y="5430813"/>
            <a:ext cx="143586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b="0" i="0" dirty="0" err="1">
                <a:solidFill>
                  <a:srgbClr val="A8B5C7"/>
                </a:solidFill>
                <a:effectLst/>
                <a:latin typeface="Pretendard Variable" panose="02000003000000020004" pitchFamily="2" charset="-127"/>
                <a:ea typeface="Pretendard Variable" panose="02000003000000020004" pitchFamily="2" charset="-127"/>
              </a:rPr>
              <a:t>Daily·Weekly</a:t>
            </a:r>
            <a:r>
              <a:rPr lang="en-US" altLang="ko-KR" sz="1000" b="0" i="0" dirty="0">
                <a:solidFill>
                  <a:srgbClr val="A8B5C7"/>
                </a:solidFill>
                <a:effectLst/>
                <a:latin typeface="Pretendard Variable" panose="02000003000000020004" pitchFamily="2" charset="-127"/>
                <a:ea typeface="Pretendard Variable" panose="02000003000000020004" pitchFamily="2" charset="-127"/>
              </a:rPr>
              <a:t> Report, S-Curve </a:t>
            </a:r>
            <a:r>
              <a:rPr lang="ko-KR" altLang="en-US" sz="1000" b="0" i="0" dirty="0">
                <a:solidFill>
                  <a:srgbClr val="A8B5C7"/>
                </a:solidFill>
                <a:effectLst/>
                <a:latin typeface="Pretendard Variable" panose="02000003000000020004" pitchFamily="2" charset="-127"/>
                <a:ea typeface="Pretendard Variable" panose="02000003000000020004" pitchFamily="2" charset="-127"/>
              </a:rPr>
              <a:t>등 동일 데이터를 매번 </a:t>
            </a:r>
            <a:r>
              <a:rPr lang="en-US" altLang="ko-KR" sz="1000" b="0" i="0" dirty="0" err="1">
                <a:solidFill>
                  <a:srgbClr val="A8B5C7"/>
                </a:solidFill>
                <a:effectLst/>
                <a:latin typeface="Pretendard Variable" panose="02000003000000020004" pitchFamily="2" charset="-127"/>
                <a:ea typeface="Pretendard Variable" panose="02000003000000020004" pitchFamily="2" charset="-127"/>
              </a:rPr>
              <a:t>PPT·Excel</a:t>
            </a:r>
            <a:r>
              <a:rPr lang="ko-KR" altLang="en-US" sz="1000" b="0" i="0" dirty="0">
                <a:solidFill>
                  <a:srgbClr val="A8B5C7"/>
                </a:solidFill>
                <a:effectLst/>
                <a:latin typeface="Pretendard Variable" panose="02000003000000020004" pitchFamily="2" charset="-127"/>
                <a:ea typeface="Pretendard Variable" panose="02000003000000020004" pitchFamily="2" charset="-127"/>
              </a:rPr>
              <a:t>에 </a:t>
            </a:r>
            <a:endParaRPr lang="en-US" altLang="ko-KR" sz="1000" b="0" i="0" dirty="0">
              <a:solidFill>
                <a:srgbClr val="A8B5C7"/>
              </a:solidFill>
              <a:effectLst/>
              <a:latin typeface="Pretendard Variable" panose="02000003000000020004" pitchFamily="2" charset="-127"/>
              <a:ea typeface="Pretendard Variable" panose="02000003000000020004" pitchFamily="2" charset="-127"/>
            </a:endParaRPr>
          </a:p>
          <a:p>
            <a:r>
              <a:rPr lang="ko-KR" altLang="en-US" sz="1000" b="0" i="0" dirty="0">
                <a:solidFill>
                  <a:srgbClr val="A8B5C7"/>
                </a:solidFill>
                <a:effectLst/>
                <a:latin typeface="Pretendard Variable" panose="02000003000000020004" pitchFamily="2" charset="-127"/>
                <a:ea typeface="Pretendard Variable" panose="02000003000000020004" pitchFamily="2" charset="-127"/>
              </a:rPr>
              <a:t>수기 기입</a:t>
            </a:r>
            <a:endParaRPr lang="ko-KR" altLang="en-US" sz="1000" dirty="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680793F7-73BD-ED19-70B2-B2F18695132A}"/>
              </a:ext>
            </a:extLst>
          </p:cNvPr>
          <p:cNvSpPr txBox="1"/>
          <p:nvPr/>
        </p:nvSpPr>
        <p:spPr>
          <a:xfrm>
            <a:off x="9820771" y="5430813"/>
            <a:ext cx="143586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dirty="0">
                <a:solidFill>
                  <a:srgbClr val="A8B5C7"/>
                </a:solidFill>
                <a:latin typeface="Pretendard Variable" panose="02000003000000020004" pitchFamily="2" charset="-127"/>
                <a:ea typeface="Pretendard Variable" panose="02000003000000020004" pitchFamily="2" charset="-127"/>
              </a:rPr>
              <a:t>현장 담당자</a:t>
            </a:r>
            <a:r>
              <a:rPr lang="en-US" altLang="ko-KR" sz="1000" b="0" i="0" dirty="0">
                <a:solidFill>
                  <a:srgbClr val="A8B5C7"/>
                </a:solidFill>
                <a:effectLst/>
                <a:latin typeface="Pretendard Variable" panose="02000003000000020004" pitchFamily="2" charset="-127"/>
                <a:ea typeface="Pretendard Variable" panose="02000003000000020004" pitchFamily="2" charset="-127"/>
              </a:rPr>
              <a:t> </a:t>
            </a:r>
            <a:r>
              <a:rPr lang="ko-KR" altLang="en-US" sz="1000" b="0" i="0" dirty="0">
                <a:solidFill>
                  <a:srgbClr val="A8B5C7"/>
                </a:solidFill>
                <a:effectLst/>
                <a:latin typeface="Pretendard Variable" panose="02000003000000020004" pitchFamily="2" charset="-127"/>
                <a:ea typeface="Pretendard Variable" panose="02000003000000020004" pitchFamily="2" charset="-127"/>
              </a:rPr>
              <a:t>경험칙으로 판단</a:t>
            </a:r>
            <a:r>
              <a:rPr lang="en-US" altLang="ko-KR" sz="1000" b="0" i="0" dirty="0">
                <a:solidFill>
                  <a:srgbClr val="A8B5C7"/>
                </a:solidFill>
                <a:effectLst/>
                <a:latin typeface="Pretendard Variable" panose="02000003000000020004" pitchFamily="2" charset="-127"/>
                <a:ea typeface="Pretendard Variable" panose="02000003000000020004" pitchFamily="2" charset="-127"/>
              </a:rPr>
              <a:t>. </a:t>
            </a:r>
            <a:r>
              <a:rPr lang="ko-KR" altLang="en-US" sz="1000" b="0" i="0" dirty="0">
                <a:solidFill>
                  <a:srgbClr val="A8B5C7"/>
                </a:solidFill>
                <a:effectLst/>
                <a:latin typeface="Pretendard Variable" panose="02000003000000020004" pitchFamily="2" charset="-127"/>
                <a:ea typeface="Pretendard Variable" panose="02000003000000020004" pitchFamily="2" charset="-127"/>
              </a:rPr>
              <a:t>주간 회의 후 이상 인지 시 이미 만회 불가 구간 진입</a:t>
            </a:r>
            <a:endParaRPr lang="ko-KR" altLang="en-US" sz="1000" dirty="0"/>
          </a:p>
        </p:txBody>
      </p:sp>
      <p:sp>
        <p:nvSpPr>
          <p:cNvPr id="83" name="슬라이드 번호 개체 틀 25">
            <a:extLst>
              <a:ext uri="{FF2B5EF4-FFF2-40B4-BE49-F238E27FC236}">
                <a16:creationId xmlns:a16="http://schemas.microsoft.com/office/drawing/2014/main" id="{00D1CDA6-B14C-3881-F370-49B0844B4425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11345880" y="6603144"/>
            <a:ext cx="673003" cy="127856"/>
          </a:xfrm>
        </p:spPr>
        <p:txBody>
          <a:bodyPr/>
          <a:lstStyle/>
          <a:p>
            <a:fld id="{3DFBBC6A-3425-4C62-80BA-0DDE16A15D08}" type="slidenum">
              <a:rPr lang="ko-KR" altLang="en-US" smtClean="0">
                <a:solidFill>
                  <a:schemeClr val="bg1"/>
                </a:solidFill>
              </a:rPr>
              <a:pPr/>
              <a:t>4</a:t>
            </a:fld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8564335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8FCAB9-B6BC-31EC-27EE-7A81EC3665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직사각형 17">
            <a:extLst>
              <a:ext uri="{FF2B5EF4-FFF2-40B4-BE49-F238E27FC236}">
                <a16:creationId xmlns:a16="http://schemas.microsoft.com/office/drawing/2014/main" id="{FFB101CC-BFD1-1B46-76AE-2F3C0C57786D}"/>
              </a:ext>
            </a:extLst>
          </p:cNvPr>
          <p:cNvSpPr/>
          <p:nvPr/>
        </p:nvSpPr>
        <p:spPr>
          <a:xfrm>
            <a:off x="4497518" y="5709326"/>
            <a:ext cx="3196964" cy="665634"/>
          </a:xfrm>
          <a:prstGeom prst="rect">
            <a:avLst/>
          </a:prstGeom>
          <a:solidFill>
            <a:srgbClr val="15233A">
              <a:alpha val="60000"/>
            </a:srgbClr>
          </a:solidFill>
          <a:ln w="6350">
            <a:solidFill>
              <a:srgbClr val="87E0E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altLang="ko-KR" sz="1477" b="1" dirty="0">
              <a:solidFill>
                <a:schemeClr val="tx1"/>
              </a:solidFill>
              <a:latin typeface="Pretendard" panose="02000503000000020004" pitchFamily="50" charset="-127"/>
              <a:ea typeface="Pretendard" panose="02000503000000020004" pitchFamily="50" charset="-127"/>
            </a:endParaRPr>
          </a:p>
        </p:txBody>
      </p:sp>
      <p:sp>
        <p:nvSpPr>
          <p:cNvPr id="16" name="텍스트 개체 틀 3">
            <a:extLst>
              <a:ext uri="{FF2B5EF4-FFF2-40B4-BE49-F238E27FC236}">
                <a16:creationId xmlns:a16="http://schemas.microsoft.com/office/drawing/2014/main" id="{A2E0BF90-CE17-75AD-8869-C37708F4F3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41250" y="849830"/>
            <a:ext cx="7181646" cy="442622"/>
          </a:xfrm>
          <a:noFill/>
        </p:spPr>
        <p:txBody>
          <a:bodyPr wrap="none" rtlCol="0">
            <a:spAutoFit/>
          </a:bodyPr>
          <a:lstStyle/>
          <a:p>
            <a:pPr algn="l" defTabSz="1125444" latinLnBrk="1">
              <a:lnSpc>
                <a:spcPct val="110000"/>
              </a:lnSpc>
            </a:pPr>
            <a:r>
              <a:rPr lang="en-US" altLang="ko-KR" sz="2800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</a:rPr>
              <a:t>Operational Shift </a:t>
            </a:r>
            <a:r>
              <a:rPr lang="ko-KR" altLang="en-US" sz="2800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</a:rPr>
              <a:t>로 </a:t>
            </a:r>
            <a:r>
              <a:rPr lang="en-US" altLang="ko-KR" sz="2800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87E0EB"/>
                </a:solidFill>
              </a:rPr>
              <a:t>Input SUPEX</a:t>
            </a:r>
            <a:r>
              <a:rPr lang="ko-KR" altLang="en-US" sz="2800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</a:rPr>
              <a:t>의 구체적 실현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1FA3FF3-5C72-EBC6-9EDD-FAAFFE585FDE}"/>
              </a:ext>
            </a:extLst>
          </p:cNvPr>
          <p:cNvSpPr txBox="1"/>
          <p:nvPr/>
        </p:nvSpPr>
        <p:spPr>
          <a:xfrm>
            <a:off x="546078" y="317538"/>
            <a:ext cx="1021433" cy="2866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lnSpc>
                <a:spcPct val="110000"/>
              </a:lnSpc>
            </a:pPr>
            <a:r>
              <a:rPr lang="en-US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A8B5C7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REFRAMING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C7D28557-BC50-23D7-12EE-375FDD8CFB8B}"/>
              </a:ext>
            </a:extLst>
          </p:cNvPr>
          <p:cNvSpPr/>
          <p:nvPr/>
        </p:nvSpPr>
        <p:spPr>
          <a:xfrm>
            <a:off x="237190" y="309149"/>
            <a:ext cx="274477" cy="274477"/>
          </a:xfrm>
          <a:prstGeom prst="rect">
            <a:avLst/>
          </a:prstGeom>
          <a:solidFill>
            <a:srgbClr val="16294A"/>
          </a:solidFill>
          <a:ln w="63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200" spc="25" dirty="0">
                <a:solidFill>
                  <a:srgbClr val="87E0EB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2</a:t>
            </a:r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924A4F07-2D65-D718-B500-0AED8A3CB1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38311" y="198576"/>
            <a:ext cx="3931557" cy="2457223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2B27481-6F98-4170-CF89-9DCA8C9467C2}"/>
              </a:ext>
            </a:extLst>
          </p:cNvPr>
          <p:cNvSpPr txBox="1"/>
          <p:nvPr/>
        </p:nvSpPr>
        <p:spPr>
          <a:xfrm>
            <a:off x="665050" y="1427187"/>
            <a:ext cx="912665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b="0" i="0" dirty="0">
                <a:solidFill>
                  <a:srgbClr val="A8B5C7"/>
                </a:solidFill>
                <a:effectLst/>
                <a:latin typeface="Pretendard Variable" panose="02000003000000020004" pitchFamily="2" charset="-127"/>
                <a:ea typeface="Pretendard Variable" panose="02000003000000020004" pitchFamily="2" charset="-127"/>
              </a:rPr>
              <a:t>고객에게 </a:t>
            </a:r>
            <a:r>
              <a:rPr lang="en-US" altLang="ko-KR" sz="1400" b="0" i="0" dirty="0">
                <a:solidFill>
                  <a:srgbClr val="A8B5C7"/>
                </a:solidFill>
                <a:effectLst/>
                <a:latin typeface="Pretendard Variable" panose="02000003000000020004" pitchFamily="2" charset="-127"/>
                <a:ea typeface="Pretendard Variable" panose="02000003000000020004" pitchFamily="2" charset="-127"/>
              </a:rPr>
              <a:t>Value</a:t>
            </a:r>
            <a:r>
              <a:rPr lang="ko-KR" altLang="en-US" sz="1400" b="0" i="0" dirty="0">
                <a:solidFill>
                  <a:srgbClr val="A8B5C7"/>
                </a:solidFill>
                <a:effectLst/>
                <a:latin typeface="Pretendard Variable" panose="02000003000000020004" pitchFamily="2" charset="-127"/>
                <a:ea typeface="Pretendard Variable" panose="02000003000000020004" pitchFamily="2" charset="-127"/>
              </a:rPr>
              <a:t>를 제공하는 관점에서 </a:t>
            </a:r>
            <a:r>
              <a:rPr lang="ko-KR" altLang="en-US" sz="1400" dirty="0">
                <a:solidFill>
                  <a:srgbClr val="A8B5C7"/>
                </a:solidFill>
                <a:latin typeface="Pretendard Variable" panose="02000003000000020004" pitchFamily="2" charset="-127"/>
                <a:ea typeface="Pretendard Variable" panose="02000003000000020004" pitchFamily="2" charset="-127"/>
              </a:rPr>
              <a:t>건설업의 시각에서 확장하여 금융</a:t>
            </a:r>
            <a:r>
              <a:rPr lang="en-US" altLang="ko-KR" sz="1400" b="0" i="0" dirty="0">
                <a:solidFill>
                  <a:srgbClr val="A8B5C7"/>
                </a:solidFill>
                <a:effectLst/>
                <a:latin typeface="Pretendard Variable" panose="02000003000000020004" pitchFamily="2" charset="-127"/>
                <a:ea typeface="Pretendard Variable" panose="02000003000000020004" pitchFamily="2" charset="-127"/>
              </a:rPr>
              <a:t>·</a:t>
            </a:r>
            <a:r>
              <a:rPr lang="ko-KR" altLang="en-US" sz="1400" dirty="0">
                <a:solidFill>
                  <a:srgbClr val="A8B5C7"/>
                </a:solidFill>
                <a:latin typeface="Pretendard Variable" panose="02000003000000020004" pitchFamily="2" charset="-127"/>
                <a:ea typeface="Pretendard Variable" panose="02000003000000020004" pitchFamily="2" charset="-127"/>
              </a:rPr>
              <a:t>서비스업의 </a:t>
            </a:r>
            <a:r>
              <a:rPr lang="en-US" altLang="ko-KR" sz="1400" dirty="0">
                <a:solidFill>
                  <a:srgbClr val="A8B5C7"/>
                </a:solidFill>
                <a:latin typeface="Pretendard Variable" panose="02000003000000020004" pitchFamily="2" charset="-127"/>
                <a:ea typeface="Pretendard Variable" panose="02000003000000020004" pitchFamily="2" charset="-127"/>
              </a:rPr>
              <a:t>Operating Model</a:t>
            </a:r>
            <a:r>
              <a:rPr lang="ko-KR" altLang="en-US" sz="1400" dirty="0">
                <a:solidFill>
                  <a:srgbClr val="A8B5C7"/>
                </a:solidFill>
                <a:latin typeface="Pretendard Variable" panose="02000003000000020004" pitchFamily="2" charset="-127"/>
                <a:ea typeface="Pretendard Variable" panose="02000003000000020004" pitchFamily="2" charset="-127"/>
              </a:rPr>
              <a:t>로 재정의</a:t>
            </a:r>
            <a:endParaRPr lang="en-US" altLang="ko-KR" sz="1400" dirty="0">
              <a:solidFill>
                <a:srgbClr val="A8B5C7"/>
              </a:solidFill>
              <a:latin typeface="Pretendard Variable" panose="02000003000000020004" pitchFamily="2" charset="-127"/>
              <a:ea typeface="Pretendard Variable" panose="02000003000000020004" pitchFamily="2" charset="-127"/>
            </a:endParaRPr>
          </a:p>
          <a:p>
            <a:r>
              <a:rPr lang="ko-KR" altLang="en-US" sz="1400" dirty="0">
                <a:solidFill>
                  <a:srgbClr val="87E0EB"/>
                </a:solidFill>
                <a:latin typeface="Pretendard Variable" panose="02000003000000020004" pitchFamily="2" charset="-127"/>
                <a:ea typeface="Pretendard Variable" panose="02000003000000020004" pitchFamily="2" charset="-127"/>
              </a:rPr>
              <a:t>데이터</a:t>
            </a:r>
            <a:r>
              <a:rPr lang="en-US" altLang="ko-KR" sz="1400" dirty="0">
                <a:solidFill>
                  <a:srgbClr val="87E0EB"/>
                </a:solidFill>
                <a:latin typeface="Pretendard Variable" panose="02000003000000020004" pitchFamily="2" charset="-127"/>
                <a:ea typeface="Pretendard Variable" panose="02000003000000020004" pitchFamily="2" charset="-127"/>
              </a:rPr>
              <a:t>·</a:t>
            </a:r>
            <a:r>
              <a:rPr lang="ko-KR" altLang="en-US" sz="1400" dirty="0">
                <a:solidFill>
                  <a:srgbClr val="87E0EB"/>
                </a:solidFill>
                <a:latin typeface="Pretendard Variable" panose="02000003000000020004" pitchFamily="2" charset="-127"/>
                <a:ea typeface="Pretendard Variable" panose="02000003000000020004" pitchFamily="2" charset="-127"/>
              </a:rPr>
              <a:t>보고 위주의 </a:t>
            </a:r>
            <a:r>
              <a:rPr lang="en-US" altLang="ko-KR" sz="1400" dirty="0">
                <a:solidFill>
                  <a:srgbClr val="87E0EB"/>
                </a:solidFill>
                <a:latin typeface="Pretendard Variable" panose="02000003000000020004" pitchFamily="2" charset="-127"/>
                <a:ea typeface="Pretendard Variable" panose="02000003000000020004" pitchFamily="2" charset="-127"/>
              </a:rPr>
              <a:t>Middle Office</a:t>
            </a:r>
            <a:r>
              <a:rPr lang="ko-KR" altLang="en-US" sz="1400" dirty="0">
                <a:solidFill>
                  <a:srgbClr val="87E0EB"/>
                </a:solidFill>
                <a:latin typeface="Pretendard Variable" panose="02000003000000020004" pitchFamily="2" charset="-127"/>
                <a:ea typeface="Pretendard Variable" panose="02000003000000020004" pitchFamily="2" charset="-127"/>
              </a:rPr>
              <a:t> 업무를 </a:t>
            </a:r>
            <a:r>
              <a:rPr lang="en-US" altLang="ko-KR" sz="1400" dirty="0">
                <a:solidFill>
                  <a:srgbClr val="87E0EB"/>
                </a:solidFill>
                <a:latin typeface="Pretendard Variable" panose="02000003000000020004" pitchFamily="2" charset="-127"/>
                <a:ea typeface="Pretendard Variable" panose="02000003000000020004" pitchFamily="2" charset="-127"/>
              </a:rPr>
              <a:t>AI</a:t>
            </a:r>
            <a:r>
              <a:rPr lang="ko-KR" altLang="en-US" sz="1400" dirty="0">
                <a:solidFill>
                  <a:srgbClr val="87E0EB"/>
                </a:solidFill>
                <a:latin typeface="Pretendard Variable" panose="02000003000000020004" pitchFamily="2" charset="-127"/>
                <a:ea typeface="Pretendard Variable" panose="02000003000000020004" pitchFamily="2" charset="-127"/>
              </a:rPr>
              <a:t>로 대체하고 인력을 재배치</a:t>
            </a:r>
            <a:r>
              <a:rPr lang="ko-KR" altLang="en-US" sz="1400" dirty="0">
                <a:solidFill>
                  <a:srgbClr val="A8B5C7"/>
                </a:solidFill>
                <a:latin typeface="Pretendard Variable" panose="02000003000000020004" pitchFamily="2" charset="-127"/>
                <a:ea typeface="Pretendard Variable" panose="02000003000000020004" pitchFamily="2" charset="-127"/>
              </a:rPr>
              <a:t>하여 현장 실행력 강화</a:t>
            </a:r>
          </a:p>
        </p:txBody>
      </p:sp>
      <p:sp>
        <p:nvSpPr>
          <p:cNvPr id="83" name="슬라이드 번호 개체 틀 25">
            <a:extLst>
              <a:ext uri="{FF2B5EF4-FFF2-40B4-BE49-F238E27FC236}">
                <a16:creationId xmlns:a16="http://schemas.microsoft.com/office/drawing/2014/main" id="{2D0FDD41-D1A1-50AC-7F04-C99736EEBEDE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11345880" y="6603144"/>
            <a:ext cx="673003" cy="127856"/>
          </a:xfrm>
        </p:spPr>
        <p:txBody>
          <a:bodyPr/>
          <a:lstStyle/>
          <a:p>
            <a:fld id="{3DFBBC6A-3425-4C62-80BA-0DDE16A15D08}" type="slidenum">
              <a:rPr lang="ko-KR" altLang="en-US" smtClean="0">
                <a:solidFill>
                  <a:schemeClr val="bg1"/>
                </a:solidFill>
              </a:rPr>
              <a:pPr/>
              <a:t>5</a:t>
            </a:fld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138B880C-8574-FD66-7587-E2D32C3B7067}"/>
              </a:ext>
            </a:extLst>
          </p:cNvPr>
          <p:cNvSpPr/>
          <p:nvPr/>
        </p:nvSpPr>
        <p:spPr>
          <a:xfrm>
            <a:off x="741250" y="2284571"/>
            <a:ext cx="3196964" cy="2975687"/>
          </a:xfrm>
          <a:prstGeom prst="rect">
            <a:avLst/>
          </a:prstGeom>
          <a:solidFill>
            <a:srgbClr val="4ADE80">
              <a:alpha val="10000"/>
            </a:srgbClr>
          </a:solidFill>
          <a:ln w="6350">
            <a:solidFill>
              <a:srgbClr val="4ADE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altLang="ko-KR" sz="1477" b="1" dirty="0">
              <a:solidFill>
                <a:schemeClr val="tx1"/>
              </a:solidFill>
              <a:latin typeface="Pretendard" panose="02000503000000020004" pitchFamily="50" charset="-127"/>
              <a:ea typeface="Pretendard" panose="0200050300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FC1E5F2-B15F-C35F-560A-62F9BA26AABB}"/>
              </a:ext>
            </a:extLst>
          </p:cNvPr>
          <p:cNvSpPr txBox="1"/>
          <p:nvPr/>
        </p:nvSpPr>
        <p:spPr>
          <a:xfrm>
            <a:off x="1038802" y="2585782"/>
            <a:ext cx="1729584" cy="19248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>
              <a:lnSpc>
                <a:spcPct val="110000"/>
              </a:lnSpc>
              <a:defRPr sz="1600" spc="-6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defRPr>
            </a:lvl1pPr>
          </a:lstStyle>
          <a:p>
            <a:r>
              <a:rPr lang="en-US" sz="1200" b="1" spc="0" dirty="0">
                <a:solidFill>
                  <a:srgbClr val="4ADE8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FRONT OFFICE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EF6370C-6880-A141-D819-EBEA15F0ACB8}"/>
              </a:ext>
            </a:extLst>
          </p:cNvPr>
          <p:cNvSpPr/>
          <p:nvPr/>
        </p:nvSpPr>
        <p:spPr>
          <a:xfrm>
            <a:off x="4497518" y="2284572"/>
            <a:ext cx="3196964" cy="3010316"/>
          </a:xfrm>
          <a:prstGeom prst="rect">
            <a:avLst/>
          </a:prstGeom>
          <a:solidFill>
            <a:srgbClr val="15233A">
              <a:alpha val="60000"/>
            </a:srgbClr>
          </a:solidFill>
          <a:ln w="6350">
            <a:solidFill>
              <a:srgbClr val="87E0E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altLang="ko-KR" sz="1477" b="1" dirty="0">
              <a:solidFill>
                <a:schemeClr val="tx1"/>
              </a:solidFill>
              <a:latin typeface="Pretendard" panose="02000503000000020004" pitchFamily="50" charset="-127"/>
              <a:ea typeface="Pretendard" panose="02000503000000020004" pitchFamily="50" charset="-127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45566CA-F392-E852-BB65-43B496F3D994}"/>
              </a:ext>
            </a:extLst>
          </p:cNvPr>
          <p:cNvSpPr/>
          <p:nvPr/>
        </p:nvSpPr>
        <p:spPr>
          <a:xfrm>
            <a:off x="8253786" y="2284571"/>
            <a:ext cx="3196964" cy="2975687"/>
          </a:xfrm>
          <a:prstGeom prst="rect">
            <a:avLst/>
          </a:prstGeom>
          <a:solidFill>
            <a:srgbClr val="15233A">
              <a:alpha val="60000"/>
            </a:srgbClr>
          </a:solidFill>
          <a:ln w="63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altLang="ko-KR" sz="1477" b="1" dirty="0">
              <a:solidFill>
                <a:schemeClr val="tx1"/>
              </a:solidFill>
              <a:latin typeface="Pretendard" panose="02000503000000020004" pitchFamily="50" charset="-127"/>
              <a:ea typeface="Pretendard" panose="02000503000000020004" pitchFamily="50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69A9B80-538A-9352-7904-3B578097F958}"/>
              </a:ext>
            </a:extLst>
          </p:cNvPr>
          <p:cNvSpPr txBox="1"/>
          <p:nvPr/>
        </p:nvSpPr>
        <p:spPr>
          <a:xfrm>
            <a:off x="8572454" y="2585782"/>
            <a:ext cx="1729584" cy="19248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>
              <a:lnSpc>
                <a:spcPct val="110000"/>
              </a:lnSpc>
              <a:defRPr sz="1600" spc="-6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defRPr>
            </a:lvl1pPr>
          </a:lstStyle>
          <a:p>
            <a:r>
              <a:rPr lang="en-US" sz="1200" b="1" spc="0" dirty="0">
                <a:solidFill>
                  <a:schemeClr val="bg1">
                    <a:lumMod val="65000"/>
                  </a:schemeClr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BACK OFFICE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9EF52BD7-AF45-6E76-E30E-810AA2446194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201" t="53334" r="33268" b="7325"/>
          <a:stretch>
            <a:fillRect/>
          </a:stretch>
        </p:blipFill>
        <p:spPr>
          <a:xfrm>
            <a:off x="4481994" y="2284814"/>
            <a:ext cx="3212488" cy="297544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72EA960-830B-9D2A-9047-CD6405CDF65F}"/>
              </a:ext>
            </a:extLst>
          </p:cNvPr>
          <p:cNvSpPr txBox="1"/>
          <p:nvPr/>
        </p:nvSpPr>
        <p:spPr>
          <a:xfrm>
            <a:off x="4861054" y="2585782"/>
            <a:ext cx="1729584" cy="19248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>
              <a:lnSpc>
                <a:spcPct val="110000"/>
              </a:lnSpc>
              <a:defRPr sz="1600" spc="-6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defRPr>
            </a:lvl1pPr>
          </a:lstStyle>
          <a:p>
            <a:r>
              <a:rPr lang="en-US" sz="1200" b="1" spc="0" dirty="0">
                <a:solidFill>
                  <a:srgbClr val="87E0EB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MIDDLE OFFICE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122FFB16-C93B-547D-C968-0A2FA9C6CDE7}"/>
              </a:ext>
            </a:extLst>
          </p:cNvPr>
          <p:cNvSpPr/>
          <p:nvPr/>
        </p:nvSpPr>
        <p:spPr>
          <a:xfrm>
            <a:off x="4817254" y="2164079"/>
            <a:ext cx="976451" cy="238551"/>
          </a:xfrm>
          <a:prstGeom prst="rect">
            <a:avLst/>
          </a:prstGeom>
          <a:solidFill>
            <a:srgbClr val="5CC4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16294A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CPIA TARGET</a:t>
            </a:r>
          </a:p>
        </p:txBody>
      </p:sp>
      <p:cxnSp>
        <p:nvCxnSpPr>
          <p:cNvPr id="21" name="연결선: 꺾임 20">
            <a:extLst>
              <a:ext uri="{FF2B5EF4-FFF2-40B4-BE49-F238E27FC236}">
                <a16:creationId xmlns:a16="http://schemas.microsoft.com/office/drawing/2014/main" id="{28FBE1ED-0EF2-0C5D-75E3-CAA1E5A2B8F6}"/>
              </a:ext>
            </a:extLst>
          </p:cNvPr>
          <p:cNvCxnSpPr>
            <a:cxnSpLocks/>
            <a:stCxn id="18" idx="1"/>
            <a:endCxn id="5" idx="2"/>
          </p:cNvCxnSpPr>
          <p:nvPr/>
        </p:nvCxnSpPr>
        <p:spPr>
          <a:xfrm rot="10800000">
            <a:off x="2339732" y="5260259"/>
            <a:ext cx="2157786" cy="781885"/>
          </a:xfrm>
          <a:prstGeom prst="bentConnector2">
            <a:avLst/>
          </a:prstGeom>
          <a:ln w="12700">
            <a:solidFill>
              <a:srgbClr val="4ADE8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B433A72F-B4E7-1A40-99B6-E954C730F0DA}"/>
              </a:ext>
            </a:extLst>
          </p:cNvPr>
          <p:cNvGrpSpPr/>
          <p:nvPr/>
        </p:nvGrpSpPr>
        <p:grpSpPr>
          <a:xfrm rot="5400000">
            <a:off x="5996047" y="5415436"/>
            <a:ext cx="208394" cy="127846"/>
            <a:chOff x="7276019" y="4585254"/>
            <a:chExt cx="225760" cy="138500"/>
          </a:xfrm>
          <a:solidFill>
            <a:srgbClr val="5CC4D9"/>
          </a:solidFill>
        </p:grpSpPr>
        <p:sp>
          <p:nvSpPr>
            <p:cNvPr id="30" name="L 도형 29">
              <a:extLst>
                <a:ext uri="{FF2B5EF4-FFF2-40B4-BE49-F238E27FC236}">
                  <a16:creationId xmlns:a16="http://schemas.microsoft.com/office/drawing/2014/main" id="{CD34886C-BEB9-9789-B7AC-B00F15B1C0F9}"/>
                </a:ext>
              </a:extLst>
            </p:cNvPr>
            <p:cNvSpPr>
              <a:spLocks noChangeAspect="1"/>
            </p:cNvSpPr>
            <p:nvPr/>
          </p:nvSpPr>
          <p:spPr>
            <a:xfrm rot="13552174">
              <a:off x="7276589" y="4584684"/>
              <a:ext cx="138499" cy="139640"/>
            </a:xfrm>
            <a:prstGeom prst="corner">
              <a:avLst>
                <a:gd name="adj1" fmla="val 22023"/>
                <a:gd name="adj2" fmla="val 2145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62" dirty="0">
                <a:latin typeface="Pretendard" panose="02000503000000020004" pitchFamily="50" charset="-127"/>
                <a:ea typeface="Pretendard" panose="02000503000000020004" pitchFamily="50" charset="-127"/>
              </a:endParaRPr>
            </a:p>
          </p:txBody>
        </p:sp>
        <p:sp>
          <p:nvSpPr>
            <p:cNvPr id="31" name="L 도형 30">
              <a:extLst>
                <a:ext uri="{FF2B5EF4-FFF2-40B4-BE49-F238E27FC236}">
                  <a16:creationId xmlns:a16="http://schemas.microsoft.com/office/drawing/2014/main" id="{8507EC7A-5366-B612-3818-AF8AC4A0A7D2}"/>
                </a:ext>
              </a:extLst>
            </p:cNvPr>
            <p:cNvSpPr>
              <a:spLocks noChangeAspect="1"/>
            </p:cNvSpPr>
            <p:nvPr/>
          </p:nvSpPr>
          <p:spPr>
            <a:xfrm rot="13552174">
              <a:off x="7362709" y="4584685"/>
              <a:ext cx="138499" cy="139640"/>
            </a:xfrm>
            <a:prstGeom prst="corner">
              <a:avLst>
                <a:gd name="adj1" fmla="val 22023"/>
                <a:gd name="adj2" fmla="val 2145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62" dirty="0">
                <a:latin typeface="Pretendard" panose="02000503000000020004" pitchFamily="50" charset="-127"/>
                <a:ea typeface="Pretendard" panose="02000503000000020004" pitchFamily="50" charset="-127"/>
              </a:endParaRPr>
            </a:p>
          </p:txBody>
        </p:sp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32A34C74-1E5E-1833-E591-1DA562967C98}"/>
              </a:ext>
            </a:extLst>
          </p:cNvPr>
          <p:cNvSpPr txBox="1"/>
          <p:nvPr/>
        </p:nvSpPr>
        <p:spPr>
          <a:xfrm>
            <a:off x="1038802" y="2929274"/>
            <a:ext cx="1848455" cy="2714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600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현장 관리 </a:t>
            </a:r>
            <a:r>
              <a:rPr lang="en-US" altLang="ko-KR" sz="1600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· </a:t>
            </a:r>
            <a:r>
              <a:rPr lang="ko-KR" altLang="en-US" sz="1600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커뮤니케이션</a:t>
            </a:r>
            <a:endParaRPr lang="en-US" altLang="ko-KR" sz="1600" b="1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bg1"/>
              </a:solidFill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410B1CA-3BBE-BA63-58DA-98F9A68C284E}"/>
              </a:ext>
            </a:extLst>
          </p:cNvPr>
          <p:cNvSpPr txBox="1"/>
          <p:nvPr/>
        </p:nvSpPr>
        <p:spPr>
          <a:xfrm>
            <a:off x="4861054" y="2929274"/>
            <a:ext cx="1805431" cy="2714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600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데이터 집계 </a:t>
            </a:r>
            <a:r>
              <a:rPr lang="en-US" altLang="ko-KR" sz="1600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· </a:t>
            </a:r>
            <a:r>
              <a:rPr lang="ko-KR" altLang="en-US" sz="1600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검증 </a:t>
            </a:r>
            <a:r>
              <a:rPr lang="en-US" altLang="ko-KR" sz="1600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· </a:t>
            </a:r>
            <a:r>
              <a:rPr lang="ko-KR" altLang="en-US" sz="1600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보고</a:t>
            </a:r>
            <a:endParaRPr lang="en-US" altLang="ko-KR" sz="1600" b="1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bg1"/>
              </a:solidFill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2663A55-145B-9D80-462D-E4153FFFA2ED}"/>
              </a:ext>
            </a:extLst>
          </p:cNvPr>
          <p:cNvSpPr txBox="1"/>
          <p:nvPr/>
        </p:nvSpPr>
        <p:spPr>
          <a:xfrm>
            <a:off x="8572454" y="2929274"/>
            <a:ext cx="1429943" cy="2714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600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검토 </a:t>
            </a:r>
            <a:r>
              <a:rPr lang="en-US" altLang="ko-KR" sz="1600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· </a:t>
            </a:r>
            <a:r>
              <a:rPr lang="ko-KR" altLang="en-US" sz="1600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정산 </a:t>
            </a:r>
            <a:r>
              <a:rPr lang="en-US" altLang="ko-KR" sz="1600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· </a:t>
            </a:r>
            <a:r>
              <a:rPr lang="ko-KR" altLang="en-US" sz="1600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시스템</a:t>
            </a:r>
            <a:endParaRPr lang="en-US" altLang="ko-KR" sz="1600" b="1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bg1"/>
              </a:solidFill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45261F2-A8AC-9073-69B8-B5831738B81A}"/>
              </a:ext>
            </a:extLst>
          </p:cNvPr>
          <p:cNvSpPr txBox="1"/>
          <p:nvPr/>
        </p:nvSpPr>
        <p:spPr>
          <a:xfrm>
            <a:off x="4861054" y="3257601"/>
            <a:ext cx="2622771" cy="153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altLang="ko-KR" sz="1000" dirty="0">
                <a:solidFill>
                  <a:srgbClr val="A8B5C7"/>
                </a:solidFill>
                <a:latin typeface="Pretendard Variable" panose="02000003000000020004" pitchFamily="2" charset="-127"/>
                <a:ea typeface="Pretendard Variable" panose="02000003000000020004" pitchFamily="2" charset="-127"/>
              </a:rPr>
              <a:t>AI</a:t>
            </a:r>
            <a:r>
              <a:rPr lang="ko-KR" altLang="en-US" sz="1000" dirty="0">
                <a:solidFill>
                  <a:srgbClr val="A8B5C7"/>
                </a:solidFill>
                <a:latin typeface="Pretendard Variable" panose="02000003000000020004" pitchFamily="2" charset="-127"/>
                <a:ea typeface="Pretendard Variable" panose="02000003000000020004" pitchFamily="2" charset="-127"/>
              </a:rPr>
              <a:t>로 대체 가능한 단순</a:t>
            </a:r>
            <a:r>
              <a:rPr lang="en-US" altLang="ko-KR" sz="1000" dirty="0">
                <a:solidFill>
                  <a:srgbClr val="A8B5C7"/>
                </a:solidFill>
                <a:latin typeface="Pretendard Variable" panose="02000003000000020004" pitchFamily="2" charset="-127"/>
                <a:ea typeface="Pretendard Variable" panose="02000003000000020004" pitchFamily="2" charset="-127"/>
              </a:rPr>
              <a:t>/</a:t>
            </a:r>
            <a:r>
              <a:rPr lang="ko-KR" altLang="en-US" sz="1000" dirty="0">
                <a:solidFill>
                  <a:srgbClr val="A8B5C7"/>
                </a:solidFill>
                <a:latin typeface="Pretendard Variable" panose="02000003000000020004" pitchFamily="2" charset="-127"/>
                <a:ea typeface="Pretendard Variable" panose="02000003000000020004" pitchFamily="2" charset="-127"/>
              </a:rPr>
              <a:t>반복적인 작업</a:t>
            </a:r>
            <a:endParaRPr lang="ko-KR" altLang="en-US" sz="10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BBEFDDF-DE03-8657-F6E0-512389C93D51}"/>
              </a:ext>
            </a:extLst>
          </p:cNvPr>
          <p:cNvSpPr txBox="1"/>
          <p:nvPr/>
        </p:nvSpPr>
        <p:spPr>
          <a:xfrm>
            <a:off x="1038802" y="3257601"/>
            <a:ext cx="1577398" cy="153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ko-KR" altLang="en-US" sz="1000" b="0" i="0" dirty="0">
                <a:solidFill>
                  <a:srgbClr val="A8B5C7"/>
                </a:solidFill>
                <a:effectLst/>
                <a:latin typeface="Pretendard Variable" panose="02000003000000020004" pitchFamily="2" charset="-127"/>
                <a:ea typeface="Pretendard Variable" panose="02000003000000020004" pitchFamily="2" charset="-127"/>
              </a:rPr>
              <a:t>사람만 가능한 본질적 역할</a:t>
            </a:r>
            <a:endParaRPr lang="ko-KR" altLang="en-US" sz="10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F224168-F31B-43FF-43F8-30738B686083}"/>
              </a:ext>
            </a:extLst>
          </p:cNvPr>
          <p:cNvSpPr txBox="1"/>
          <p:nvPr/>
        </p:nvSpPr>
        <p:spPr>
          <a:xfrm>
            <a:off x="8584336" y="3257601"/>
            <a:ext cx="1669327" cy="153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ko-KR" altLang="en-US" sz="1000" dirty="0">
                <a:solidFill>
                  <a:srgbClr val="A8B5C7"/>
                </a:solidFill>
                <a:latin typeface="Pretendard Variable" panose="02000003000000020004" pitchFamily="2" charset="-127"/>
                <a:ea typeface="Pretendard Variable" panose="02000003000000020004" pitchFamily="2" charset="-127"/>
              </a:rPr>
              <a:t>사람의 확인이 필요한 검토 영역</a:t>
            </a:r>
            <a:endParaRPr lang="ko-KR" altLang="en-US" sz="1000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E589A68-714C-15FE-338B-CC9F309FDAC1}"/>
              </a:ext>
            </a:extLst>
          </p:cNvPr>
          <p:cNvSpPr txBox="1"/>
          <p:nvPr/>
        </p:nvSpPr>
        <p:spPr>
          <a:xfrm>
            <a:off x="1038802" y="3588653"/>
            <a:ext cx="1573508" cy="896720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ea typeface="Pretendard" panose="02000503000000020004" pitchFamily="50" charset="-127"/>
                <a:cs typeface="Pretendard" panose="02000503000000020004" pitchFamily="50" charset="-127"/>
              </a:rPr>
              <a:t>발주처 협의 </a:t>
            </a:r>
            <a:r>
              <a:rPr lang="en-US" altLang="ko-KR" sz="1000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ea typeface="Pretendard" panose="02000503000000020004" pitchFamily="50" charset="-127"/>
                <a:cs typeface="Pretendard" panose="02000503000000020004" pitchFamily="50" charset="-127"/>
              </a:rPr>
              <a:t>· </a:t>
            </a:r>
            <a:r>
              <a:rPr lang="ko-KR" altLang="en-US" sz="1000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ea typeface="Pretendard" panose="02000503000000020004" pitchFamily="50" charset="-127"/>
                <a:cs typeface="Pretendard" panose="02000503000000020004" pitchFamily="50" charset="-127"/>
              </a:rPr>
              <a:t>의사결정</a:t>
            </a:r>
            <a:endParaRPr lang="en-US" altLang="ko-KR" sz="1000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bg1"/>
              </a:solidFill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ea typeface="Pretendard" panose="02000503000000020004" pitchFamily="50" charset="-127"/>
                <a:cs typeface="Pretendard" panose="02000503000000020004" pitchFamily="50" charset="-127"/>
              </a:rPr>
              <a:t>공정 문제 해결 </a:t>
            </a:r>
            <a:r>
              <a:rPr lang="en-US" altLang="ko-KR" sz="1000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ea typeface="Pretendard" panose="02000503000000020004" pitchFamily="50" charset="-127"/>
                <a:cs typeface="Pretendard" panose="02000503000000020004" pitchFamily="50" charset="-127"/>
              </a:rPr>
              <a:t>· </a:t>
            </a:r>
            <a:r>
              <a:rPr lang="ko-KR" altLang="en-US" sz="1000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ea typeface="Pretendard" panose="02000503000000020004" pitchFamily="50" charset="-127"/>
                <a:cs typeface="Pretendard" panose="02000503000000020004" pitchFamily="50" charset="-127"/>
              </a:rPr>
              <a:t>현장 조치</a:t>
            </a:r>
            <a:endParaRPr lang="en-US" altLang="ko-KR" sz="1000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bg1"/>
              </a:solidFill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ea typeface="Pretendard" panose="02000503000000020004" pitchFamily="50" charset="-127"/>
                <a:cs typeface="Pretendard" panose="02000503000000020004" pitchFamily="50" charset="-127"/>
              </a:rPr>
              <a:t>리스크 판단 </a:t>
            </a:r>
            <a:r>
              <a:rPr lang="en-US" altLang="ko-KR" sz="1000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ea typeface="Pretendard" panose="02000503000000020004" pitchFamily="50" charset="-127"/>
                <a:cs typeface="Pretendard" panose="02000503000000020004" pitchFamily="50" charset="-127"/>
              </a:rPr>
              <a:t>· Catch-up </a:t>
            </a:r>
            <a:r>
              <a:rPr lang="ko-KR" altLang="en-US" sz="1000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ea typeface="Pretendard" panose="02000503000000020004" pitchFamily="50" charset="-127"/>
                <a:cs typeface="Pretendard" panose="02000503000000020004" pitchFamily="50" charset="-127"/>
              </a:rPr>
              <a:t>실행</a:t>
            </a:r>
            <a:endParaRPr lang="en-US" altLang="ko-KR" sz="1000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bg1"/>
              </a:solidFill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ea typeface="Pretendard" panose="02000503000000020004" pitchFamily="50" charset="-127"/>
                <a:cs typeface="Pretendard" panose="02000503000000020004" pitchFamily="50" charset="-127"/>
              </a:rPr>
              <a:t>협력사</a:t>
            </a:r>
            <a:r>
              <a:rPr lang="en-US" altLang="ko-KR" sz="1000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ea typeface="Pretendard" panose="02000503000000020004" pitchFamily="50" charset="-127"/>
                <a:cs typeface="Pretendard" panose="02000503000000020004" pitchFamily="50" charset="-127"/>
              </a:rPr>
              <a:t>(BP) </a:t>
            </a:r>
            <a:r>
              <a:rPr lang="ko-KR" altLang="en-US" sz="1000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ea typeface="Pretendard" panose="02000503000000020004" pitchFamily="50" charset="-127"/>
                <a:cs typeface="Pretendard" panose="02000503000000020004" pitchFamily="50" charset="-127"/>
              </a:rPr>
              <a:t>관계 관리</a:t>
            </a:r>
            <a:endParaRPr lang="en-US" altLang="ko-KR" sz="1000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bg1"/>
              </a:solidFill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BAAB7C6-A1FF-F8A5-9AAB-97B208F3FF40}"/>
              </a:ext>
            </a:extLst>
          </p:cNvPr>
          <p:cNvSpPr txBox="1"/>
          <p:nvPr/>
        </p:nvSpPr>
        <p:spPr>
          <a:xfrm>
            <a:off x="4817254" y="3588653"/>
            <a:ext cx="1738489" cy="896720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ea typeface="Pretendard" panose="02000503000000020004" pitchFamily="50" charset="-127"/>
                <a:cs typeface="Pretendard" panose="02000503000000020004" pitchFamily="50" charset="-127"/>
              </a:rPr>
              <a:t>작업일보 취합 </a:t>
            </a:r>
            <a:r>
              <a:rPr lang="en-US" altLang="ko-KR" sz="1000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ea typeface="Pretendard" panose="02000503000000020004" pitchFamily="50" charset="-127"/>
                <a:cs typeface="Pretendard" panose="02000503000000020004" pitchFamily="50" charset="-127"/>
              </a:rPr>
              <a:t>· </a:t>
            </a:r>
            <a:r>
              <a:rPr lang="ko-KR" altLang="en-US" sz="1000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ea typeface="Pretendard" panose="02000503000000020004" pitchFamily="50" charset="-127"/>
                <a:cs typeface="Pretendard" panose="02000503000000020004" pitchFamily="50" charset="-127"/>
              </a:rPr>
              <a:t>정합성 검증</a:t>
            </a:r>
            <a:endParaRPr lang="en-US" altLang="ko-KR" sz="1000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bg1"/>
              </a:solidFill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spc="-74" dirty="0" err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ea typeface="Pretendard" panose="02000503000000020004" pitchFamily="50" charset="-127"/>
                <a:cs typeface="Pretendard" panose="02000503000000020004" pitchFamily="50" charset="-127"/>
              </a:rPr>
              <a:t>공정률</a:t>
            </a:r>
            <a:r>
              <a:rPr lang="ko-KR" altLang="en-US" sz="1000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ea typeface="Pretendard" panose="02000503000000020004" pitchFamily="50" charset="-127"/>
                <a:cs typeface="Pretendard" panose="02000503000000020004" pitchFamily="50" charset="-127"/>
              </a:rPr>
              <a:t> </a:t>
            </a:r>
            <a:r>
              <a:rPr lang="en-US" altLang="ko-KR" sz="1000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ea typeface="Pretendard" panose="02000503000000020004" pitchFamily="50" charset="-127"/>
                <a:cs typeface="Pretendard" panose="02000503000000020004" pitchFamily="50" charset="-127"/>
              </a:rPr>
              <a:t>· </a:t>
            </a:r>
            <a:r>
              <a:rPr lang="ko-KR" altLang="en-US" sz="1000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ea typeface="Pretendard" panose="02000503000000020004" pitchFamily="50" charset="-127"/>
                <a:cs typeface="Pretendard" panose="02000503000000020004" pitchFamily="50" charset="-127"/>
              </a:rPr>
              <a:t>생산성 보고서 작성</a:t>
            </a:r>
            <a:endParaRPr lang="en-US" altLang="ko-KR" sz="1000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bg1"/>
              </a:solidFill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ea typeface="Pretendard" panose="02000503000000020004" pitchFamily="50" charset="-127"/>
                <a:cs typeface="Pretendard" panose="02000503000000020004" pitchFamily="50" charset="-127"/>
              </a:rPr>
              <a:t>공기 지연 리스크 집계 </a:t>
            </a:r>
            <a:r>
              <a:rPr lang="en-US" altLang="ko-KR" sz="1000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ea typeface="Pretendard" panose="02000503000000020004" pitchFamily="50" charset="-127"/>
                <a:cs typeface="Pretendard" panose="02000503000000020004" pitchFamily="50" charset="-127"/>
              </a:rPr>
              <a:t>· </a:t>
            </a:r>
            <a:r>
              <a:rPr lang="ko-KR" altLang="en-US" sz="1000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ea typeface="Pretendard" panose="02000503000000020004" pitchFamily="50" charset="-127"/>
                <a:cs typeface="Pretendard" panose="02000503000000020004" pitchFamily="50" charset="-127"/>
              </a:rPr>
              <a:t>모니터링</a:t>
            </a:r>
            <a:endParaRPr lang="en-US" altLang="ko-KR" sz="1000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bg1"/>
              </a:solidFill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ea typeface="Pretendard" panose="02000503000000020004" pitchFamily="50" charset="-127"/>
                <a:cs typeface="Pretendard" panose="02000503000000020004" pitchFamily="50" charset="-127"/>
              </a:rPr>
              <a:t>회의 자료 데이터 가공 </a:t>
            </a:r>
            <a:r>
              <a:rPr lang="en-US" altLang="ko-KR" sz="1000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ea typeface="Pretendard" panose="02000503000000020004" pitchFamily="50" charset="-127"/>
                <a:cs typeface="Pretendard" panose="02000503000000020004" pitchFamily="50" charset="-127"/>
              </a:rPr>
              <a:t>· </a:t>
            </a:r>
            <a:r>
              <a:rPr lang="ko-KR" altLang="en-US" sz="1000" spc="-74" dirty="0" err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ea typeface="Pretendard" panose="02000503000000020004" pitchFamily="50" charset="-127"/>
                <a:cs typeface="Pretendard" panose="02000503000000020004" pitchFamily="50" charset="-127"/>
              </a:rPr>
              <a:t>포매팅</a:t>
            </a:r>
            <a:endParaRPr lang="en-US" altLang="ko-KR" sz="1000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bg1"/>
              </a:solidFill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B3DE511-56EE-9CC6-3709-70766DB2ED44}"/>
              </a:ext>
            </a:extLst>
          </p:cNvPr>
          <p:cNvSpPr txBox="1"/>
          <p:nvPr/>
        </p:nvSpPr>
        <p:spPr>
          <a:xfrm>
            <a:off x="8613365" y="3588653"/>
            <a:ext cx="1364733" cy="896720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ea typeface="Pretendard" panose="02000503000000020004" pitchFamily="50" charset="-127"/>
                <a:cs typeface="Pretendard" panose="02000503000000020004" pitchFamily="50" charset="-127"/>
              </a:rPr>
              <a:t>기성 정산 </a:t>
            </a:r>
            <a:r>
              <a:rPr lang="en-US" altLang="ko-KR" sz="1000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ea typeface="Pretendard" panose="02000503000000020004" pitchFamily="50" charset="-127"/>
                <a:cs typeface="Pretendard" panose="02000503000000020004" pitchFamily="50" charset="-127"/>
              </a:rPr>
              <a:t>· </a:t>
            </a:r>
            <a:r>
              <a:rPr lang="ko-KR" altLang="en-US" sz="1000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ea typeface="Pretendard" panose="02000503000000020004" pitchFamily="50" charset="-127"/>
                <a:cs typeface="Pretendard" panose="02000503000000020004" pitchFamily="50" charset="-127"/>
              </a:rPr>
              <a:t>회계 처리</a:t>
            </a:r>
            <a:endParaRPr lang="en-US" altLang="ko-KR" sz="1000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bg1"/>
              </a:solidFill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ea typeface="Pretendard" panose="02000503000000020004" pitchFamily="50" charset="-127"/>
                <a:cs typeface="Pretendard" panose="02000503000000020004" pitchFamily="50" charset="-127"/>
              </a:rPr>
              <a:t>퇴직공제 신고 </a:t>
            </a:r>
            <a:r>
              <a:rPr lang="en-US" altLang="ko-KR" sz="1000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ea typeface="Pretendard" panose="02000503000000020004" pitchFamily="50" charset="-127"/>
                <a:cs typeface="Pretendard" panose="02000503000000020004" pitchFamily="50" charset="-127"/>
              </a:rPr>
              <a:t>· </a:t>
            </a:r>
            <a:r>
              <a:rPr lang="ko-KR" altLang="en-US" sz="1000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ea typeface="Pretendard" panose="02000503000000020004" pitchFamily="50" charset="-127"/>
                <a:cs typeface="Pretendard" panose="02000503000000020004" pitchFamily="50" charset="-127"/>
              </a:rPr>
              <a:t>기록</a:t>
            </a:r>
            <a:endParaRPr lang="en-US" altLang="ko-KR" sz="1000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bg1"/>
              </a:solidFill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000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ea typeface="Pretendard" panose="02000503000000020004" pitchFamily="50" charset="-127"/>
                <a:cs typeface="Pretendard" panose="02000503000000020004" pitchFamily="50" charset="-127"/>
              </a:rPr>
              <a:t>ERP · PMIS </a:t>
            </a:r>
            <a:r>
              <a:rPr lang="ko-KR" altLang="en-US" sz="1000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ea typeface="Pretendard" panose="02000503000000020004" pitchFamily="50" charset="-127"/>
                <a:cs typeface="Pretendard" panose="02000503000000020004" pitchFamily="50" charset="-127"/>
              </a:rPr>
              <a:t>시스템 관리</a:t>
            </a:r>
            <a:endParaRPr lang="en-US" altLang="ko-KR" sz="1000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bg1"/>
              </a:solidFill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ea typeface="Pretendard" panose="02000503000000020004" pitchFamily="50" charset="-127"/>
                <a:cs typeface="Pretendard" panose="02000503000000020004" pitchFamily="50" charset="-127"/>
              </a:rPr>
              <a:t>계약 문서 보관 </a:t>
            </a:r>
            <a:r>
              <a:rPr lang="en-US" altLang="ko-KR" sz="1000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ea typeface="Pretendard" panose="02000503000000020004" pitchFamily="50" charset="-127"/>
                <a:cs typeface="Pretendard" panose="02000503000000020004" pitchFamily="50" charset="-127"/>
              </a:rPr>
              <a:t>· </a:t>
            </a:r>
            <a:r>
              <a:rPr lang="ko-KR" altLang="en-US" sz="1000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ea typeface="Pretendard" panose="02000503000000020004" pitchFamily="50" charset="-127"/>
                <a:cs typeface="Pretendard" panose="02000503000000020004" pitchFamily="50" charset="-127"/>
              </a:rPr>
              <a:t>관리</a:t>
            </a:r>
            <a:endParaRPr lang="en-US" altLang="ko-KR" sz="1000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bg1"/>
              </a:solidFill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9DA8C12-DBC2-7099-AA08-CD20998C409B}"/>
              </a:ext>
            </a:extLst>
          </p:cNvPr>
          <p:cNvSpPr txBox="1"/>
          <p:nvPr/>
        </p:nvSpPr>
        <p:spPr>
          <a:xfrm>
            <a:off x="2553832" y="6083435"/>
            <a:ext cx="1729584" cy="16190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>
              <a:lnSpc>
                <a:spcPct val="110000"/>
              </a:lnSpc>
              <a:defRPr sz="1200" b="1" spc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defRPr>
            </a:lvl1pPr>
          </a:lstStyle>
          <a:p>
            <a:pPr algn="ctr"/>
            <a:r>
              <a:rPr lang="en-US" sz="1000" b="0" dirty="0">
                <a:solidFill>
                  <a:schemeClr val="bg1"/>
                </a:solidFill>
              </a:rPr>
              <a:t>REALLOCATION</a:t>
            </a:r>
          </a:p>
        </p:txBody>
      </p:sp>
      <p:cxnSp>
        <p:nvCxnSpPr>
          <p:cNvPr id="47" name="직선 연결선 46">
            <a:extLst>
              <a:ext uri="{FF2B5EF4-FFF2-40B4-BE49-F238E27FC236}">
                <a16:creationId xmlns:a16="http://schemas.microsoft.com/office/drawing/2014/main" id="{8660CAA8-9291-60BF-85BC-7351C5041C13}"/>
              </a:ext>
            </a:extLst>
          </p:cNvPr>
          <p:cNvCxnSpPr>
            <a:cxnSpLocks/>
          </p:cNvCxnSpPr>
          <p:nvPr/>
        </p:nvCxnSpPr>
        <p:spPr>
          <a:xfrm>
            <a:off x="1038802" y="4705532"/>
            <a:ext cx="2628323" cy="0"/>
          </a:xfrm>
          <a:prstGeom prst="line">
            <a:avLst/>
          </a:prstGeom>
          <a:ln w="63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8F32CAEE-FEE1-9E15-56B5-041A2EEE9FDA}"/>
              </a:ext>
            </a:extLst>
          </p:cNvPr>
          <p:cNvSpPr txBox="1"/>
          <p:nvPr/>
        </p:nvSpPr>
        <p:spPr>
          <a:xfrm>
            <a:off x="1459265" y="4865046"/>
            <a:ext cx="1760931" cy="20351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ko-KR" altLang="en-US" sz="1200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4ADE80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현장 인력 부족에 따른 확충 필요</a:t>
            </a:r>
            <a:endParaRPr lang="en-US" altLang="ko-KR" sz="1200" b="1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4ADE80"/>
              </a:solidFill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1A155E1-4B72-EF2C-FB88-96998CC8EF54}"/>
              </a:ext>
            </a:extLst>
          </p:cNvPr>
          <p:cNvSpPr txBox="1"/>
          <p:nvPr/>
        </p:nvSpPr>
        <p:spPr>
          <a:xfrm>
            <a:off x="2960390" y="5785603"/>
            <a:ext cx="916469" cy="20351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ko-KR" altLang="en-US" sz="1200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4ADE80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현장 실행력 강화</a:t>
            </a:r>
            <a:endParaRPr lang="en-US" altLang="ko-KR" sz="1200" b="1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4ADE80"/>
              </a:solidFill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cxnSp>
        <p:nvCxnSpPr>
          <p:cNvPr id="63" name="직선 연결선 62">
            <a:extLst>
              <a:ext uri="{FF2B5EF4-FFF2-40B4-BE49-F238E27FC236}">
                <a16:creationId xmlns:a16="http://schemas.microsoft.com/office/drawing/2014/main" id="{378A5D60-CFCC-D2A9-3FDC-8B03FAFC84C9}"/>
              </a:ext>
            </a:extLst>
          </p:cNvPr>
          <p:cNvCxnSpPr>
            <a:cxnSpLocks/>
          </p:cNvCxnSpPr>
          <p:nvPr/>
        </p:nvCxnSpPr>
        <p:spPr>
          <a:xfrm>
            <a:off x="4795071" y="4705532"/>
            <a:ext cx="2628323" cy="0"/>
          </a:xfrm>
          <a:prstGeom prst="line">
            <a:avLst/>
          </a:prstGeom>
          <a:ln w="63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64" name="TextBox 63">
            <a:extLst>
              <a:ext uri="{FF2B5EF4-FFF2-40B4-BE49-F238E27FC236}">
                <a16:creationId xmlns:a16="http://schemas.microsoft.com/office/drawing/2014/main" id="{B577204A-763A-6A59-B77E-833B8455D885}"/>
              </a:ext>
            </a:extLst>
          </p:cNvPr>
          <p:cNvSpPr txBox="1"/>
          <p:nvPr/>
        </p:nvSpPr>
        <p:spPr>
          <a:xfrm>
            <a:off x="4998487" y="4865046"/>
            <a:ext cx="2195024" cy="20351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ko-KR" altLang="en-US" sz="1200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87E0EB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총 </a:t>
            </a:r>
            <a:r>
              <a:rPr lang="en-US" altLang="ko-KR" sz="1200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87E0EB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2,506 h/M</a:t>
            </a:r>
            <a:r>
              <a:rPr lang="ko-KR" altLang="en-US" sz="1200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87E0EB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 중 </a:t>
            </a:r>
            <a:r>
              <a:rPr lang="en-US" altLang="ko-KR" sz="1200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87E0EB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 </a:t>
            </a:r>
            <a:r>
              <a:rPr lang="ko-KR" altLang="en-US" sz="1200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87E0EB"/>
                </a:solidFill>
                <a:ea typeface="Pretendard" panose="02000503000000020004" pitchFamily="50" charset="-127"/>
                <a:cs typeface="Pretendard" panose="02000503000000020004" pitchFamily="50" charset="-127"/>
              </a:rPr>
              <a:t>약 </a:t>
            </a:r>
            <a:r>
              <a:rPr lang="en-US" altLang="ko-KR" sz="1200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87E0EB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86% AI </a:t>
            </a:r>
            <a:r>
              <a:rPr lang="ko-KR" altLang="en-US" sz="1200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87E0EB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대체 가능</a:t>
            </a:r>
            <a:endParaRPr lang="en-US" altLang="ko-KR" sz="1200" b="1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87E0EB"/>
              </a:solidFill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70D17699-B7C9-DC60-4932-5D7915889772}"/>
              </a:ext>
            </a:extLst>
          </p:cNvPr>
          <p:cNvCxnSpPr>
            <a:cxnSpLocks/>
          </p:cNvCxnSpPr>
          <p:nvPr/>
        </p:nvCxnSpPr>
        <p:spPr>
          <a:xfrm>
            <a:off x="8515037" y="4705532"/>
            <a:ext cx="2628323" cy="0"/>
          </a:xfrm>
          <a:prstGeom prst="line">
            <a:avLst/>
          </a:prstGeom>
          <a:ln w="63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BF000A64-3C99-E8B7-FA05-39B4FE9D74CE}"/>
              </a:ext>
            </a:extLst>
          </p:cNvPr>
          <p:cNvSpPr txBox="1"/>
          <p:nvPr/>
        </p:nvSpPr>
        <p:spPr>
          <a:xfrm>
            <a:off x="9016516" y="4865046"/>
            <a:ext cx="1598899" cy="20351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ko-KR" altLang="en-US" sz="1200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현행 유지 </a:t>
            </a:r>
            <a:r>
              <a:rPr lang="en-US" altLang="ko-KR" sz="1200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 (</a:t>
            </a:r>
            <a:r>
              <a:rPr lang="ko-KR" altLang="en-US" sz="1200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부분 자동화 가능</a:t>
            </a:r>
            <a:r>
              <a:rPr lang="en-US" altLang="ko-KR" sz="1200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)</a:t>
            </a:r>
            <a:endParaRPr lang="en-US" altLang="ko-KR" sz="1200" b="1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bg1">
                  <a:lumMod val="65000"/>
                </a:schemeClr>
              </a:solidFill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80" name="제목 1">
            <a:extLst>
              <a:ext uri="{FF2B5EF4-FFF2-40B4-BE49-F238E27FC236}">
                <a16:creationId xmlns:a16="http://schemas.microsoft.com/office/drawing/2014/main" id="{4E300550-1FBB-C22D-3147-1AA24322EB8F}"/>
              </a:ext>
            </a:extLst>
          </p:cNvPr>
          <p:cNvSpPr txBox="1">
            <a:spLocks/>
          </p:cNvSpPr>
          <p:nvPr/>
        </p:nvSpPr>
        <p:spPr>
          <a:xfrm>
            <a:off x="5210396" y="5766052"/>
            <a:ext cx="1755684" cy="369332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algn="l" defTabSz="914400" rtl="0" eaLnBrk="1" latinLnBrk="0" hangingPunct="1">
              <a:spcBef>
                <a:spcPts val="0"/>
              </a:spcBef>
              <a:buNone/>
              <a:defRPr sz="2000" b="1" kern="1200">
                <a:solidFill>
                  <a:srgbClr val="EA002C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algn="ctr">
              <a:defRPr/>
            </a:pPr>
            <a:r>
              <a:rPr lang="en-US" altLang="ko-KR" sz="2400" dirty="0">
                <a:solidFill>
                  <a:srgbClr val="87E0EB"/>
                </a:solidFill>
                <a:latin typeface="+mj-ea"/>
                <a:cs typeface="Pretendard" panose="02000503000000020004" pitchFamily="50" charset="-127"/>
              </a:rPr>
              <a:t>15.4</a:t>
            </a:r>
            <a:r>
              <a:rPr lang="en-US" altLang="ko-KR" sz="2400" dirty="0">
                <a:solidFill>
                  <a:schemeClr val="bg1"/>
                </a:solidFill>
                <a:latin typeface="+mj-ea"/>
                <a:cs typeface="Pretendard" panose="02000503000000020004" pitchFamily="50" charset="-127"/>
              </a:rPr>
              <a:t> </a:t>
            </a:r>
            <a:r>
              <a:rPr lang="en-US" altLang="ko-KR" sz="1200" b="0" dirty="0">
                <a:solidFill>
                  <a:schemeClr val="bg1">
                    <a:lumMod val="85000"/>
                  </a:schemeClr>
                </a:solidFill>
                <a:latin typeface="+mj-ea"/>
                <a:cs typeface="Pretendard" panose="02000503000000020004" pitchFamily="50" charset="-127"/>
              </a:rPr>
              <a:t>FTE* </a:t>
            </a:r>
            <a:r>
              <a:rPr lang="ko-KR" altLang="en-US" sz="1200" b="0" dirty="0">
                <a:solidFill>
                  <a:schemeClr val="bg1">
                    <a:lumMod val="85000"/>
                  </a:schemeClr>
                </a:solidFill>
                <a:latin typeface="+mj-ea"/>
                <a:cs typeface="Pretendard" panose="02000503000000020004" pitchFamily="50" charset="-127"/>
              </a:rPr>
              <a:t>확보</a:t>
            </a:r>
            <a:endParaRPr lang="en-US" altLang="ko-KR" sz="1200" b="0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bg1">
                  <a:lumMod val="85000"/>
                </a:schemeClr>
              </a:solidFill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81" name="제목 1">
            <a:extLst>
              <a:ext uri="{FF2B5EF4-FFF2-40B4-BE49-F238E27FC236}">
                <a16:creationId xmlns:a16="http://schemas.microsoft.com/office/drawing/2014/main" id="{24A321C5-E30D-D973-3CBC-61ECABB7E948}"/>
              </a:ext>
            </a:extLst>
          </p:cNvPr>
          <p:cNvSpPr txBox="1">
            <a:spLocks/>
          </p:cNvSpPr>
          <p:nvPr/>
        </p:nvSpPr>
        <p:spPr>
          <a:xfrm>
            <a:off x="5599017" y="6136072"/>
            <a:ext cx="1067468" cy="153888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ko-KR"/>
            </a:defPPr>
            <a:lvl1pPr latinLnBrk="0">
              <a:spcBef>
                <a:spcPts val="0"/>
              </a:spcBef>
              <a:buNone/>
              <a:defRPr sz="1000" b="0">
                <a:solidFill>
                  <a:schemeClr val="bg1">
                    <a:lumMod val="85000"/>
                  </a:schemeClr>
                </a:solidFill>
                <a:latin typeface="+mj-ea"/>
                <a:ea typeface="+mj-ea"/>
                <a:cs typeface="Pretendard" panose="02000503000000020004" pitchFamily="50" charset="-127"/>
              </a:defRPr>
            </a:lvl1pPr>
          </a:lstStyle>
          <a:p>
            <a:r>
              <a:rPr lang="en-US" altLang="ko-KR" dirty="0"/>
              <a:t>2,155 h/H</a:t>
            </a:r>
            <a:r>
              <a:rPr lang="ko-KR" altLang="en-US" dirty="0"/>
              <a:t> 환산 시</a:t>
            </a:r>
            <a:endParaRPr lang="en-US" altLang="ko-KR" dirty="0"/>
          </a:p>
        </p:txBody>
      </p:sp>
      <p:sp>
        <p:nvSpPr>
          <p:cNvPr id="85" name="제목 1">
            <a:extLst>
              <a:ext uri="{FF2B5EF4-FFF2-40B4-BE49-F238E27FC236}">
                <a16:creationId xmlns:a16="http://schemas.microsoft.com/office/drawing/2014/main" id="{5754F437-2839-6049-6F1F-847ECC40F1EC}"/>
              </a:ext>
            </a:extLst>
          </p:cNvPr>
          <p:cNvSpPr txBox="1">
            <a:spLocks/>
          </p:cNvSpPr>
          <p:nvPr/>
        </p:nvSpPr>
        <p:spPr>
          <a:xfrm>
            <a:off x="6163657" y="6418107"/>
            <a:ext cx="1604845" cy="153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>
              <a:defRPr sz="1000">
                <a:solidFill>
                  <a:srgbClr val="A8B5C7"/>
                </a:solidFill>
                <a:latin typeface="Pretendard Variable" panose="02000003000000020004" pitchFamily="2" charset="-127"/>
                <a:ea typeface="Pretendard Variable" panose="02000003000000020004" pitchFamily="2" charset="-127"/>
              </a:defRPr>
            </a:lvl1pPr>
          </a:lstStyle>
          <a:p>
            <a:r>
              <a:rPr lang="en-US" altLang="ko-KR" dirty="0"/>
              <a:t>* FTE: Full-Time Equivalent</a:t>
            </a:r>
          </a:p>
        </p:txBody>
      </p:sp>
      <p:cxnSp>
        <p:nvCxnSpPr>
          <p:cNvPr id="90" name="직선 연결선 89">
            <a:extLst>
              <a:ext uri="{FF2B5EF4-FFF2-40B4-BE49-F238E27FC236}">
                <a16:creationId xmlns:a16="http://schemas.microsoft.com/office/drawing/2014/main" id="{539C69C5-8D71-A243-9CEE-142BDF30B4E8}"/>
              </a:ext>
            </a:extLst>
          </p:cNvPr>
          <p:cNvCxnSpPr>
            <a:cxnSpLocks/>
            <a:stCxn id="5" idx="3"/>
            <a:endCxn id="14" idx="1"/>
          </p:cNvCxnSpPr>
          <p:nvPr/>
        </p:nvCxnSpPr>
        <p:spPr>
          <a:xfrm>
            <a:off x="3938214" y="3772415"/>
            <a:ext cx="543780" cy="122"/>
          </a:xfrm>
          <a:prstGeom prst="line">
            <a:avLst/>
          </a:prstGeom>
          <a:solidFill>
            <a:srgbClr val="15233A">
              <a:alpha val="60000"/>
            </a:srgbClr>
          </a:solidFill>
          <a:ln w="63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1" name="직선 연결선 90">
            <a:extLst>
              <a:ext uri="{FF2B5EF4-FFF2-40B4-BE49-F238E27FC236}">
                <a16:creationId xmlns:a16="http://schemas.microsoft.com/office/drawing/2014/main" id="{EADC9860-7CDF-F3E4-54CA-FBA35C200748}"/>
              </a:ext>
            </a:extLst>
          </p:cNvPr>
          <p:cNvCxnSpPr>
            <a:cxnSpLocks/>
            <a:stCxn id="14" idx="3"/>
            <a:endCxn id="12" idx="1"/>
          </p:cNvCxnSpPr>
          <p:nvPr/>
        </p:nvCxnSpPr>
        <p:spPr>
          <a:xfrm flipV="1">
            <a:off x="7694482" y="3772415"/>
            <a:ext cx="559304" cy="122"/>
          </a:xfrm>
          <a:prstGeom prst="line">
            <a:avLst/>
          </a:prstGeom>
          <a:solidFill>
            <a:srgbClr val="15233A">
              <a:alpha val="60000"/>
            </a:srgbClr>
          </a:solidFill>
          <a:ln w="63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55793233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EDB66B-B2E7-E9D1-0A9A-1A1484BC57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텍스트 개체 틀 3">
            <a:extLst>
              <a:ext uri="{FF2B5EF4-FFF2-40B4-BE49-F238E27FC236}">
                <a16:creationId xmlns:a16="http://schemas.microsoft.com/office/drawing/2014/main" id="{F71C4343-2479-5614-D90B-0A34877A8F0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41250" y="849830"/>
            <a:ext cx="4431534" cy="442622"/>
          </a:xfrm>
          <a:noFill/>
        </p:spPr>
        <p:txBody>
          <a:bodyPr wrap="none" rtlCol="0">
            <a:spAutoFit/>
          </a:bodyPr>
          <a:lstStyle/>
          <a:p>
            <a:pPr algn="l" defTabSz="1125444" latinLnBrk="1">
              <a:lnSpc>
                <a:spcPct val="110000"/>
              </a:lnSpc>
            </a:pPr>
            <a:r>
              <a:rPr lang="en-US" altLang="ko-KR" sz="2800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87E0EB"/>
                </a:solidFill>
              </a:rPr>
              <a:t>CPIA</a:t>
            </a:r>
            <a:r>
              <a:rPr lang="en-US" altLang="ko-KR" sz="2800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</a:rPr>
              <a:t>, </a:t>
            </a:r>
            <a:r>
              <a:rPr lang="ko-KR" altLang="en-US" sz="2800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</a:rPr>
              <a:t>어떻게 사람을 대신하는가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9289064-C4C4-1C1A-2187-8CD25D21A727}"/>
              </a:ext>
            </a:extLst>
          </p:cNvPr>
          <p:cNvSpPr txBox="1"/>
          <p:nvPr/>
        </p:nvSpPr>
        <p:spPr>
          <a:xfrm>
            <a:off x="546078" y="317538"/>
            <a:ext cx="835485" cy="2866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lnSpc>
                <a:spcPct val="110000"/>
              </a:lnSpc>
            </a:pPr>
            <a:r>
              <a:rPr lang="en-US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A8B5C7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PROCESS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E1DFDA1C-EDD2-FC7F-A743-A571BE6D7734}"/>
              </a:ext>
            </a:extLst>
          </p:cNvPr>
          <p:cNvSpPr/>
          <p:nvPr/>
        </p:nvSpPr>
        <p:spPr>
          <a:xfrm>
            <a:off x="237190" y="309149"/>
            <a:ext cx="274477" cy="274477"/>
          </a:xfrm>
          <a:prstGeom prst="rect">
            <a:avLst/>
          </a:prstGeom>
          <a:solidFill>
            <a:srgbClr val="16294A"/>
          </a:solidFill>
          <a:ln w="63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200" spc="25" dirty="0">
                <a:solidFill>
                  <a:srgbClr val="87E0EB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3</a:t>
            </a:r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01150A3F-8AA9-54C1-1741-63A6954AE2A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38311" y="198576"/>
            <a:ext cx="3931557" cy="2457223"/>
          </a:xfrm>
          <a:prstGeom prst="rect">
            <a:avLst/>
          </a:prstGeom>
        </p:spPr>
      </p:pic>
      <p:sp>
        <p:nvSpPr>
          <p:cNvPr id="83" name="슬라이드 번호 개체 틀 25">
            <a:extLst>
              <a:ext uri="{FF2B5EF4-FFF2-40B4-BE49-F238E27FC236}">
                <a16:creationId xmlns:a16="http://schemas.microsoft.com/office/drawing/2014/main" id="{7D309C43-4042-CBE8-DB01-27D49FF42BFB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11345880" y="6603144"/>
            <a:ext cx="673003" cy="127856"/>
          </a:xfrm>
        </p:spPr>
        <p:txBody>
          <a:bodyPr/>
          <a:lstStyle/>
          <a:p>
            <a:fld id="{3DFBBC6A-3425-4C62-80BA-0DDE16A15D08}" type="slidenum">
              <a:rPr lang="ko-KR" altLang="en-US" smtClean="0">
                <a:solidFill>
                  <a:schemeClr val="bg1"/>
                </a:solidFill>
              </a:rPr>
              <a:pPr/>
              <a:t>6</a:t>
            </a:fld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D3C410BC-D3CB-0EC8-15AD-DDB57293EF22}"/>
              </a:ext>
            </a:extLst>
          </p:cNvPr>
          <p:cNvSpPr/>
          <p:nvPr/>
        </p:nvSpPr>
        <p:spPr>
          <a:xfrm>
            <a:off x="963820" y="2229368"/>
            <a:ext cx="4769723" cy="4189295"/>
          </a:xfrm>
          <a:prstGeom prst="rect">
            <a:avLst/>
          </a:prstGeom>
          <a:solidFill>
            <a:srgbClr val="15233A">
              <a:alpha val="60000"/>
            </a:srgb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altLang="ko-KR" sz="1477" b="1" dirty="0">
              <a:solidFill>
                <a:schemeClr val="tx1"/>
              </a:solidFill>
              <a:latin typeface="Pretendard" panose="02000503000000020004" pitchFamily="50" charset="-127"/>
              <a:ea typeface="Pretendard" panose="02000503000000020004" pitchFamily="50" charset="-127"/>
            </a:endParaRP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8AF78A8E-53AC-045E-9CFA-ECBA6D11A66F}"/>
              </a:ext>
            </a:extLst>
          </p:cNvPr>
          <p:cNvSpPr/>
          <p:nvPr/>
        </p:nvSpPr>
        <p:spPr>
          <a:xfrm>
            <a:off x="6533277" y="2229368"/>
            <a:ext cx="4769723" cy="4189295"/>
          </a:xfrm>
          <a:prstGeom prst="rect">
            <a:avLst/>
          </a:prstGeom>
          <a:solidFill>
            <a:srgbClr val="15233A">
              <a:alpha val="60000"/>
            </a:srgbClr>
          </a:solidFill>
          <a:ln w="31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altLang="ko-KR" sz="1477" b="1" dirty="0">
              <a:solidFill>
                <a:schemeClr val="tx1"/>
              </a:solidFill>
              <a:latin typeface="Pretendard" panose="02000503000000020004" pitchFamily="50" charset="-127"/>
              <a:ea typeface="Pretendard" panose="02000503000000020004" pitchFamily="50" charset="-127"/>
            </a:endParaRPr>
          </a:p>
        </p:txBody>
      </p: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0AB51A3E-66D2-B1D8-692C-70A477CD290C}"/>
              </a:ext>
            </a:extLst>
          </p:cNvPr>
          <p:cNvCxnSpPr>
            <a:cxnSpLocks/>
          </p:cNvCxnSpPr>
          <p:nvPr/>
        </p:nvCxnSpPr>
        <p:spPr>
          <a:xfrm>
            <a:off x="6141459" y="2246328"/>
            <a:ext cx="0" cy="4136324"/>
          </a:xfrm>
          <a:prstGeom prst="line">
            <a:avLst/>
          </a:prstGeom>
          <a:ln w="63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pic>
        <p:nvPicPr>
          <p:cNvPr id="73" name="그림 72">
            <a:extLst>
              <a:ext uri="{FF2B5EF4-FFF2-40B4-BE49-F238E27FC236}">
                <a16:creationId xmlns:a16="http://schemas.microsoft.com/office/drawing/2014/main" id="{93A796E5-55DE-3957-FC94-B6E0A45FE2CB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201" t="53334" r="33268" b="7325"/>
          <a:stretch>
            <a:fillRect/>
          </a:stretch>
        </p:blipFill>
        <p:spPr>
          <a:xfrm>
            <a:off x="6533277" y="2229368"/>
            <a:ext cx="4769723" cy="4189295"/>
          </a:xfrm>
          <a:prstGeom prst="rect">
            <a:avLst/>
          </a:prstGeom>
        </p:spPr>
      </p:pic>
      <p:grpSp>
        <p:nvGrpSpPr>
          <p:cNvPr id="48" name="그룹 47">
            <a:extLst>
              <a:ext uri="{FF2B5EF4-FFF2-40B4-BE49-F238E27FC236}">
                <a16:creationId xmlns:a16="http://schemas.microsoft.com/office/drawing/2014/main" id="{A977C201-4988-4555-50F5-B823C5F2B3C9}"/>
              </a:ext>
            </a:extLst>
          </p:cNvPr>
          <p:cNvGrpSpPr/>
          <p:nvPr/>
        </p:nvGrpSpPr>
        <p:grpSpPr>
          <a:xfrm>
            <a:off x="6023324" y="4250567"/>
            <a:ext cx="204071" cy="127846"/>
            <a:chOff x="7276019" y="4585254"/>
            <a:chExt cx="225760" cy="138500"/>
          </a:xfrm>
          <a:solidFill>
            <a:srgbClr val="5CC4D9"/>
          </a:solidFill>
        </p:grpSpPr>
        <p:sp>
          <p:nvSpPr>
            <p:cNvPr id="49" name="L 도형 48">
              <a:extLst>
                <a:ext uri="{FF2B5EF4-FFF2-40B4-BE49-F238E27FC236}">
                  <a16:creationId xmlns:a16="http://schemas.microsoft.com/office/drawing/2014/main" id="{B6A427AA-28DA-95CB-C047-6DF5F5775178}"/>
                </a:ext>
              </a:extLst>
            </p:cNvPr>
            <p:cNvSpPr>
              <a:spLocks noChangeAspect="1"/>
            </p:cNvSpPr>
            <p:nvPr/>
          </p:nvSpPr>
          <p:spPr>
            <a:xfrm rot="13552174">
              <a:off x="7276589" y="4584684"/>
              <a:ext cx="138499" cy="139640"/>
            </a:xfrm>
            <a:prstGeom prst="corner">
              <a:avLst>
                <a:gd name="adj1" fmla="val 22023"/>
                <a:gd name="adj2" fmla="val 2145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62" dirty="0">
                <a:latin typeface="Pretendard" panose="02000503000000020004" pitchFamily="50" charset="-127"/>
                <a:ea typeface="Pretendard" panose="02000503000000020004" pitchFamily="50" charset="-127"/>
              </a:endParaRPr>
            </a:p>
          </p:txBody>
        </p:sp>
        <p:sp>
          <p:nvSpPr>
            <p:cNvPr id="50" name="L 도형 49">
              <a:extLst>
                <a:ext uri="{FF2B5EF4-FFF2-40B4-BE49-F238E27FC236}">
                  <a16:creationId xmlns:a16="http://schemas.microsoft.com/office/drawing/2014/main" id="{1B8AE5BA-15C7-2EAD-2049-5B4B68BDE3A1}"/>
                </a:ext>
              </a:extLst>
            </p:cNvPr>
            <p:cNvSpPr>
              <a:spLocks noChangeAspect="1"/>
            </p:cNvSpPr>
            <p:nvPr/>
          </p:nvSpPr>
          <p:spPr>
            <a:xfrm rot="13552174">
              <a:off x="7362709" y="4584685"/>
              <a:ext cx="138499" cy="139640"/>
            </a:xfrm>
            <a:prstGeom prst="corner">
              <a:avLst>
                <a:gd name="adj1" fmla="val 22023"/>
                <a:gd name="adj2" fmla="val 2145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62" dirty="0">
                <a:latin typeface="Pretendard" panose="02000503000000020004" pitchFamily="50" charset="-127"/>
                <a:ea typeface="Pretendard" panose="02000503000000020004" pitchFamily="50" charset="-127"/>
              </a:endParaRPr>
            </a:p>
          </p:txBody>
        </p:sp>
      </p:grpSp>
      <p:sp>
        <p:nvSpPr>
          <p:cNvPr id="74" name="직사각형 73">
            <a:extLst>
              <a:ext uri="{FF2B5EF4-FFF2-40B4-BE49-F238E27FC236}">
                <a16:creationId xmlns:a16="http://schemas.microsoft.com/office/drawing/2014/main" id="{234B79C4-85BB-91B7-8161-AE42296FA85C}"/>
              </a:ext>
            </a:extLst>
          </p:cNvPr>
          <p:cNvSpPr/>
          <p:nvPr/>
        </p:nvSpPr>
        <p:spPr>
          <a:xfrm>
            <a:off x="6818325" y="2496547"/>
            <a:ext cx="554026" cy="191771"/>
          </a:xfrm>
          <a:prstGeom prst="rect">
            <a:avLst/>
          </a:prstGeom>
          <a:solidFill>
            <a:srgbClr val="5CC4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16294A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TO-BE</a:t>
            </a:r>
          </a:p>
        </p:txBody>
      </p:sp>
      <p:sp>
        <p:nvSpPr>
          <p:cNvPr id="75" name="직사각형 74">
            <a:extLst>
              <a:ext uri="{FF2B5EF4-FFF2-40B4-BE49-F238E27FC236}">
                <a16:creationId xmlns:a16="http://schemas.microsoft.com/office/drawing/2014/main" id="{00803D83-2993-3571-AEFA-A9C47FB443E2}"/>
              </a:ext>
            </a:extLst>
          </p:cNvPr>
          <p:cNvSpPr/>
          <p:nvPr/>
        </p:nvSpPr>
        <p:spPr>
          <a:xfrm>
            <a:off x="1293825" y="2496547"/>
            <a:ext cx="554026" cy="191771"/>
          </a:xfrm>
          <a:prstGeom prst="rect">
            <a:avLst/>
          </a:prstGeom>
          <a:solidFill>
            <a:schemeClr val="bg1">
              <a:lumMod val="95000"/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AS-IS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3C215E3-FDC9-AFE0-3DDB-ADEFCB55B6FB}"/>
              </a:ext>
            </a:extLst>
          </p:cNvPr>
          <p:cNvSpPr txBox="1"/>
          <p:nvPr/>
        </p:nvSpPr>
        <p:spPr>
          <a:xfrm>
            <a:off x="1293824" y="2762214"/>
            <a:ext cx="3464989" cy="2714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1600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7</a:t>
            </a:r>
            <a:r>
              <a:rPr lang="ko-KR" altLang="en-US" sz="1600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단계 </a:t>
            </a:r>
            <a:r>
              <a:rPr lang="ko-KR" altLang="en-US" sz="1600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ea typeface="Pretendard" panose="02000503000000020004" pitchFamily="50" charset="-127"/>
                <a:cs typeface="Pretendard" panose="02000503000000020004" pitchFamily="50" charset="-127"/>
              </a:rPr>
              <a:t>수작업을 통한 집계 </a:t>
            </a:r>
            <a:r>
              <a:rPr lang="en-US" altLang="ko-KR" sz="1600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ea typeface="Pretendard" panose="02000503000000020004" pitchFamily="50" charset="-127"/>
                <a:cs typeface="Pretendard" panose="02000503000000020004" pitchFamily="50" charset="-127"/>
              </a:rPr>
              <a:t>· </a:t>
            </a:r>
            <a:r>
              <a:rPr lang="ko-KR" altLang="en-US" sz="1600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ea typeface="Pretendard" panose="02000503000000020004" pitchFamily="50" charset="-127"/>
                <a:cs typeface="Pretendard" panose="02000503000000020004" pitchFamily="50" charset="-127"/>
              </a:rPr>
              <a:t>보고 </a:t>
            </a:r>
            <a:r>
              <a:rPr lang="en-US" altLang="ko-KR" sz="1600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ea typeface="Pretendard" panose="02000503000000020004" pitchFamily="50" charset="-127"/>
                <a:cs typeface="Pretendard" panose="02000503000000020004" pitchFamily="50" charset="-127"/>
              </a:rPr>
              <a:t>· </a:t>
            </a:r>
            <a:r>
              <a:rPr lang="ko-KR" altLang="en-US" sz="1600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ea typeface="Pretendard" panose="02000503000000020004" pitchFamily="50" charset="-127"/>
                <a:cs typeface="Pretendard" panose="02000503000000020004" pitchFamily="50" charset="-127"/>
              </a:rPr>
              <a:t>분석 </a:t>
            </a:r>
            <a:endParaRPr lang="en-US" altLang="ko-KR" sz="1600" b="1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bg1"/>
              </a:solidFill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5931309-0DF1-63C9-438D-5D9563F5297A}"/>
              </a:ext>
            </a:extLst>
          </p:cNvPr>
          <p:cNvSpPr txBox="1"/>
          <p:nvPr/>
        </p:nvSpPr>
        <p:spPr>
          <a:xfrm>
            <a:off x="665050" y="1427187"/>
            <a:ext cx="912665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srgbClr val="A8B5C7"/>
                </a:solidFill>
                <a:latin typeface="Pretendard Variable" panose="02000003000000020004" pitchFamily="2" charset="-127"/>
                <a:ea typeface="Pretendard Variable" panose="02000003000000020004" pitchFamily="2" charset="-127"/>
              </a:rPr>
              <a:t>CPIA</a:t>
            </a:r>
            <a:r>
              <a:rPr lang="en-US" altLang="ko-KR" sz="1200" dirty="0">
                <a:solidFill>
                  <a:srgbClr val="A8B5C7"/>
                </a:solidFill>
                <a:latin typeface="Pretendard Variable" panose="02000003000000020004" pitchFamily="2" charset="-127"/>
                <a:ea typeface="Pretendard Variable" panose="02000003000000020004" pitchFamily="2" charset="-127"/>
              </a:rPr>
              <a:t> (Construction Productivity Intelligence Agent) </a:t>
            </a:r>
            <a:r>
              <a:rPr lang="ko-KR" altLang="en-US" sz="1400" dirty="0">
                <a:solidFill>
                  <a:srgbClr val="A8B5C7"/>
                </a:solidFill>
                <a:latin typeface="Pretendard Variable" panose="02000003000000020004" pitchFamily="2" charset="-127"/>
                <a:ea typeface="Pretendard Variable" panose="02000003000000020004" pitchFamily="2" charset="-127"/>
              </a:rPr>
              <a:t>를 통해 집계</a:t>
            </a:r>
            <a:r>
              <a:rPr lang="en-US" altLang="ko-KR" sz="1400" dirty="0">
                <a:solidFill>
                  <a:srgbClr val="A8B5C7"/>
                </a:solidFill>
                <a:latin typeface="Pretendard Variable" panose="02000003000000020004" pitchFamily="2" charset="-127"/>
                <a:ea typeface="Pretendard Variable" panose="02000003000000020004" pitchFamily="2" charset="-127"/>
              </a:rPr>
              <a:t>-</a:t>
            </a:r>
            <a:r>
              <a:rPr lang="ko-KR" altLang="en-US" sz="1400" dirty="0">
                <a:solidFill>
                  <a:srgbClr val="A8B5C7"/>
                </a:solidFill>
                <a:latin typeface="Pretendard Variable" panose="02000003000000020004" pitchFamily="2" charset="-127"/>
                <a:ea typeface="Pretendard Variable" panose="02000003000000020004" pitchFamily="2" charset="-127"/>
              </a:rPr>
              <a:t>보고</a:t>
            </a:r>
            <a:r>
              <a:rPr lang="en-US" altLang="ko-KR" sz="1400" dirty="0">
                <a:solidFill>
                  <a:srgbClr val="A8B5C7"/>
                </a:solidFill>
                <a:latin typeface="Pretendard Variable" panose="02000003000000020004" pitchFamily="2" charset="-127"/>
                <a:ea typeface="Pretendard Variable" panose="02000003000000020004" pitchFamily="2" charset="-127"/>
              </a:rPr>
              <a:t>-</a:t>
            </a:r>
            <a:r>
              <a:rPr lang="ko-KR" altLang="en-US" sz="1400" dirty="0">
                <a:solidFill>
                  <a:srgbClr val="A8B5C7"/>
                </a:solidFill>
                <a:latin typeface="Pretendard Variable" panose="02000003000000020004" pitchFamily="2" charset="-127"/>
                <a:ea typeface="Pretendard Variable" panose="02000003000000020004" pitchFamily="2" charset="-127"/>
              </a:rPr>
              <a:t>분석의 일련의 과정을 </a:t>
            </a:r>
            <a:endParaRPr lang="en-US" altLang="ko-KR" sz="1400" dirty="0">
              <a:solidFill>
                <a:srgbClr val="A8B5C7"/>
              </a:solidFill>
              <a:latin typeface="Pretendard Variable" panose="02000003000000020004" pitchFamily="2" charset="-127"/>
              <a:ea typeface="Pretendard Variable" panose="02000003000000020004" pitchFamily="2" charset="-127"/>
            </a:endParaRPr>
          </a:p>
          <a:p>
            <a:r>
              <a:rPr lang="en-US" altLang="ko-KR" sz="1400" dirty="0" err="1">
                <a:solidFill>
                  <a:srgbClr val="A8B5C7"/>
                </a:solidFill>
                <a:latin typeface="Pretendard Variable" panose="02000003000000020004" pitchFamily="2" charset="-127"/>
                <a:ea typeface="Pretendard Variable" panose="02000003000000020004" pitchFamily="2" charset="-127"/>
              </a:rPr>
              <a:t>LangGraph</a:t>
            </a:r>
            <a:r>
              <a:rPr lang="ko-KR" altLang="en-US" sz="1400" dirty="0">
                <a:solidFill>
                  <a:srgbClr val="A8B5C7"/>
                </a:solidFill>
                <a:latin typeface="Pretendard Variable" panose="02000003000000020004" pitchFamily="2" charset="-127"/>
                <a:ea typeface="Pretendard Variable" panose="02000003000000020004" pitchFamily="2" charset="-127"/>
              </a:rPr>
              <a:t> 기술로 구현하여 현장 프로세스를 동일하게 대체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7FED74B3-5D59-D848-52F9-38CFFBDBAFFE}"/>
              </a:ext>
            </a:extLst>
          </p:cNvPr>
          <p:cNvSpPr txBox="1"/>
          <p:nvPr/>
        </p:nvSpPr>
        <p:spPr>
          <a:xfrm>
            <a:off x="6818325" y="2762214"/>
            <a:ext cx="3573450" cy="2714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1600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7</a:t>
            </a:r>
            <a:r>
              <a:rPr lang="ko-KR" altLang="en-US" sz="1600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개 </a:t>
            </a:r>
            <a:r>
              <a:rPr lang="en-US" altLang="ko-KR" sz="1600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Sub-Agent</a:t>
            </a:r>
            <a:r>
              <a:rPr lang="ko-KR" altLang="en-US" sz="1600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를</a:t>
            </a:r>
            <a:r>
              <a:rPr lang="en-US" altLang="ko-KR" sz="1600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 </a:t>
            </a:r>
            <a:r>
              <a:rPr lang="ko-KR" altLang="en-US" sz="1600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통한 업무 대체 수행</a:t>
            </a:r>
            <a:endParaRPr lang="en-US" altLang="ko-KR" sz="1600" b="1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bg1"/>
              </a:solidFill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graphicFrame>
        <p:nvGraphicFramePr>
          <p:cNvPr id="82" name="표 81">
            <a:extLst>
              <a:ext uri="{FF2B5EF4-FFF2-40B4-BE49-F238E27FC236}">
                <a16:creationId xmlns:a16="http://schemas.microsoft.com/office/drawing/2014/main" id="{93E4B90A-766A-870F-F87E-97C8E1EAE9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7421987"/>
              </p:ext>
            </p:extLst>
          </p:nvPr>
        </p:nvGraphicFramePr>
        <p:xfrm>
          <a:off x="1381563" y="3221164"/>
          <a:ext cx="3916404" cy="2087435"/>
        </p:xfrm>
        <a:graphic>
          <a:graphicData uri="http://schemas.openxmlformats.org/drawingml/2006/table">
            <a:tbl>
              <a:tblPr/>
              <a:tblGrid>
                <a:gridCol w="339560">
                  <a:extLst>
                    <a:ext uri="{9D8B030D-6E8A-4147-A177-3AD203B41FA5}">
                      <a16:colId xmlns:a16="http://schemas.microsoft.com/office/drawing/2014/main" val="2527501052"/>
                    </a:ext>
                  </a:extLst>
                </a:gridCol>
                <a:gridCol w="2622594">
                  <a:extLst>
                    <a:ext uri="{9D8B030D-6E8A-4147-A177-3AD203B41FA5}">
                      <a16:colId xmlns:a16="http://schemas.microsoft.com/office/drawing/2014/main" val="2245732453"/>
                    </a:ext>
                  </a:extLst>
                </a:gridCol>
                <a:gridCol w="954250">
                  <a:extLst>
                    <a:ext uri="{9D8B030D-6E8A-4147-A177-3AD203B41FA5}">
                      <a16:colId xmlns:a16="http://schemas.microsoft.com/office/drawing/2014/main" val="1289558458"/>
                    </a:ext>
                  </a:extLst>
                </a:gridCol>
              </a:tblGrid>
              <a:tr h="2982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000" kern="1200" dirty="0">
                          <a:ln>
                            <a:solidFill>
                              <a:schemeClr val="accent1">
                                <a:shade val="15000"/>
                                <a:alpha val="0"/>
                              </a:schemeClr>
                            </a:solidFill>
                          </a:ln>
                          <a:solidFill>
                            <a:srgbClr val="A8B5C7"/>
                          </a:solidFill>
                          <a:latin typeface="JetBrains Mono" panose="02000009000000000000" pitchFamily="49" charset="0"/>
                          <a:ea typeface="JetBrains Mono" panose="02000009000000000000" pitchFamily="49" charset="0"/>
                          <a:cs typeface="JetBrains Mono" panose="02000009000000000000" pitchFamily="49" charset="0"/>
                        </a:rPr>
                        <a:t>01</a:t>
                      </a:r>
                    </a:p>
                  </a:txBody>
                  <a:tcPr marL="11365" marR="11365" marT="5682" marB="5682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000" dirty="0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협력사 작업일보 송부 이메일 열람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ko-KR" sz="1000" kern="1200" dirty="0">
                          <a:ln>
                            <a:solidFill>
                              <a:schemeClr val="accent1">
                                <a:shade val="15000"/>
                                <a:alpha val="0"/>
                              </a:schemeClr>
                            </a:solidFill>
                          </a:ln>
                          <a:solidFill>
                            <a:srgbClr val="A8B5C7"/>
                          </a:solidFill>
                          <a:latin typeface="JetBrains Mono" panose="02000009000000000000" pitchFamily="49" charset="0"/>
                          <a:ea typeface="JetBrains Mono" panose="02000009000000000000" pitchFamily="49" charset="0"/>
                          <a:cs typeface="JetBrains Mono" panose="02000009000000000000" pitchFamily="49" charset="0"/>
                        </a:rPr>
                        <a:t>1~2 h/D</a:t>
                      </a:r>
                      <a:endParaRPr lang="ko-KR" altLang="en-US" sz="1000" kern="1200" dirty="0">
                        <a:ln>
                          <a:solidFill>
                            <a:schemeClr val="accent1">
                              <a:shade val="15000"/>
                              <a:alpha val="0"/>
                            </a:schemeClr>
                          </a:solidFill>
                        </a:ln>
                        <a:solidFill>
                          <a:srgbClr val="A8B5C7"/>
                        </a:solidFill>
                        <a:latin typeface="JetBrains Mono" panose="02000009000000000000" pitchFamily="49" charset="0"/>
                        <a:ea typeface="Pretendard" panose="02000503000000020004" pitchFamily="50" charset="-127"/>
                        <a:cs typeface="JetBrains Mono" panose="02000009000000000000" pitchFamily="49" charset="0"/>
                      </a:endParaRPr>
                    </a:p>
                  </a:txBody>
                  <a:tcPr marL="11365" marR="11365" marT="5682" marB="5682" anchor="ctr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899988"/>
                  </a:ext>
                </a:extLst>
              </a:tr>
              <a:tr h="2982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kern="1200" dirty="0">
                          <a:ln>
                            <a:solidFill>
                              <a:schemeClr val="accent1">
                                <a:shade val="15000"/>
                                <a:alpha val="0"/>
                              </a:schemeClr>
                            </a:solidFill>
                          </a:ln>
                          <a:solidFill>
                            <a:srgbClr val="A8B5C7"/>
                          </a:solidFill>
                          <a:latin typeface="JetBrains Mono" panose="02000009000000000000" pitchFamily="49" charset="0"/>
                          <a:ea typeface="JetBrains Mono" panose="02000009000000000000" pitchFamily="49" charset="0"/>
                          <a:cs typeface="JetBrains Mono" panose="02000009000000000000" pitchFamily="49" charset="0"/>
                        </a:rPr>
                        <a:t>02</a:t>
                      </a:r>
                    </a:p>
                  </a:txBody>
                  <a:tcPr marL="11365" marR="11365" marT="5682" marB="5682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0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엑셀 복사</a:t>
                      </a:r>
                      <a:r>
                        <a:rPr lang="en-US" altLang="ko-KR" sz="10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/</a:t>
                      </a:r>
                      <a:r>
                        <a:rPr lang="ko-KR" altLang="en-US" sz="10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붙여넣기 및 집계 작업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84408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kern="1200" dirty="0">
                          <a:ln>
                            <a:solidFill>
                              <a:schemeClr val="accent1">
                                <a:shade val="15000"/>
                                <a:alpha val="0"/>
                              </a:schemeClr>
                            </a:solidFill>
                          </a:ln>
                          <a:solidFill>
                            <a:srgbClr val="A8B5C7"/>
                          </a:solidFill>
                          <a:latin typeface="JetBrains Mono" panose="02000009000000000000" pitchFamily="49" charset="0"/>
                          <a:ea typeface="JetBrains Mono" panose="02000009000000000000" pitchFamily="49" charset="0"/>
                          <a:cs typeface="JetBrains Mono" panose="02000009000000000000" pitchFamily="49" charset="0"/>
                        </a:rPr>
                        <a:t>2~3 h/D</a:t>
                      </a:r>
                      <a:endParaRPr lang="ko-KR" altLang="en-US" sz="1000" kern="1200" dirty="0">
                        <a:ln>
                          <a:solidFill>
                            <a:schemeClr val="accent1">
                              <a:shade val="15000"/>
                              <a:alpha val="0"/>
                            </a:schemeClr>
                          </a:solidFill>
                        </a:ln>
                        <a:solidFill>
                          <a:srgbClr val="A8B5C7"/>
                        </a:solidFill>
                        <a:latin typeface="JetBrains Mono" panose="02000009000000000000" pitchFamily="49" charset="0"/>
                        <a:ea typeface="Pretendard" panose="02000503000000020004" pitchFamily="50" charset="-127"/>
                        <a:cs typeface="JetBrains Mono" panose="02000009000000000000" pitchFamily="49" charset="0"/>
                      </a:endParaRPr>
                    </a:p>
                  </a:txBody>
                  <a:tcPr marL="11365" marR="11365" marT="5682" marB="5682" anchor="ctr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3702668"/>
                  </a:ext>
                </a:extLst>
              </a:tr>
              <a:tr h="2982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kern="1200" dirty="0">
                          <a:ln>
                            <a:solidFill>
                              <a:schemeClr val="accent1">
                                <a:shade val="15000"/>
                                <a:alpha val="0"/>
                              </a:schemeClr>
                            </a:solidFill>
                          </a:ln>
                          <a:solidFill>
                            <a:srgbClr val="A8B5C7"/>
                          </a:solidFill>
                          <a:latin typeface="JetBrains Mono" panose="02000009000000000000" pitchFamily="49" charset="0"/>
                          <a:ea typeface="JetBrains Mono" panose="02000009000000000000" pitchFamily="49" charset="0"/>
                          <a:cs typeface="JetBrains Mono" panose="02000009000000000000" pitchFamily="49" charset="0"/>
                        </a:rPr>
                        <a:t>03</a:t>
                      </a:r>
                    </a:p>
                  </a:txBody>
                  <a:tcPr marL="11365" marR="11365" marT="5682" marB="5682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0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공정표 항목 수작업 매핑</a:t>
                      </a:r>
                      <a:endParaRPr lang="en-US" altLang="ko-KR" sz="1000" dirty="0">
                        <a:solidFill>
                          <a:schemeClr val="bg1">
                            <a:lumMod val="85000"/>
                          </a:schemeClr>
                        </a:solidFill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84408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kern="1200" dirty="0">
                          <a:ln>
                            <a:solidFill>
                              <a:schemeClr val="accent1">
                                <a:shade val="15000"/>
                                <a:alpha val="0"/>
                              </a:schemeClr>
                            </a:solidFill>
                          </a:ln>
                          <a:solidFill>
                            <a:srgbClr val="A8B5C7"/>
                          </a:solidFill>
                          <a:latin typeface="JetBrains Mono" panose="02000009000000000000" pitchFamily="49" charset="0"/>
                          <a:ea typeface="JetBrains Mono" panose="02000009000000000000" pitchFamily="49" charset="0"/>
                          <a:cs typeface="JetBrains Mono" panose="02000009000000000000" pitchFamily="49" charset="0"/>
                        </a:rPr>
                        <a:t>1 h/D</a:t>
                      </a:r>
                      <a:endParaRPr lang="ko-KR" altLang="en-US" sz="1000" kern="1200" dirty="0">
                        <a:ln>
                          <a:solidFill>
                            <a:schemeClr val="accent1">
                              <a:shade val="15000"/>
                              <a:alpha val="0"/>
                            </a:schemeClr>
                          </a:solidFill>
                        </a:ln>
                        <a:solidFill>
                          <a:srgbClr val="A8B5C7"/>
                        </a:solidFill>
                        <a:latin typeface="JetBrains Mono" panose="02000009000000000000" pitchFamily="49" charset="0"/>
                        <a:ea typeface="Pretendard" panose="02000503000000020004" pitchFamily="50" charset="-127"/>
                        <a:cs typeface="JetBrains Mono" panose="02000009000000000000" pitchFamily="49" charset="0"/>
                      </a:endParaRPr>
                    </a:p>
                  </a:txBody>
                  <a:tcPr marL="11365" marR="11365" marT="5682" marB="5682" anchor="ctr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55526110"/>
                  </a:ext>
                </a:extLst>
              </a:tr>
              <a:tr h="2982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kern="1200" dirty="0">
                          <a:ln>
                            <a:solidFill>
                              <a:schemeClr val="accent1">
                                <a:shade val="15000"/>
                                <a:alpha val="0"/>
                              </a:schemeClr>
                            </a:solidFill>
                          </a:ln>
                          <a:solidFill>
                            <a:srgbClr val="A8B5C7"/>
                          </a:solidFill>
                          <a:latin typeface="JetBrains Mono" panose="02000009000000000000" pitchFamily="49" charset="0"/>
                          <a:ea typeface="JetBrains Mono" panose="02000009000000000000" pitchFamily="49" charset="0"/>
                          <a:cs typeface="JetBrains Mono" panose="02000009000000000000" pitchFamily="49" charset="0"/>
                        </a:rPr>
                        <a:t>04</a:t>
                      </a:r>
                    </a:p>
                  </a:txBody>
                  <a:tcPr marL="11365" marR="11365" marT="5682" marB="5682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0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현장 이력 축적 없이 일 단위 </a:t>
                      </a:r>
                      <a:r>
                        <a:rPr lang="ko-KR" altLang="en-US" sz="1000" dirty="0" err="1">
                          <a:solidFill>
                            <a:schemeClr val="bg1">
                              <a:lumMod val="85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재취합</a:t>
                      </a:r>
                      <a:endParaRPr lang="ko-KR" altLang="en-US" sz="1000" dirty="0">
                        <a:solidFill>
                          <a:schemeClr val="bg1">
                            <a:lumMod val="85000"/>
                          </a:schemeClr>
                        </a:solidFill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84408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kern="1200" dirty="0">
                          <a:ln>
                            <a:solidFill>
                              <a:schemeClr val="accent1">
                                <a:shade val="15000"/>
                                <a:alpha val="0"/>
                              </a:schemeClr>
                            </a:solidFill>
                          </a:ln>
                          <a:solidFill>
                            <a:srgbClr val="A8B5C7"/>
                          </a:solidFill>
                          <a:latin typeface="JetBrains Mono" panose="02000009000000000000" pitchFamily="49" charset="0"/>
                          <a:ea typeface="JetBrains Mono" panose="02000009000000000000" pitchFamily="49" charset="0"/>
                          <a:cs typeface="JetBrains Mono" panose="02000009000000000000" pitchFamily="49" charset="0"/>
                        </a:rPr>
                        <a:t>1 h/D</a:t>
                      </a:r>
                      <a:endParaRPr lang="ko-KR" altLang="en-US" sz="1000" kern="1200" dirty="0">
                        <a:ln>
                          <a:solidFill>
                            <a:schemeClr val="accent1">
                              <a:shade val="15000"/>
                              <a:alpha val="0"/>
                            </a:schemeClr>
                          </a:solidFill>
                        </a:ln>
                        <a:solidFill>
                          <a:srgbClr val="A8B5C7"/>
                        </a:solidFill>
                        <a:latin typeface="JetBrains Mono" panose="02000009000000000000" pitchFamily="49" charset="0"/>
                        <a:ea typeface="Pretendard" panose="02000503000000020004" pitchFamily="50" charset="-127"/>
                        <a:cs typeface="JetBrains Mono" panose="02000009000000000000" pitchFamily="49" charset="0"/>
                      </a:endParaRPr>
                    </a:p>
                  </a:txBody>
                  <a:tcPr marL="11365" marR="11365" marT="5682" marB="5682" anchor="ctr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8124636"/>
                  </a:ext>
                </a:extLst>
              </a:tr>
              <a:tr h="2982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kern="1200" dirty="0">
                          <a:ln>
                            <a:solidFill>
                              <a:schemeClr val="accent1">
                                <a:shade val="15000"/>
                                <a:alpha val="0"/>
                              </a:schemeClr>
                            </a:solidFill>
                          </a:ln>
                          <a:solidFill>
                            <a:srgbClr val="A8B5C7"/>
                          </a:solidFill>
                          <a:latin typeface="JetBrains Mono" panose="02000009000000000000" pitchFamily="49" charset="0"/>
                          <a:ea typeface="JetBrains Mono" panose="02000009000000000000" pitchFamily="49" charset="0"/>
                          <a:cs typeface="JetBrains Mono" panose="02000009000000000000" pitchFamily="49" charset="0"/>
                        </a:rPr>
                        <a:t>05</a:t>
                      </a:r>
                    </a:p>
                  </a:txBody>
                  <a:tcPr marL="11365" marR="11365" marT="5682" marB="5682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0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엑셀 보고서 수기 작성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84408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kern="1200" dirty="0">
                          <a:ln>
                            <a:solidFill>
                              <a:schemeClr val="accent1">
                                <a:shade val="15000"/>
                                <a:alpha val="0"/>
                              </a:schemeClr>
                            </a:solidFill>
                          </a:ln>
                          <a:solidFill>
                            <a:srgbClr val="A8B5C7"/>
                          </a:solidFill>
                          <a:latin typeface="JetBrains Mono" panose="02000009000000000000" pitchFamily="49" charset="0"/>
                          <a:ea typeface="JetBrains Mono" panose="02000009000000000000" pitchFamily="49" charset="0"/>
                          <a:cs typeface="JetBrains Mono" panose="02000009000000000000" pitchFamily="49" charset="0"/>
                        </a:rPr>
                        <a:t>2 h/D</a:t>
                      </a:r>
                      <a:endParaRPr lang="ko-KR" altLang="en-US" sz="1000" kern="1200" dirty="0">
                        <a:ln>
                          <a:solidFill>
                            <a:schemeClr val="accent1">
                              <a:shade val="15000"/>
                              <a:alpha val="0"/>
                            </a:schemeClr>
                          </a:solidFill>
                        </a:ln>
                        <a:solidFill>
                          <a:srgbClr val="A8B5C7"/>
                        </a:solidFill>
                        <a:latin typeface="JetBrains Mono" panose="02000009000000000000" pitchFamily="49" charset="0"/>
                        <a:ea typeface="Pretendard" panose="02000503000000020004" pitchFamily="50" charset="-127"/>
                        <a:cs typeface="JetBrains Mono" panose="02000009000000000000" pitchFamily="49" charset="0"/>
                      </a:endParaRPr>
                    </a:p>
                  </a:txBody>
                  <a:tcPr marL="11365" marR="11365" marT="5682" marB="5682" anchor="ctr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95003780"/>
                  </a:ext>
                </a:extLst>
              </a:tr>
              <a:tr h="2982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kern="1200" dirty="0">
                          <a:ln>
                            <a:solidFill>
                              <a:schemeClr val="accent1">
                                <a:shade val="15000"/>
                                <a:alpha val="0"/>
                              </a:schemeClr>
                            </a:solidFill>
                          </a:ln>
                          <a:solidFill>
                            <a:srgbClr val="A8B5C7"/>
                          </a:solidFill>
                          <a:latin typeface="JetBrains Mono" panose="02000009000000000000" pitchFamily="49" charset="0"/>
                          <a:ea typeface="JetBrains Mono" panose="02000009000000000000" pitchFamily="49" charset="0"/>
                          <a:cs typeface="JetBrains Mono" panose="02000009000000000000" pitchFamily="49" charset="0"/>
                        </a:rPr>
                        <a:t>06</a:t>
                      </a:r>
                    </a:p>
                  </a:txBody>
                  <a:tcPr marL="11365" marR="11365" marT="5682" marB="5682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0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PM </a:t>
                      </a:r>
                      <a:r>
                        <a:rPr lang="ko-KR" altLang="en-US" sz="10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경험칙으로 공정 이상 판단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84408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kern="1200" dirty="0">
                          <a:ln>
                            <a:solidFill>
                              <a:schemeClr val="accent1">
                                <a:shade val="15000"/>
                                <a:alpha val="0"/>
                              </a:schemeClr>
                            </a:solidFill>
                          </a:ln>
                          <a:solidFill>
                            <a:srgbClr val="A8B5C7"/>
                          </a:solidFill>
                          <a:latin typeface="JetBrains Mono" panose="02000009000000000000" pitchFamily="49" charset="0"/>
                          <a:ea typeface="JetBrains Mono" panose="02000009000000000000" pitchFamily="49" charset="0"/>
                          <a:cs typeface="JetBrains Mono" panose="02000009000000000000" pitchFamily="49" charset="0"/>
                        </a:rPr>
                        <a:t>D+2.5 </a:t>
                      </a:r>
                      <a:r>
                        <a:rPr lang="ko-KR" altLang="en-US" sz="1000" kern="1200" dirty="0">
                          <a:ln>
                            <a:solidFill>
                              <a:schemeClr val="accent1">
                                <a:shade val="15000"/>
                                <a:alpha val="0"/>
                              </a:schemeClr>
                            </a:solidFill>
                          </a:ln>
                          <a:solidFill>
                            <a:srgbClr val="A8B5C7"/>
                          </a:solidFill>
                          <a:latin typeface="JetBrains Mono" panose="02000009000000000000" pitchFamily="49" charset="0"/>
                          <a:ea typeface="JetBrains Mono" panose="02000009000000000000" pitchFamily="49" charset="0"/>
                          <a:cs typeface="JetBrains Mono" panose="02000009000000000000" pitchFamily="49" charset="0"/>
                        </a:rPr>
                        <a:t>진단</a:t>
                      </a:r>
                      <a:endParaRPr lang="ko-KR" altLang="en-US" sz="1000" kern="1200" dirty="0">
                        <a:ln>
                          <a:solidFill>
                            <a:schemeClr val="accent1">
                              <a:shade val="15000"/>
                              <a:alpha val="0"/>
                            </a:schemeClr>
                          </a:solidFill>
                        </a:ln>
                        <a:solidFill>
                          <a:srgbClr val="A8B5C7"/>
                        </a:solidFill>
                        <a:latin typeface="JetBrains Mono" panose="02000009000000000000" pitchFamily="49" charset="0"/>
                        <a:ea typeface="Pretendard" panose="02000503000000020004" pitchFamily="50" charset="-127"/>
                        <a:cs typeface="JetBrains Mono" panose="02000009000000000000" pitchFamily="49" charset="0"/>
                      </a:endParaRPr>
                    </a:p>
                  </a:txBody>
                  <a:tcPr marL="11365" marR="11365" marT="5682" marB="5682" anchor="ctr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26478016"/>
                  </a:ext>
                </a:extLst>
              </a:tr>
              <a:tr h="2982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kern="1200" dirty="0">
                          <a:ln>
                            <a:solidFill>
                              <a:schemeClr val="accent1">
                                <a:shade val="15000"/>
                                <a:alpha val="0"/>
                              </a:schemeClr>
                            </a:solidFill>
                          </a:ln>
                          <a:solidFill>
                            <a:srgbClr val="A8B5C7"/>
                          </a:solidFill>
                          <a:latin typeface="JetBrains Mono" panose="02000009000000000000" pitchFamily="49" charset="0"/>
                          <a:ea typeface="JetBrains Mono" panose="02000009000000000000" pitchFamily="49" charset="0"/>
                          <a:cs typeface="JetBrains Mono" panose="02000009000000000000" pitchFamily="49" charset="0"/>
                        </a:rPr>
                        <a:t>07</a:t>
                      </a:r>
                    </a:p>
                  </a:txBody>
                  <a:tcPr marL="11365" marR="11365" marT="5682" marB="5682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0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공기 만회 대책 사후 임시 수립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84408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kern="1200" dirty="0">
                          <a:ln>
                            <a:solidFill>
                              <a:schemeClr val="accent1">
                                <a:shade val="15000"/>
                                <a:alpha val="0"/>
                              </a:schemeClr>
                            </a:solidFill>
                          </a:ln>
                          <a:solidFill>
                            <a:srgbClr val="A8B5C7"/>
                          </a:solidFill>
                          <a:latin typeface="JetBrains Mono" panose="02000009000000000000" pitchFamily="49" charset="0"/>
                          <a:ea typeface="Pretendard" panose="02000503000000020004" pitchFamily="50" charset="-127"/>
                          <a:cs typeface="JetBrains Mono" panose="02000009000000000000" pitchFamily="49" charset="0"/>
                        </a:rPr>
                        <a:t>사후 대응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95702113"/>
                  </a:ext>
                </a:extLst>
              </a:tr>
            </a:tbl>
          </a:graphicData>
        </a:graphic>
      </p:graphicFrame>
      <p:sp>
        <p:nvSpPr>
          <p:cNvPr id="84" name="직사각형 83">
            <a:extLst>
              <a:ext uri="{FF2B5EF4-FFF2-40B4-BE49-F238E27FC236}">
                <a16:creationId xmlns:a16="http://schemas.microsoft.com/office/drawing/2014/main" id="{9BC36AEC-5A38-3A71-168B-FDC16B19BD03}"/>
              </a:ext>
            </a:extLst>
          </p:cNvPr>
          <p:cNvSpPr/>
          <p:nvPr/>
        </p:nvSpPr>
        <p:spPr>
          <a:xfrm>
            <a:off x="1293824" y="5543550"/>
            <a:ext cx="4084421" cy="666749"/>
          </a:xfrm>
          <a:prstGeom prst="rect">
            <a:avLst/>
          </a:prstGeom>
          <a:solidFill>
            <a:schemeClr val="bg1">
              <a:lumMod val="95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altLang="ko-KR" sz="1477" b="1" dirty="0">
              <a:solidFill>
                <a:schemeClr val="tx1"/>
              </a:solidFill>
              <a:latin typeface="Pretendard" panose="02000503000000020004" pitchFamily="50" charset="-127"/>
              <a:ea typeface="Pretendard" panose="02000503000000020004" pitchFamily="50" charset="-127"/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29E62F3E-4366-6CF6-A3C0-D07ABB205E35}"/>
              </a:ext>
            </a:extLst>
          </p:cNvPr>
          <p:cNvSpPr txBox="1"/>
          <p:nvPr/>
        </p:nvSpPr>
        <p:spPr>
          <a:xfrm>
            <a:off x="1516329" y="5666372"/>
            <a:ext cx="616241" cy="1726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0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>
                    <a:lumMod val="95000"/>
                  </a:schemeClr>
                </a:solidFill>
                <a:latin typeface="JetBrains Mono" panose="02000009000000000000" pitchFamily="49" charset="0"/>
                <a:cs typeface="JetBrains Mono" panose="02000009000000000000" pitchFamily="49" charset="0"/>
              </a:rPr>
              <a:t>투입</a:t>
            </a:r>
            <a:endParaRPr lang="en-US" altLang="ko-KR" sz="10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bg1">
                  <a:lumMod val="95000"/>
                </a:schemeClr>
              </a:solidFill>
              <a:latin typeface="JetBrains Mono" panose="02000009000000000000" pitchFamily="49" charset="0"/>
              <a:ea typeface="JetBrains Mono" panose="02000009000000000000" pitchFamily="49" charset="0"/>
              <a:cs typeface="JetBrains Mono" panose="02000009000000000000" pitchFamily="49" charset="0"/>
            </a:endParaRP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9F5E69E2-9635-4EB7-E935-FCA08C37DC0E}"/>
              </a:ext>
            </a:extLst>
          </p:cNvPr>
          <p:cNvSpPr txBox="1"/>
          <p:nvPr/>
        </p:nvSpPr>
        <p:spPr>
          <a:xfrm>
            <a:off x="1516330" y="5870417"/>
            <a:ext cx="1013022" cy="20351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200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담당자 </a:t>
            </a:r>
            <a:r>
              <a:rPr lang="en-US" altLang="ko-KR" sz="1200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2</a:t>
            </a:r>
            <a:r>
              <a:rPr lang="ko-KR" altLang="en-US" sz="1200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명 전일</a:t>
            </a:r>
            <a:endParaRPr lang="en-US" altLang="ko-KR" sz="1200" b="1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bg1"/>
              </a:solidFill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5305BE25-048A-13E4-BD10-12D38CA30357}"/>
              </a:ext>
            </a:extLst>
          </p:cNvPr>
          <p:cNvSpPr txBox="1"/>
          <p:nvPr/>
        </p:nvSpPr>
        <p:spPr>
          <a:xfrm>
            <a:off x="2859355" y="5666372"/>
            <a:ext cx="616241" cy="1726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0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>
                    <a:lumMod val="95000"/>
                  </a:schemeClr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보고</a:t>
            </a:r>
            <a:endParaRPr lang="en-US" altLang="ko-KR" sz="10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bg1">
                  <a:lumMod val="95000"/>
                </a:schemeClr>
              </a:solidFill>
              <a:latin typeface="JetBrains Mono" panose="02000009000000000000" pitchFamily="49" charset="0"/>
              <a:ea typeface="JetBrains Mono" panose="02000009000000000000" pitchFamily="49" charset="0"/>
              <a:cs typeface="JetBrains Mono" panose="02000009000000000000" pitchFamily="49" charset="0"/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AD73D17F-36B5-25CD-2AD3-8DFC725D5049}"/>
              </a:ext>
            </a:extLst>
          </p:cNvPr>
          <p:cNvSpPr txBox="1"/>
          <p:nvPr/>
        </p:nvSpPr>
        <p:spPr>
          <a:xfrm>
            <a:off x="2859356" y="5870417"/>
            <a:ext cx="718335" cy="20351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1200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D+2.5</a:t>
            </a:r>
            <a:r>
              <a:rPr lang="ko-KR" altLang="en-US" sz="1200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일</a:t>
            </a:r>
            <a:endParaRPr lang="en-US" altLang="ko-KR" sz="1200" b="1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bg1"/>
              </a:solidFill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6BFC9B4A-A577-B5EA-E899-ECB25C65ACBD}"/>
              </a:ext>
            </a:extLst>
          </p:cNvPr>
          <p:cNvSpPr txBox="1"/>
          <p:nvPr/>
        </p:nvSpPr>
        <p:spPr>
          <a:xfrm>
            <a:off x="3907694" y="5666372"/>
            <a:ext cx="616241" cy="1726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0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>
                    <a:lumMod val="95000"/>
                  </a:schemeClr>
                </a:solidFill>
                <a:latin typeface="JetBrains Mono" panose="02000009000000000000" pitchFamily="49" charset="0"/>
                <a:cs typeface="JetBrains Mono" panose="02000009000000000000" pitchFamily="49" charset="0"/>
              </a:rPr>
              <a:t>투입</a:t>
            </a:r>
            <a:endParaRPr lang="en-US" altLang="ko-KR" sz="10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bg1">
                  <a:lumMod val="95000"/>
                </a:schemeClr>
              </a:solidFill>
              <a:latin typeface="JetBrains Mono" panose="02000009000000000000" pitchFamily="49" charset="0"/>
              <a:ea typeface="JetBrains Mono" panose="02000009000000000000" pitchFamily="49" charset="0"/>
              <a:cs typeface="JetBrains Mono" panose="02000009000000000000" pitchFamily="49" charset="0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DEDAD0E4-D654-398D-7D07-E8AC98BCA559}"/>
              </a:ext>
            </a:extLst>
          </p:cNvPr>
          <p:cNvSpPr txBox="1"/>
          <p:nvPr/>
        </p:nvSpPr>
        <p:spPr>
          <a:xfrm>
            <a:off x="3907695" y="5870417"/>
            <a:ext cx="1013022" cy="20351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200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지연 사후 인지</a:t>
            </a:r>
            <a:endParaRPr lang="en-US" altLang="ko-KR" sz="1200" b="1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bg1"/>
              </a:solidFill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graphicFrame>
        <p:nvGraphicFramePr>
          <p:cNvPr id="92" name="표 91">
            <a:extLst>
              <a:ext uri="{FF2B5EF4-FFF2-40B4-BE49-F238E27FC236}">
                <a16:creationId xmlns:a16="http://schemas.microsoft.com/office/drawing/2014/main" id="{56248071-8E0E-2F0A-C61F-BD779107E0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4937314"/>
              </p:ext>
            </p:extLst>
          </p:nvPr>
        </p:nvGraphicFramePr>
        <p:xfrm>
          <a:off x="7028933" y="3221164"/>
          <a:ext cx="3916404" cy="2087435"/>
        </p:xfrm>
        <a:graphic>
          <a:graphicData uri="http://schemas.openxmlformats.org/drawingml/2006/table">
            <a:tbl>
              <a:tblPr/>
              <a:tblGrid>
                <a:gridCol w="339560">
                  <a:extLst>
                    <a:ext uri="{9D8B030D-6E8A-4147-A177-3AD203B41FA5}">
                      <a16:colId xmlns:a16="http://schemas.microsoft.com/office/drawing/2014/main" val="2527501052"/>
                    </a:ext>
                  </a:extLst>
                </a:gridCol>
                <a:gridCol w="2622594">
                  <a:extLst>
                    <a:ext uri="{9D8B030D-6E8A-4147-A177-3AD203B41FA5}">
                      <a16:colId xmlns:a16="http://schemas.microsoft.com/office/drawing/2014/main" val="2245732453"/>
                    </a:ext>
                  </a:extLst>
                </a:gridCol>
                <a:gridCol w="954250">
                  <a:extLst>
                    <a:ext uri="{9D8B030D-6E8A-4147-A177-3AD203B41FA5}">
                      <a16:colId xmlns:a16="http://schemas.microsoft.com/office/drawing/2014/main" val="1289558458"/>
                    </a:ext>
                  </a:extLst>
                </a:gridCol>
              </a:tblGrid>
              <a:tr h="2982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000" kern="1200" dirty="0">
                          <a:ln>
                            <a:solidFill>
                              <a:schemeClr val="accent1">
                                <a:shade val="15000"/>
                                <a:alpha val="0"/>
                              </a:schemeClr>
                            </a:solidFill>
                          </a:ln>
                          <a:solidFill>
                            <a:srgbClr val="A8B5C7"/>
                          </a:solidFill>
                          <a:latin typeface="JetBrains Mono" panose="02000009000000000000" pitchFamily="49" charset="0"/>
                          <a:ea typeface="JetBrains Mono" panose="02000009000000000000" pitchFamily="49" charset="0"/>
                          <a:cs typeface="JetBrains Mono" panose="02000009000000000000" pitchFamily="49" charset="0"/>
                        </a:rPr>
                        <a:t>01</a:t>
                      </a:r>
                    </a:p>
                  </a:txBody>
                  <a:tcPr marL="11365" marR="11365" marT="5682" marB="5682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Collector – </a:t>
                      </a:r>
                      <a:r>
                        <a:rPr lang="ko-KR" altLang="en-US" sz="1000" dirty="0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이메일 자동 수집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ko-KR" sz="1000" kern="1200" dirty="0">
                          <a:ln>
                            <a:solidFill>
                              <a:schemeClr val="accent1">
                                <a:shade val="15000"/>
                                <a:alpha val="0"/>
                              </a:schemeClr>
                            </a:solidFill>
                          </a:ln>
                          <a:solidFill>
                            <a:srgbClr val="A8B5C7"/>
                          </a:solidFill>
                          <a:latin typeface="JetBrains Mono" panose="02000009000000000000" pitchFamily="49" charset="0"/>
                          <a:ea typeface="JetBrains Mono" panose="02000009000000000000" pitchFamily="49" charset="0"/>
                          <a:cs typeface="JetBrains Mono" panose="02000009000000000000" pitchFamily="49" charset="0"/>
                        </a:rPr>
                        <a:t>-</a:t>
                      </a:r>
                      <a:endParaRPr lang="ko-KR" altLang="en-US" sz="1000" kern="1200" dirty="0">
                        <a:ln>
                          <a:solidFill>
                            <a:schemeClr val="accent1">
                              <a:shade val="15000"/>
                              <a:alpha val="0"/>
                            </a:schemeClr>
                          </a:solidFill>
                        </a:ln>
                        <a:solidFill>
                          <a:srgbClr val="A8B5C7"/>
                        </a:solidFill>
                        <a:latin typeface="JetBrains Mono" panose="02000009000000000000" pitchFamily="49" charset="0"/>
                        <a:ea typeface="Pretendard" panose="02000503000000020004" pitchFamily="50" charset="-127"/>
                        <a:cs typeface="JetBrains Mono" panose="02000009000000000000" pitchFamily="49" charset="0"/>
                      </a:endParaRPr>
                    </a:p>
                  </a:txBody>
                  <a:tcPr marL="11365" marR="11365" marT="5682" marB="5682" anchor="ctr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899988"/>
                  </a:ext>
                </a:extLst>
              </a:tr>
              <a:tr h="2982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kern="1200" dirty="0">
                          <a:ln>
                            <a:solidFill>
                              <a:schemeClr val="accent1">
                                <a:shade val="15000"/>
                                <a:alpha val="0"/>
                              </a:schemeClr>
                            </a:solidFill>
                          </a:ln>
                          <a:solidFill>
                            <a:srgbClr val="A8B5C7"/>
                          </a:solidFill>
                          <a:latin typeface="JetBrains Mono" panose="02000009000000000000" pitchFamily="49" charset="0"/>
                          <a:ea typeface="JetBrains Mono" panose="02000009000000000000" pitchFamily="49" charset="0"/>
                          <a:cs typeface="JetBrains Mono" panose="02000009000000000000" pitchFamily="49" charset="0"/>
                        </a:rPr>
                        <a:t>02</a:t>
                      </a:r>
                    </a:p>
                  </a:txBody>
                  <a:tcPr marL="11365" marR="11365" marT="5682" marB="5682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0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Parser </a:t>
                      </a:r>
                      <a:r>
                        <a:rPr lang="en-US" altLang="ko-KR" sz="1000" dirty="0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– </a:t>
                      </a:r>
                      <a:r>
                        <a:rPr lang="ko-KR" altLang="en-US" sz="10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엑셀 데이터 </a:t>
                      </a:r>
                      <a:r>
                        <a:rPr lang="en-US" altLang="ko-KR" sz="10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DB</a:t>
                      </a:r>
                      <a:r>
                        <a:rPr lang="ko-KR" altLang="en-US" sz="10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화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84408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kern="1200" dirty="0">
                          <a:ln>
                            <a:solidFill>
                              <a:schemeClr val="accent1">
                                <a:shade val="15000"/>
                                <a:alpha val="0"/>
                              </a:schemeClr>
                            </a:solidFill>
                          </a:ln>
                          <a:solidFill>
                            <a:srgbClr val="A8B5C7"/>
                          </a:solidFill>
                          <a:latin typeface="JetBrains Mono" panose="02000009000000000000" pitchFamily="49" charset="0"/>
                          <a:ea typeface="JetBrains Mono" panose="02000009000000000000" pitchFamily="49" charset="0"/>
                          <a:cs typeface="JetBrains Mono" panose="02000009000000000000" pitchFamily="49" charset="0"/>
                        </a:rPr>
                        <a:t>-</a:t>
                      </a:r>
                      <a:endParaRPr lang="ko-KR" altLang="en-US" sz="1000" kern="1200" dirty="0">
                        <a:ln>
                          <a:solidFill>
                            <a:schemeClr val="accent1">
                              <a:shade val="15000"/>
                              <a:alpha val="0"/>
                            </a:schemeClr>
                          </a:solidFill>
                        </a:ln>
                        <a:solidFill>
                          <a:srgbClr val="A8B5C7"/>
                        </a:solidFill>
                        <a:latin typeface="JetBrains Mono" panose="02000009000000000000" pitchFamily="49" charset="0"/>
                        <a:ea typeface="Pretendard" panose="02000503000000020004" pitchFamily="50" charset="-127"/>
                        <a:cs typeface="JetBrains Mono" panose="02000009000000000000" pitchFamily="49" charset="0"/>
                      </a:endParaRPr>
                    </a:p>
                  </a:txBody>
                  <a:tcPr marL="11365" marR="11365" marT="5682" marB="5682" anchor="ctr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3702668"/>
                  </a:ext>
                </a:extLst>
              </a:tr>
              <a:tr h="2982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kern="1200" dirty="0">
                          <a:ln>
                            <a:solidFill>
                              <a:schemeClr val="accent1">
                                <a:shade val="15000"/>
                                <a:alpha val="0"/>
                              </a:schemeClr>
                            </a:solidFill>
                          </a:ln>
                          <a:solidFill>
                            <a:srgbClr val="A8B5C7"/>
                          </a:solidFill>
                          <a:latin typeface="JetBrains Mono" panose="02000009000000000000" pitchFamily="49" charset="0"/>
                          <a:ea typeface="JetBrains Mono" panose="02000009000000000000" pitchFamily="49" charset="0"/>
                          <a:cs typeface="JetBrains Mono" panose="02000009000000000000" pitchFamily="49" charset="0"/>
                        </a:rPr>
                        <a:t>03</a:t>
                      </a:r>
                    </a:p>
                  </a:txBody>
                  <a:tcPr marL="11365" marR="11365" marT="5682" marB="5682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0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Mapper – </a:t>
                      </a:r>
                      <a:r>
                        <a:rPr lang="ko-KR" altLang="en-US" sz="10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작업물량 ↔ </a:t>
                      </a:r>
                      <a:r>
                        <a:rPr lang="en-US" altLang="ko-KR" sz="10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WBS </a:t>
                      </a:r>
                      <a:r>
                        <a:rPr lang="ko-KR" altLang="en-US" sz="10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매칭</a:t>
                      </a:r>
                      <a:endParaRPr lang="en-US" altLang="ko-KR" sz="1000" dirty="0">
                        <a:solidFill>
                          <a:schemeClr val="bg1">
                            <a:lumMod val="85000"/>
                          </a:schemeClr>
                        </a:solidFill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84408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kern="1200" dirty="0">
                          <a:ln>
                            <a:solidFill>
                              <a:schemeClr val="accent1">
                                <a:shade val="15000"/>
                                <a:alpha val="0"/>
                              </a:schemeClr>
                            </a:solidFill>
                          </a:ln>
                          <a:solidFill>
                            <a:srgbClr val="A8B5C7"/>
                          </a:solidFill>
                          <a:latin typeface="JetBrains Mono" panose="02000009000000000000" pitchFamily="49" charset="0"/>
                          <a:ea typeface="JetBrains Mono" panose="02000009000000000000" pitchFamily="49" charset="0"/>
                          <a:cs typeface="JetBrains Mono" panose="02000009000000000000" pitchFamily="49" charset="0"/>
                        </a:rPr>
                        <a:t>Review</a:t>
                      </a:r>
                      <a:r>
                        <a:rPr lang="ko-KR" altLang="en-US" sz="1000" kern="1200" dirty="0">
                          <a:ln>
                            <a:solidFill>
                              <a:schemeClr val="accent1">
                                <a:shade val="15000"/>
                                <a:alpha val="0"/>
                              </a:schemeClr>
                            </a:solidFill>
                          </a:ln>
                          <a:solidFill>
                            <a:srgbClr val="A8B5C7"/>
                          </a:solidFill>
                          <a:latin typeface="JetBrains Mono" panose="02000009000000000000" pitchFamily="49" charset="0"/>
                          <a:ea typeface="JetBrains Mono" panose="02000009000000000000" pitchFamily="49" charset="0"/>
                          <a:cs typeface="JetBrains Mono" panose="02000009000000000000" pitchFamily="49" charset="0"/>
                        </a:rPr>
                        <a:t> </a:t>
                      </a:r>
                      <a:r>
                        <a:rPr lang="en-US" altLang="ko-KR" sz="1000" kern="1200" dirty="0">
                          <a:ln>
                            <a:solidFill>
                              <a:schemeClr val="accent1">
                                <a:shade val="15000"/>
                                <a:alpha val="0"/>
                              </a:schemeClr>
                            </a:solidFill>
                          </a:ln>
                          <a:solidFill>
                            <a:srgbClr val="A8B5C7"/>
                          </a:solidFill>
                          <a:latin typeface="JetBrains Mono" panose="02000009000000000000" pitchFamily="49" charset="0"/>
                          <a:ea typeface="JetBrains Mono" panose="02000009000000000000" pitchFamily="49" charset="0"/>
                          <a:cs typeface="JetBrains Mono" panose="02000009000000000000" pitchFamily="49" charset="0"/>
                        </a:rPr>
                        <a:t>10min</a:t>
                      </a:r>
                      <a:endParaRPr lang="ko-KR" altLang="en-US" sz="1000" kern="1200" dirty="0">
                        <a:ln>
                          <a:solidFill>
                            <a:schemeClr val="accent1">
                              <a:shade val="15000"/>
                              <a:alpha val="0"/>
                            </a:schemeClr>
                          </a:solidFill>
                        </a:ln>
                        <a:solidFill>
                          <a:srgbClr val="A8B5C7"/>
                        </a:solidFill>
                        <a:latin typeface="JetBrains Mono" panose="02000009000000000000" pitchFamily="49" charset="0"/>
                        <a:ea typeface="Pretendard" panose="02000503000000020004" pitchFamily="50" charset="-127"/>
                        <a:cs typeface="JetBrains Mono" panose="02000009000000000000" pitchFamily="49" charset="0"/>
                      </a:endParaRPr>
                    </a:p>
                  </a:txBody>
                  <a:tcPr marL="11365" marR="11365" marT="5682" marB="5682" anchor="ctr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55526110"/>
                  </a:ext>
                </a:extLst>
              </a:tr>
              <a:tr h="2982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kern="1200" dirty="0">
                          <a:ln>
                            <a:solidFill>
                              <a:schemeClr val="accent1">
                                <a:shade val="15000"/>
                                <a:alpha val="0"/>
                              </a:schemeClr>
                            </a:solidFill>
                          </a:ln>
                          <a:solidFill>
                            <a:srgbClr val="A8B5C7"/>
                          </a:solidFill>
                          <a:latin typeface="JetBrains Mono" panose="02000009000000000000" pitchFamily="49" charset="0"/>
                          <a:ea typeface="JetBrains Mono" panose="02000009000000000000" pitchFamily="49" charset="0"/>
                          <a:cs typeface="JetBrains Mono" panose="02000009000000000000" pitchFamily="49" charset="0"/>
                        </a:rPr>
                        <a:t>04</a:t>
                      </a:r>
                    </a:p>
                  </a:txBody>
                  <a:tcPr marL="11365" marR="11365" marT="5682" marB="5682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0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Atomizer – </a:t>
                      </a:r>
                      <a:r>
                        <a:rPr lang="ko-KR" altLang="en-US" sz="10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작업 내용 </a:t>
                      </a:r>
                      <a:r>
                        <a:rPr lang="en-US" altLang="ko-KR" sz="10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RAG </a:t>
                      </a:r>
                      <a:r>
                        <a:rPr lang="ko-KR" altLang="en-US" sz="10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화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84408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kern="1200" dirty="0">
                          <a:ln>
                            <a:solidFill>
                              <a:schemeClr val="accent1">
                                <a:shade val="15000"/>
                                <a:alpha val="0"/>
                              </a:schemeClr>
                            </a:solidFill>
                          </a:ln>
                          <a:solidFill>
                            <a:srgbClr val="A8B5C7"/>
                          </a:solidFill>
                          <a:latin typeface="JetBrains Mono" panose="02000009000000000000" pitchFamily="49" charset="0"/>
                          <a:ea typeface="JetBrains Mono" panose="02000009000000000000" pitchFamily="49" charset="0"/>
                          <a:cs typeface="JetBrains Mono" panose="02000009000000000000" pitchFamily="49" charset="0"/>
                        </a:rPr>
                        <a:t>-</a:t>
                      </a:r>
                      <a:endParaRPr lang="ko-KR" altLang="en-US" sz="1000" kern="1200" dirty="0">
                        <a:ln>
                          <a:solidFill>
                            <a:schemeClr val="accent1">
                              <a:shade val="15000"/>
                              <a:alpha val="0"/>
                            </a:schemeClr>
                          </a:solidFill>
                        </a:ln>
                        <a:solidFill>
                          <a:srgbClr val="A8B5C7"/>
                        </a:solidFill>
                        <a:latin typeface="JetBrains Mono" panose="02000009000000000000" pitchFamily="49" charset="0"/>
                        <a:ea typeface="Pretendard" panose="02000503000000020004" pitchFamily="50" charset="-127"/>
                        <a:cs typeface="JetBrains Mono" panose="02000009000000000000" pitchFamily="49" charset="0"/>
                      </a:endParaRPr>
                    </a:p>
                  </a:txBody>
                  <a:tcPr marL="11365" marR="11365" marT="5682" marB="5682" anchor="ctr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8124636"/>
                  </a:ext>
                </a:extLst>
              </a:tr>
              <a:tr h="2982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kern="1200" dirty="0">
                          <a:ln>
                            <a:solidFill>
                              <a:schemeClr val="accent1">
                                <a:shade val="15000"/>
                                <a:alpha val="0"/>
                              </a:schemeClr>
                            </a:solidFill>
                          </a:ln>
                          <a:solidFill>
                            <a:srgbClr val="A8B5C7"/>
                          </a:solidFill>
                          <a:latin typeface="JetBrains Mono" panose="02000009000000000000" pitchFamily="49" charset="0"/>
                          <a:ea typeface="JetBrains Mono" panose="02000009000000000000" pitchFamily="49" charset="0"/>
                          <a:cs typeface="JetBrains Mono" panose="02000009000000000000" pitchFamily="49" charset="0"/>
                        </a:rPr>
                        <a:t>05</a:t>
                      </a:r>
                    </a:p>
                  </a:txBody>
                  <a:tcPr marL="11365" marR="11365" marT="5682" marB="5682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0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Exporter – </a:t>
                      </a:r>
                      <a:r>
                        <a:rPr lang="ko-KR" altLang="en-US" sz="10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통합 작업일보 자동 생성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84408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kern="1200" dirty="0">
                          <a:ln>
                            <a:solidFill>
                              <a:schemeClr val="accent1">
                                <a:shade val="15000"/>
                                <a:alpha val="0"/>
                              </a:schemeClr>
                            </a:solidFill>
                          </a:ln>
                          <a:solidFill>
                            <a:srgbClr val="A8B5C7"/>
                          </a:solidFill>
                          <a:latin typeface="JetBrains Mono" panose="02000009000000000000" pitchFamily="49" charset="0"/>
                          <a:ea typeface="JetBrains Mono" panose="02000009000000000000" pitchFamily="49" charset="0"/>
                          <a:cs typeface="JetBrains Mono" panose="02000009000000000000" pitchFamily="49" charset="0"/>
                        </a:rPr>
                        <a:t>Review</a:t>
                      </a:r>
                      <a:r>
                        <a:rPr lang="ko-KR" altLang="en-US" sz="1000" kern="1200" dirty="0">
                          <a:ln>
                            <a:solidFill>
                              <a:schemeClr val="accent1">
                                <a:shade val="15000"/>
                                <a:alpha val="0"/>
                              </a:schemeClr>
                            </a:solidFill>
                          </a:ln>
                          <a:solidFill>
                            <a:srgbClr val="A8B5C7"/>
                          </a:solidFill>
                          <a:latin typeface="JetBrains Mono" panose="02000009000000000000" pitchFamily="49" charset="0"/>
                          <a:ea typeface="JetBrains Mono" panose="02000009000000000000" pitchFamily="49" charset="0"/>
                          <a:cs typeface="JetBrains Mono" panose="02000009000000000000" pitchFamily="49" charset="0"/>
                        </a:rPr>
                        <a:t> </a:t>
                      </a:r>
                      <a:r>
                        <a:rPr lang="en-US" altLang="ko-KR" sz="1000" kern="1200" dirty="0">
                          <a:ln>
                            <a:solidFill>
                              <a:schemeClr val="accent1">
                                <a:shade val="15000"/>
                                <a:alpha val="0"/>
                              </a:schemeClr>
                            </a:solidFill>
                          </a:ln>
                          <a:solidFill>
                            <a:srgbClr val="A8B5C7"/>
                          </a:solidFill>
                          <a:latin typeface="JetBrains Mono" panose="02000009000000000000" pitchFamily="49" charset="0"/>
                          <a:ea typeface="JetBrains Mono" panose="02000009000000000000" pitchFamily="49" charset="0"/>
                          <a:cs typeface="JetBrains Mono" panose="02000009000000000000" pitchFamily="49" charset="0"/>
                        </a:rPr>
                        <a:t>10min</a:t>
                      </a:r>
                      <a:endParaRPr lang="ko-KR" altLang="en-US" sz="1000" kern="1200" dirty="0">
                        <a:ln>
                          <a:solidFill>
                            <a:schemeClr val="accent1">
                              <a:shade val="15000"/>
                              <a:alpha val="0"/>
                            </a:schemeClr>
                          </a:solidFill>
                        </a:ln>
                        <a:solidFill>
                          <a:srgbClr val="A8B5C7"/>
                        </a:solidFill>
                        <a:latin typeface="JetBrains Mono" panose="02000009000000000000" pitchFamily="49" charset="0"/>
                        <a:ea typeface="Pretendard" panose="02000503000000020004" pitchFamily="50" charset="-127"/>
                        <a:cs typeface="JetBrains Mono" panose="02000009000000000000" pitchFamily="49" charset="0"/>
                      </a:endParaRPr>
                    </a:p>
                  </a:txBody>
                  <a:tcPr marL="11365" marR="11365" marT="5682" marB="5682" anchor="ctr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95003780"/>
                  </a:ext>
                </a:extLst>
              </a:tr>
              <a:tr h="2982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kern="1200" dirty="0">
                          <a:ln>
                            <a:solidFill>
                              <a:schemeClr val="accent1">
                                <a:shade val="15000"/>
                                <a:alpha val="0"/>
                              </a:schemeClr>
                            </a:solidFill>
                          </a:ln>
                          <a:solidFill>
                            <a:srgbClr val="A8B5C7"/>
                          </a:solidFill>
                          <a:latin typeface="JetBrains Mono" panose="02000009000000000000" pitchFamily="49" charset="0"/>
                          <a:ea typeface="JetBrains Mono" panose="02000009000000000000" pitchFamily="49" charset="0"/>
                          <a:cs typeface="JetBrains Mono" panose="02000009000000000000" pitchFamily="49" charset="0"/>
                        </a:rPr>
                        <a:t>06</a:t>
                      </a:r>
                    </a:p>
                  </a:txBody>
                  <a:tcPr marL="11365" marR="11365" marT="5682" marB="5682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0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Forecaster – </a:t>
                      </a:r>
                      <a:r>
                        <a:rPr lang="ko-KR" altLang="en-US" sz="10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생산성 분석</a:t>
                      </a:r>
                      <a:r>
                        <a:rPr lang="en-US" altLang="ko-KR" sz="10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/</a:t>
                      </a:r>
                      <a:r>
                        <a:rPr lang="ko-KR" altLang="en-US" sz="10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예측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84408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kern="1200" dirty="0">
                          <a:ln>
                            <a:solidFill>
                              <a:schemeClr val="accent1">
                                <a:shade val="15000"/>
                                <a:alpha val="0"/>
                              </a:schemeClr>
                            </a:solidFill>
                          </a:ln>
                          <a:solidFill>
                            <a:srgbClr val="A8B5C7"/>
                          </a:solidFill>
                          <a:latin typeface="JetBrains Mono" panose="02000009000000000000" pitchFamily="49" charset="0"/>
                          <a:ea typeface="JetBrains Mono" panose="02000009000000000000" pitchFamily="49" charset="0"/>
                          <a:cs typeface="JetBrains Mono" panose="02000009000000000000" pitchFamily="49" charset="0"/>
                        </a:rPr>
                        <a:t>D+0 </a:t>
                      </a:r>
                      <a:r>
                        <a:rPr lang="ko-KR" altLang="en-US" sz="1000" kern="1200" dirty="0">
                          <a:ln>
                            <a:solidFill>
                              <a:schemeClr val="accent1">
                                <a:shade val="15000"/>
                                <a:alpha val="0"/>
                              </a:schemeClr>
                            </a:solidFill>
                          </a:ln>
                          <a:solidFill>
                            <a:srgbClr val="A8B5C7"/>
                          </a:solidFill>
                          <a:latin typeface="JetBrains Mono" panose="02000009000000000000" pitchFamily="49" charset="0"/>
                          <a:ea typeface="JetBrains Mono" panose="02000009000000000000" pitchFamily="49" charset="0"/>
                          <a:cs typeface="JetBrains Mono" panose="02000009000000000000" pitchFamily="49" charset="0"/>
                        </a:rPr>
                        <a:t>진단</a:t>
                      </a:r>
                      <a:endParaRPr lang="ko-KR" altLang="en-US" sz="1000" kern="1200" dirty="0">
                        <a:ln>
                          <a:solidFill>
                            <a:schemeClr val="accent1">
                              <a:shade val="15000"/>
                              <a:alpha val="0"/>
                            </a:schemeClr>
                          </a:solidFill>
                        </a:ln>
                        <a:solidFill>
                          <a:srgbClr val="A8B5C7"/>
                        </a:solidFill>
                        <a:latin typeface="JetBrains Mono" panose="02000009000000000000" pitchFamily="49" charset="0"/>
                        <a:ea typeface="Pretendard" panose="02000503000000020004" pitchFamily="50" charset="-127"/>
                        <a:cs typeface="JetBrains Mono" panose="02000009000000000000" pitchFamily="49" charset="0"/>
                      </a:endParaRPr>
                    </a:p>
                  </a:txBody>
                  <a:tcPr marL="11365" marR="11365" marT="5682" marB="5682" anchor="ctr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26478016"/>
                  </a:ext>
                </a:extLst>
              </a:tr>
              <a:tr h="2982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kern="1200" dirty="0">
                          <a:ln>
                            <a:solidFill>
                              <a:schemeClr val="accent1">
                                <a:shade val="15000"/>
                                <a:alpha val="0"/>
                              </a:schemeClr>
                            </a:solidFill>
                          </a:ln>
                          <a:solidFill>
                            <a:srgbClr val="A8B5C7"/>
                          </a:solidFill>
                          <a:latin typeface="JetBrains Mono" panose="02000009000000000000" pitchFamily="49" charset="0"/>
                          <a:ea typeface="JetBrains Mono" panose="02000009000000000000" pitchFamily="49" charset="0"/>
                          <a:cs typeface="JetBrains Mono" panose="02000009000000000000" pitchFamily="49" charset="0"/>
                        </a:rPr>
                        <a:t>07</a:t>
                      </a:r>
                    </a:p>
                  </a:txBody>
                  <a:tcPr marL="11365" marR="11365" marT="5682" marB="5682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0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Optimizer – </a:t>
                      </a:r>
                      <a:r>
                        <a:rPr lang="ko-KR" altLang="en-US" sz="10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공기 최적화 방안 수립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84408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kern="1200" dirty="0">
                          <a:ln>
                            <a:solidFill>
                              <a:schemeClr val="accent1">
                                <a:shade val="15000"/>
                                <a:alpha val="0"/>
                              </a:schemeClr>
                            </a:solidFill>
                          </a:ln>
                          <a:solidFill>
                            <a:srgbClr val="A8B5C7"/>
                          </a:solidFill>
                          <a:latin typeface="JetBrains Mono" panose="02000009000000000000" pitchFamily="49" charset="0"/>
                          <a:ea typeface="JetBrains Mono" panose="02000009000000000000" pitchFamily="49" charset="0"/>
                          <a:cs typeface="JetBrains Mono" panose="02000009000000000000" pitchFamily="49" charset="0"/>
                        </a:rPr>
                        <a:t>선제 대응</a:t>
                      </a:r>
                      <a:endParaRPr lang="ko-KR" altLang="en-US" sz="1000" kern="1200" dirty="0">
                        <a:ln>
                          <a:solidFill>
                            <a:schemeClr val="accent1">
                              <a:shade val="15000"/>
                              <a:alpha val="0"/>
                            </a:schemeClr>
                          </a:solidFill>
                        </a:ln>
                        <a:solidFill>
                          <a:srgbClr val="A8B5C7"/>
                        </a:solidFill>
                        <a:latin typeface="JetBrains Mono" panose="02000009000000000000" pitchFamily="49" charset="0"/>
                        <a:ea typeface="Pretendard" panose="02000503000000020004" pitchFamily="50" charset="-127"/>
                        <a:cs typeface="JetBrains Mono" panose="02000009000000000000" pitchFamily="49" charset="0"/>
                      </a:endParaRPr>
                    </a:p>
                  </a:txBody>
                  <a:tcPr marL="11365" marR="11365" marT="5682" marB="5682" anchor="ctr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95702113"/>
                  </a:ext>
                </a:extLst>
              </a:tr>
            </a:tbl>
          </a:graphicData>
        </a:graphic>
      </p:graphicFrame>
      <p:sp>
        <p:nvSpPr>
          <p:cNvPr id="93" name="직사각형 92">
            <a:extLst>
              <a:ext uri="{FF2B5EF4-FFF2-40B4-BE49-F238E27FC236}">
                <a16:creationId xmlns:a16="http://schemas.microsoft.com/office/drawing/2014/main" id="{811F7B60-F15A-03C6-4D8B-C044D392E234}"/>
              </a:ext>
            </a:extLst>
          </p:cNvPr>
          <p:cNvSpPr/>
          <p:nvPr/>
        </p:nvSpPr>
        <p:spPr>
          <a:xfrm>
            <a:off x="6941194" y="5543550"/>
            <a:ext cx="4084421" cy="666749"/>
          </a:xfrm>
          <a:prstGeom prst="rect">
            <a:avLst/>
          </a:prstGeom>
          <a:solidFill>
            <a:schemeClr val="bg1">
              <a:lumMod val="95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altLang="ko-KR" sz="1477" b="1" dirty="0">
              <a:solidFill>
                <a:srgbClr val="87E0EB"/>
              </a:solidFill>
              <a:latin typeface="Pretendard" panose="02000503000000020004" pitchFamily="50" charset="-127"/>
              <a:ea typeface="Pretendard" panose="02000503000000020004" pitchFamily="50" charset="-127"/>
            </a:endParaRP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09F055CA-72BE-5522-0C92-8ACFB134913B}"/>
              </a:ext>
            </a:extLst>
          </p:cNvPr>
          <p:cNvSpPr txBox="1"/>
          <p:nvPr/>
        </p:nvSpPr>
        <p:spPr>
          <a:xfrm>
            <a:off x="7163699" y="5666372"/>
            <a:ext cx="616241" cy="1726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0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>
                    <a:lumMod val="95000"/>
                  </a:schemeClr>
                </a:solidFill>
                <a:latin typeface="JetBrains Mono" panose="02000009000000000000" pitchFamily="49" charset="0"/>
                <a:cs typeface="JetBrains Mono" panose="02000009000000000000" pitchFamily="49" charset="0"/>
              </a:rPr>
              <a:t>투입</a:t>
            </a:r>
            <a:endParaRPr lang="en-US" altLang="ko-KR" sz="10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bg1">
                  <a:lumMod val="95000"/>
                </a:schemeClr>
              </a:solidFill>
              <a:latin typeface="JetBrains Mono" panose="02000009000000000000" pitchFamily="49" charset="0"/>
              <a:ea typeface="JetBrains Mono" panose="02000009000000000000" pitchFamily="49" charset="0"/>
              <a:cs typeface="JetBrains Mono" panose="02000009000000000000" pitchFamily="49" charset="0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B76BA637-A16A-AAB8-EE20-E033668130BE}"/>
              </a:ext>
            </a:extLst>
          </p:cNvPr>
          <p:cNvSpPr txBox="1"/>
          <p:nvPr/>
        </p:nvSpPr>
        <p:spPr>
          <a:xfrm>
            <a:off x="7163700" y="5870417"/>
            <a:ext cx="1013022" cy="20351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200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87E0EB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담당자 </a:t>
            </a:r>
            <a:r>
              <a:rPr lang="en-US" altLang="ko-KR" sz="1200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87E0EB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20</a:t>
            </a:r>
            <a:r>
              <a:rPr lang="ko-KR" altLang="en-US" sz="1200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87E0EB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분</a:t>
            </a:r>
            <a:r>
              <a:rPr lang="en-US" altLang="ko-KR" sz="1200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87E0EB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/</a:t>
            </a:r>
            <a:r>
              <a:rPr lang="ko-KR" altLang="en-US" sz="1200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87E0EB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일</a:t>
            </a:r>
            <a:endParaRPr lang="en-US" altLang="ko-KR" sz="1200" b="1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87E0EB"/>
              </a:solidFill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2E217853-45AB-A0B3-39D5-F808A457C2FA}"/>
              </a:ext>
            </a:extLst>
          </p:cNvPr>
          <p:cNvSpPr txBox="1"/>
          <p:nvPr/>
        </p:nvSpPr>
        <p:spPr>
          <a:xfrm>
            <a:off x="8506725" y="5666372"/>
            <a:ext cx="616241" cy="1726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0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>
                    <a:lumMod val="95000"/>
                  </a:schemeClr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보고</a:t>
            </a:r>
            <a:endParaRPr lang="en-US" altLang="ko-KR" sz="10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bg1">
                  <a:lumMod val="95000"/>
                </a:schemeClr>
              </a:solidFill>
              <a:latin typeface="JetBrains Mono" panose="02000009000000000000" pitchFamily="49" charset="0"/>
              <a:ea typeface="JetBrains Mono" panose="02000009000000000000" pitchFamily="49" charset="0"/>
              <a:cs typeface="JetBrains Mono" panose="02000009000000000000" pitchFamily="49" charset="0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31877280-8191-0DF1-52CF-C83E687F4B39}"/>
              </a:ext>
            </a:extLst>
          </p:cNvPr>
          <p:cNvSpPr txBox="1"/>
          <p:nvPr/>
        </p:nvSpPr>
        <p:spPr>
          <a:xfrm>
            <a:off x="8506726" y="5870417"/>
            <a:ext cx="718335" cy="20351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1200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87E0EB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D+0 (</a:t>
            </a:r>
            <a:r>
              <a:rPr lang="ko-KR" altLang="en-US" sz="1200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87E0EB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당일</a:t>
            </a:r>
            <a:r>
              <a:rPr lang="en-US" altLang="ko-KR" sz="1200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87E0EB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)</a:t>
            </a:r>
            <a:endParaRPr lang="en-US" altLang="ko-KR" sz="1200" b="1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87E0EB"/>
              </a:solidFill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AF25538F-6532-3E0E-506D-54E69E0B4E9E}"/>
              </a:ext>
            </a:extLst>
          </p:cNvPr>
          <p:cNvSpPr txBox="1"/>
          <p:nvPr/>
        </p:nvSpPr>
        <p:spPr>
          <a:xfrm>
            <a:off x="9555064" y="5666372"/>
            <a:ext cx="616241" cy="1726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0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>
                    <a:lumMod val="95000"/>
                  </a:schemeClr>
                </a:solidFill>
                <a:latin typeface="JetBrains Mono" panose="02000009000000000000" pitchFamily="49" charset="0"/>
                <a:cs typeface="JetBrains Mono" panose="02000009000000000000" pitchFamily="49" charset="0"/>
              </a:rPr>
              <a:t>투입</a:t>
            </a:r>
            <a:endParaRPr lang="en-US" altLang="ko-KR" sz="10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bg1">
                  <a:lumMod val="95000"/>
                </a:schemeClr>
              </a:solidFill>
              <a:latin typeface="JetBrains Mono" panose="02000009000000000000" pitchFamily="49" charset="0"/>
              <a:ea typeface="JetBrains Mono" panose="02000009000000000000" pitchFamily="49" charset="0"/>
              <a:cs typeface="JetBrains Mono" panose="02000009000000000000" pitchFamily="49" charset="0"/>
            </a:endParaRP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C5300AE2-DCC7-9597-2962-23E512E31A45}"/>
              </a:ext>
            </a:extLst>
          </p:cNvPr>
          <p:cNvSpPr txBox="1"/>
          <p:nvPr/>
        </p:nvSpPr>
        <p:spPr>
          <a:xfrm>
            <a:off x="9555065" y="5870417"/>
            <a:ext cx="1390272" cy="20351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200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87E0EB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공기 위험 </a:t>
            </a:r>
            <a:r>
              <a:rPr lang="en-US" altLang="ko-KR" sz="1200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87E0EB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D-14 </a:t>
            </a:r>
            <a:r>
              <a:rPr lang="ko-KR" altLang="en-US" sz="1200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87E0EB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선제</a:t>
            </a:r>
            <a:endParaRPr lang="en-US" altLang="ko-KR" sz="1200" b="1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87E0EB"/>
              </a:solidFill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916591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F2AC92-4707-FEA4-5384-E4D068E5FA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텍스트 개체 틀 3">
            <a:extLst>
              <a:ext uri="{FF2B5EF4-FFF2-40B4-BE49-F238E27FC236}">
                <a16:creationId xmlns:a16="http://schemas.microsoft.com/office/drawing/2014/main" id="{FCEB4022-169B-6303-4990-7E6FAEF80DF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41250" y="849830"/>
            <a:ext cx="4431534" cy="442622"/>
          </a:xfrm>
          <a:noFill/>
        </p:spPr>
        <p:txBody>
          <a:bodyPr wrap="none" rtlCol="0">
            <a:spAutoFit/>
          </a:bodyPr>
          <a:lstStyle/>
          <a:p>
            <a:pPr algn="l" defTabSz="1125444" latinLnBrk="1">
              <a:lnSpc>
                <a:spcPct val="110000"/>
              </a:lnSpc>
            </a:pPr>
            <a:r>
              <a:rPr lang="en-US" altLang="ko-KR" sz="2800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87E0EB"/>
                </a:solidFill>
              </a:rPr>
              <a:t>CPIA</a:t>
            </a:r>
            <a:r>
              <a:rPr lang="en-US" altLang="ko-KR" sz="2800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</a:rPr>
              <a:t>, </a:t>
            </a:r>
            <a:r>
              <a:rPr lang="ko-KR" altLang="en-US" sz="2800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</a:rPr>
              <a:t>어떻게 사람을 대신하는가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4D77BEE-B077-F6DC-0CA7-AD9EEB275376}"/>
              </a:ext>
            </a:extLst>
          </p:cNvPr>
          <p:cNvSpPr txBox="1"/>
          <p:nvPr/>
        </p:nvSpPr>
        <p:spPr>
          <a:xfrm>
            <a:off x="546078" y="317538"/>
            <a:ext cx="835485" cy="2866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lnSpc>
                <a:spcPct val="110000"/>
              </a:lnSpc>
            </a:pPr>
            <a:r>
              <a:rPr lang="en-US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A8B5C7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PROCESS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ECF0C3BC-53FC-A5CB-8DBC-FC0FA13D0E78}"/>
              </a:ext>
            </a:extLst>
          </p:cNvPr>
          <p:cNvSpPr/>
          <p:nvPr/>
        </p:nvSpPr>
        <p:spPr>
          <a:xfrm>
            <a:off x="237190" y="309149"/>
            <a:ext cx="274477" cy="274477"/>
          </a:xfrm>
          <a:prstGeom prst="rect">
            <a:avLst/>
          </a:prstGeom>
          <a:solidFill>
            <a:srgbClr val="16294A"/>
          </a:solidFill>
          <a:ln w="63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200" spc="25" dirty="0">
                <a:solidFill>
                  <a:srgbClr val="87E0EB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3</a:t>
            </a:r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1A3F97D4-263B-7725-DC3C-0FDF5A4B7D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38311" y="198576"/>
            <a:ext cx="3931557" cy="2457223"/>
          </a:xfrm>
          <a:prstGeom prst="rect">
            <a:avLst/>
          </a:prstGeom>
        </p:spPr>
      </p:pic>
      <p:sp>
        <p:nvSpPr>
          <p:cNvPr id="83" name="슬라이드 번호 개체 틀 25">
            <a:extLst>
              <a:ext uri="{FF2B5EF4-FFF2-40B4-BE49-F238E27FC236}">
                <a16:creationId xmlns:a16="http://schemas.microsoft.com/office/drawing/2014/main" id="{D038F850-4438-77AC-523A-B604976D1949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11345880" y="6603144"/>
            <a:ext cx="673003" cy="127856"/>
          </a:xfrm>
        </p:spPr>
        <p:txBody>
          <a:bodyPr/>
          <a:lstStyle/>
          <a:p>
            <a:fld id="{3DFBBC6A-3425-4C62-80BA-0DDE16A15D08}" type="slidenum">
              <a:rPr lang="ko-KR" altLang="en-US" smtClean="0">
                <a:solidFill>
                  <a:schemeClr val="bg1"/>
                </a:solidFill>
              </a:rPr>
              <a:pPr/>
              <a:t>7</a:t>
            </a:fld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465E77E-8825-E875-135F-B444F54C5C22}"/>
              </a:ext>
            </a:extLst>
          </p:cNvPr>
          <p:cNvSpPr/>
          <p:nvPr/>
        </p:nvSpPr>
        <p:spPr>
          <a:xfrm>
            <a:off x="741250" y="1645853"/>
            <a:ext cx="10866550" cy="2019891"/>
          </a:xfrm>
          <a:prstGeom prst="rect">
            <a:avLst/>
          </a:prstGeom>
          <a:solidFill>
            <a:srgbClr val="15233A">
              <a:alpha val="60000"/>
            </a:srgb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altLang="ko-KR" sz="1477" b="1" dirty="0">
              <a:solidFill>
                <a:schemeClr val="tx1"/>
              </a:solidFill>
              <a:latin typeface="Pretendard" panose="02000503000000020004" pitchFamily="50" charset="-127"/>
              <a:ea typeface="Pretendard" panose="02000503000000020004" pitchFamily="50" charset="-127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66AFFF7-B462-C99F-7254-D0096B514F99}"/>
              </a:ext>
            </a:extLst>
          </p:cNvPr>
          <p:cNvSpPr/>
          <p:nvPr/>
        </p:nvSpPr>
        <p:spPr>
          <a:xfrm>
            <a:off x="1071255" y="1913031"/>
            <a:ext cx="554026" cy="191771"/>
          </a:xfrm>
          <a:prstGeom prst="rect">
            <a:avLst/>
          </a:prstGeom>
          <a:solidFill>
            <a:schemeClr val="bg1">
              <a:lumMod val="95000"/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10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시연</a:t>
            </a:r>
            <a:r>
              <a:rPr lang="en-US" altLang="ko-KR" sz="10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1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6AB684EA-F44B-ED37-AD0D-D0C18402068E}"/>
              </a:ext>
            </a:extLst>
          </p:cNvPr>
          <p:cNvSpPr/>
          <p:nvPr/>
        </p:nvSpPr>
        <p:spPr>
          <a:xfrm>
            <a:off x="741250" y="3988279"/>
            <a:ext cx="10866550" cy="2019891"/>
          </a:xfrm>
          <a:prstGeom prst="rect">
            <a:avLst/>
          </a:prstGeom>
          <a:solidFill>
            <a:srgbClr val="15233A">
              <a:alpha val="60000"/>
            </a:srgb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altLang="ko-KR" sz="1477" b="1" dirty="0">
              <a:solidFill>
                <a:schemeClr val="tx1"/>
              </a:solidFill>
              <a:latin typeface="Pretendard" panose="02000503000000020004" pitchFamily="50" charset="-127"/>
              <a:ea typeface="Pretendard" panose="02000503000000020004" pitchFamily="50" charset="-127"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E43EED62-3E33-EBAB-03D6-A7D2A912B77B}"/>
              </a:ext>
            </a:extLst>
          </p:cNvPr>
          <p:cNvSpPr/>
          <p:nvPr/>
        </p:nvSpPr>
        <p:spPr>
          <a:xfrm>
            <a:off x="1071255" y="4255457"/>
            <a:ext cx="554026" cy="191771"/>
          </a:xfrm>
          <a:prstGeom prst="rect">
            <a:avLst/>
          </a:prstGeom>
          <a:solidFill>
            <a:schemeClr val="bg1">
              <a:lumMod val="95000"/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10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시연</a:t>
            </a:r>
            <a:r>
              <a:rPr lang="en-US" altLang="ko-KR" sz="10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63412350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E2E48-D1DC-933A-65D3-FEDC7113E0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그림 32">
            <a:extLst>
              <a:ext uri="{FF2B5EF4-FFF2-40B4-BE49-F238E27FC236}">
                <a16:creationId xmlns:a16="http://schemas.microsoft.com/office/drawing/2014/main" id="{AE2FA5F3-2F23-491D-86AA-19A447A830E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-791308"/>
            <a:ext cx="12191999" cy="8440615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298523E1-0D09-1F16-D6CE-CBE3BBDBEDDD}"/>
              </a:ext>
            </a:extLst>
          </p:cNvPr>
          <p:cNvSpPr txBox="1"/>
          <p:nvPr/>
        </p:nvSpPr>
        <p:spPr>
          <a:xfrm>
            <a:off x="652537" y="-499299"/>
            <a:ext cx="2071977" cy="4037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10000"/>
              </a:lnSpc>
            </a:pPr>
            <a:r>
              <a:rPr lang="en-US" altLang="ko-KR" sz="1969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Process – Core AI</a:t>
            </a:r>
            <a:endParaRPr lang="en-US" sz="1969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bg1"/>
              </a:solidFill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50EE4ABD-01C8-BB16-9EE4-2C5969D427B8}"/>
              </a:ext>
            </a:extLst>
          </p:cNvPr>
          <p:cNvSpPr/>
          <p:nvPr/>
        </p:nvSpPr>
        <p:spPr>
          <a:xfrm>
            <a:off x="237189" y="-460109"/>
            <a:ext cx="354501" cy="35450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231" spc="25" dirty="0">
                <a:solidFill>
                  <a:schemeClr val="tx1"/>
                </a:solidFill>
                <a:latin typeface="Montserrat ExtraBold" panose="00000900000000000000" pitchFamily="2" charset="0"/>
              </a:rPr>
              <a:t>3</a:t>
            </a:r>
          </a:p>
        </p:txBody>
      </p:sp>
      <p:sp>
        <p:nvSpPr>
          <p:cNvPr id="26" name="슬라이드 번호 개체 틀 25">
            <a:extLst>
              <a:ext uri="{FF2B5EF4-FFF2-40B4-BE49-F238E27FC236}">
                <a16:creationId xmlns:a16="http://schemas.microsoft.com/office/drawing/2014/main" id="{99A21A52-E3AA-6D50-1483-CC4116760D96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3DFBBC6A-3425-4C62-80BA-0DDE16A15D08}" type="slidenum">
              <a:rPr lang="ko-KR" altLang="en-US" smtClean="0">
                <a:solidFill>
                  <a:schemeClr val="bg1"/>
                </a:solidFill>
              </a:rPr>
              <a:pPr/>
              <a:t>8</a:t>
            </a:fld>
            <a:endParaRPr lang="ko-KR" altLang="en-US" dirty="0">
              <a:solidFill>
                <a:schemeClr val="bg1"/>
              </a:solidFill>
            </a:endParaRP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CFA672A5-82CF-52A4-D631-F0642E4340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56572" y="-436776"/>
            <a:ext cx="1277994" cy="996601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9F6D3B7A-CD10-81F0-1B9B-495877B8D8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27600" y="750798"/>
            <a:ext cx="1406966" cy="1125573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BD13671C-D1FC-0435-1AC7-BD452BBB461B}"/>
              </a:ext>
            </a:extLst>
          </p:cNvPr>
          <p:cNvSpPr/>
          <p:nvPr/>
        </p:nvSpPr>
        <p:spPr>
          <a:xfrm>
            <a:off x="699808" y="372298"/>
            <a:ext cx="10911621" cy="2837871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altLang="ko-KR" sz="1477" b="1" dirty="0">
              <a:solidFill>
                <a:schemeClr val="tx1"/>
              </a:solidFill>
              <a:latin typeface="Pretendard" panose="02000503000000020004" pitchFamily="50" charset="-127"/>
              <a:ea typeface="Pretendard" panose="02000503000000020004" pitchFamily="50" charset="-127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81230040-24D0-9455-8EFF-577E9A25ADC4}"/>
              </a:ext>
            </a:extLst>
          </p:cNvPr>
          <p:cNvSpPr/>
          <p:nvPr/>
        </p:nvSpPr>
        <p:spPr>
          <a:xfrm>
            <a:off x="699808" y="3852917"/>
            <a:ext cx="10911621" cy="2837871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altLang="ko-KR" sz="1477" b="1" dirty="0">
              <a:solidFill>
                <a:schemeClr val="tx1"/>
              </a:solidFill>
              <a:latin typeface="Pretendard" panose="02000503000000020004" pitchFamily="50" charset="-127"/>
              <a:ea typeface="Pretendard" panose="02000503000000020004" pitchFamily="50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3EA8940-3495-DFED-868C-E61027A6F37F}"/>
              </a:ext>
            </a:extLst>
          </p:cNvPr>
          <p:cNvSpPr txBox="1"/>
          <p:nvPr/>
        </p:nvSpPr>
        <p:spPr>
          <a:xfrm>
            <a:off x="976996" y="580337"/>
            <a:ext cx="813813" cy="3196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77" b="1" u="sng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Mapper</a:t>
            </a:r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5696EA60-CE1A-E22A-D9A9-BA8DBF5FDA2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7189" y="7399548"/>
            <a:ext cx="12192000" cy="4012162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DF6D411B-882A-0838-14BF-5C95F6D8FEA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0634" y="11953259"/>
            <a:ext cx="12192000" cy="4497537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7CFB9D9B-F35A-55C9-7EC6-CEC86E555F6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4439" y="16992345"/>
            <a:ext cx="12192000" cy="4659824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D14CC277-DC62-84BD-63B9-1466AF383A60}"/>
              </a:ext>
            </a:extLst>
          </p:cNvPr>
          <p:cNvSpPr txBox="1"/>
          <p:nvPr/>
        </p:nvSpPr>
        <p:spPr>
          <a:xfrm>
            <a:off x="925811" y="4079746"/>
            <a:ext cx="2034147" cy="3196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77" b="1" u="sng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Forecaster &amp; Optimizer</a:t>
            </a:r>
          </a:p>
        </p:txBody>
      </p:sp>
      <p:sp>
        <p:nvSpPr>
          <p:cNvPr id="34" name="직사각형 33">
            <a:hlinkClick r:id="rId9"/>
            <a:extLst>
              <a:ext uri="{FF2B5EF4-FFF2-40B4-BE49-F238E27FC236}">
                <a16:creationId xmlns:a16="http://schemas.microsoft.com/office/drawing/2014/main" id="{C9F5FC88-2FD5-371C-A07D-DBC294B30347}"/>
              </a:ext>
            </a:extLst>
          </p:cNvPr>
          <p:cNvSpPr/>
          <p:nvPr/>
        </p:nvSpPr>
        <p:spPr>
          <a:xfrm>
            <a:off x="7280031" y="643072"/>
            <a:ext cx="3904534" cy="2251326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altLang="ko-KR" sz="1477" b="1" dirty="0">
              <a:solidFill>
                <a:schemeClr val="tx1"/>
              </a:solidFill>
              <a:latin typeface="Pretendard" panose="02000503000000020004" pitchFamily="50" charset="-127"/>
              <a:ea typeface="Pretendard" panose="02000503000000020004" pitchFamily="50" charset="-12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6A1A6F7-BC24-541C-A38A-3878228B8B71}"/>
              </a:ext>
            </a:extLst>
          </p:cNvPr>
          <p:cNvSpPr txBox="1"/>
          <p:nvPr/>
        </p:nvSpPr>
        <p:spPr>
          <a:xfrm>
            <a:off x="8985948" y="1620773"/>
            <a:ext cx="492699" cy="3196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477" b="1" u="sng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영상</a:t>
            </a:r>
            <a:endParaRPr lang="en-US" altLang="ko-KR" sz="1477" b="1" u="sng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bg1"/>
              </a:solidFill>
              <a:latin typeface="+mj-lt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64B8BF5F-04E5-D05D-F280-B9E4F334274C}"/>
              </a:ext>
            </a:extLst>
          </p:cNvPr>
          <p:cNvSpPr/>
          <p:nvPr/>
        </p:nvSpPr>
        <p:spPr>
          <a:xfrm>
            <a:off x="7280031" y="4079746"/>
            <a:ext cx="3904534" cy="2251326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altLang="ko-KR" sz="1477" b="1" dirty="0">
              <a:solidFill>
                <a:schemeClr val="tx1"/>
              </a:solidFill>
              <a:latin typeface="Pretendard" panose="02000503000000020004" pitchFamily="50" charset="-127"/>
              <a:ea typeface="Pretendard" panose="02000503000000020004" pitchFamily="50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1697F3C-F327-FBD1-EF81-930671F2D7E2}"/>
              </a:ext>
            </a:extLst>
          </p:cNvPr>
          <p:cNvSpPr txBox="1"/>
          <p:nvPr/>
        </p:nvSpPr>
        <p:spPr>
          <a:xfrm>
            <a:off x="8985948" y="5057446"/>
            <a:ext cx="492699" cy="3196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477" b="1" u="sng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영상</a:t>
            </a:r>
            <a:endParaRPr lang="en-US" altLang="ko-KR" sz="1477" b="1" u="sng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bg1"/>
              </a:solidFill>
              <a:latin typeface="+mj-lt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251260C-D613-D443-DB67-3EC9B8764375}"/>
              </a:ext>
            </a:extLst>
          </p:cNvPr>
          <p:cNvSpPr txBox="1"/>
          <p:nvPr/>
        </p:nvSpPr>
        <p:spPr>
          <a:xfrm>
            <a:off x="939401" y="1614038"/>
            <a:ext cx="6170151" cy="7742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"</a:t>
            </a:r>
            <a:r>
              <a:rPr lang="ko-KR" altLang="en-US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협력사가 작성한 작업 내용의 문맥을 파악하여 의미 기반으로 </a:t>
            </a:r>
            <a:r>
              <a:rPr lang="en-US" altLang="ko-KR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WBS</a:t>
            </a:r>
            <a:r>
              <a:rPr lang="ko-KR" altLang="en-US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에 자동 연결합니다</a:t>
            </a:r>
            <a:r>
              <a:rPr lang="en-US" altLang="ko-KR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. </a:t>
            </a:r>
          </a:p>
          <a:p>
            <a:r>
              <a:rPr lang="en-US" altLang="ko-KR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AI</a:t>
            </a:r>
            <a:r>
              <a:rPr lang="ko-KR" altLang="en-US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가 신규 발생 작업에 대해 평균 정확도 약 </a:t>
            </a:r>
            <a:r>
              <a:rPr lang="en-US" altLang="ko-KR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92%</a:t>
            </a:r>
            <a:r>
              <a:rPr lang="ko-KR" altLang="en-US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로 매핑하면</a:t>
            </a:r>
            <a:r>
              <a:rPr lang="en-US" altLang="ko-KR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, </a:t>
            </a:r>
          </a:p>
          <a:p>
            <a:r>
              <a:rPr lang="ko-KR" altLang="en-US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사람은 확신도 낮은 </a:t>
            </a:r>
            <a:r>
              <a:rPr lang="en-US" altLang="ko-KR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8%</a:t>
            </a:r>
            <a:r>
              <a:rPr lang="ko-KR" altLang="en-US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의 작업 건만 검토하면 됩니다</a:t>
            </a:r>
            <a:r>
              <a:rPr lang="en-US" altLang="ko-KR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."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24F41DA-159B-E3B1-CC2F-17ED209C4A3F}"/>
              </a:ext>
            </a:extLst>
          </p:cNvPr>
          <p:cNvSpPr txBox="1"/>
          <p:nvPr/>
        </p:nvSpPr>
        <p:spPr>
          <a:xfrm>
            <a:off x="939401" y="5179209"/>
            <a:ext cx="6220870" cy="5469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현장의 금일 </a:t>
            </a:r>
            <a:r>
              <a:rPr lang="en-US" altLang="ko-KR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Productivity</a:t>
            </a:r>
            <a:r>
              <a:rPr lang="ko-KR" altLang="en-US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와 </a:t>
            </a:r>
            <a:r>
              <a:rPr lang="en-US" altLang="ko-KR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Impact</a:t>
            </a:r>
            <a:r>
              <a:rPr lang="ko-KR" altLang="en-US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를 기준으로 </a:t>
            </a:r>
            <a:r>
              <a:rPr lang="en-US" altLang="ko-KR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4</a:t>
            </a:r>
            <a:r>
              <a:rPr lang="ko-KR" altLang="en-US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분면</a:t>
            </a:r>
            <a:r>
              <a:rPr lang="en-US" altLang="ko-KR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(</a:t>
            </a:r>
            <a:r>
              <a:rPr lang="ko-KR" altLang="en-US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정상</a:t>
            </a:r>
            <a:r>
              <a:rPr lang="en-US" altLang="ko-KR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·</a:t>
            </a:r>
            <a:r>
              <a:rPr lang="ko-KR" altLang="en-US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주의</a:t>
            </a:r>
            <a:r>
              <a:rPr lang="en-US" altLang="ko-KR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·</a:t>
            </a:r>
            <a:r>
              <a:rPr lang="ko-KR" altLang="en-US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위험</a:t>
            </a:r>
            <a:r>
              <a:rPr lang="en-US" altLang="ko-KR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)</a:t>
            </a:r>
            <a:r>
              <a:rPr lang="ko-KR" altLang="en-US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으로 진단합니다</a:t>
            </a:r>
            <a:r>
              <a:rPr lang="en-US" altLang="ko-KR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. </a:t>
            </a:r>
          </a:p>
          <a:p>
            <a:r>
              <a:rPr lang="ko-KR" altLang="en-US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현장관리자는 별도 분석 작업 없이 위험 항목에 빠르게 조치할 수 있습니다</a:t>
            </a:r>
            <a:r>
              <a:rPr lang="en-US" altLang="ko-KR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."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39AE922-06DB-977F-6855-7BBF412DAAF3}"/>
              </a:ext>
            </a:extLst>
          </p:cNvPr>
          <p:cNvSpPr txBox="1"/>
          <p:nvPr/>
        </p:nvSpPr>
        <p:spPr>
          <a:xfrm>
            <a:off x="939401" y="4678660"/>
            <a:ext cx="4225709" cy="4331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215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오늘의 생산성 </a:t>
            </a:r>
            <a:r>
              <a:rPr lang="en-US" altLang="ko-KR" sz="2215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Risk</a:t>
            </a:r>
            <a:r>
              <a:rPr lang="ko-KR" altLang="en-US" sz="2215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는</a:t>
            </a:r>
            <a:r>
              <a:rPr lang="en-US" altLang="ko-KR" sz="2215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? AI</a:t>
            </a:r>
            <a:r>
              <a:rPr lang="ko-KR" altLang="en-US" sz="2215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가 자동 진단</a:t>
            </a:r>
            <a:endParaRPr lang="en-US" altLang="ko-KR" sz="2215" b="1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bg1"/>
              </a:solidFill>
              <a:latin typeface="+mj-lt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572B196-9496-7B1E-EED9-123302665703}"/>
              </a:ext>
            </a:extLst>
          </p:cNvPr>
          <p:cNvSpPr txBox="1"/>
          <p:nvPr/>
        </p:nvSpPr>
        <p:spPr>
          <a:xfrm>
            <a:off x="939400" y="1110589"/>
            <a:ext cx="4219040" cy="4331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215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작업일보 실적 정보 → </a:t>
            </a:r>
            <a:r>
              <a:rPr lang="en-US" altLang="ko-KR" sz="2215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WBS </a:t>
            </a:r>
            <a:r>
              <a:rPr lang="ko-KR" altLang="en-US" sz="2215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자동 매핑</a:t>
            </a:r>
            <a:endParaRPr lang="en-US" altLang="ko-KR" sz="2215" b="1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bg1"/>
              </a:solidFill>
              <a:latin typeface="+mj-lt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C099CC9-A4E3-7653-408C-7F22FA1FC617}"/>
              </a:ext>
            </a:extLst>
          </p:cNvPr>
          <p:cNvSpPr txBox="1"/>
          <p:nvPr/>
        </p:nvSpPr>
        <p:spPr>
          <a:xfrm>
            <a:off x="939401" y="2706909"/>
            <a:ext cx="2373022" cy="3196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77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사람 </a:t>
            </a:r>
            <a:r>
              <a:rPr lang="en-US" altLang="ko-KR" sz="1477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1~3 h / </a:t>
            </a:r>
            <a:r>
              <a:rPr lang="ko-KR" altLang="en-US" sz="1477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일 </a:t>
            </a:r>
            <a:r>
              <a:rPr lang="en-US" altLang="ko-KR" sz="1477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-&gt; AI 10 </a:t>
            </a:r>
            <a:r>
              <a:rPr lang="ko-KR" altLang="en-US" sz="1477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분 </a:t>
            </a:r>
            <a:r>
              <a:rPr lang="en-US" altLang="ko-KR" sz="1477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/ </a:t>
            </a:r>
            <a:r>
              <a:rPr lang="ko-KR" altLang="en-US" sz="1477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일</a:t>
            </a:r>
            <a:endParaRPr lang="en-US" altLang="ko-KR" sz="1477" b="1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bg1"/>
              </a:solidFill>
              <a:latin typeface="+mj-lt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56B720E-2540-02AA-DE58-A79ED4E27AFA}"/>
              </a:ext>
            </a:extLst>
          </p:cNvPr>
          <p:cNvSpPr txBox="1"/>
          <p:nvPr/>
        </p:nvSpPr>
        <p:spPr>
          <a:xfrm>
            <a:off x="939401" y="6118498"/>
            <a:ext cx="2917915" cy="3196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77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D+2~3 </a:t>
            </a:r>
            <a:r>
              <a:rPr lang="ko-KR" altLang="en-US" sz="1477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일 사후 인지 </a:t>
            </a:r>
            <a:r>
              <a:rPr lang="en-US" altLang="ko-KR" sz="1477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-&gt; D+0 </a:t>
            </a:r>
            <a:r>
              <a:rPr lang="ko-KR" altLang="en-US" sz="1477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당일 진단</a:t>
            </a:r>
            <a:endParaRPr lang="en-US" altLang="ko-KR" sz="1477" b="1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bg1"/>
              </a:solidFill>
              <a:latin typeface="+mj-lt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113117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1C2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B9F215A-C711-2AB0-6C19-7CF99494A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469666DC-521A-FD65-2E4A-AB47AE0ABC2D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749"/>
          <a:stretch>
            <a:fillRect/>
          </a:stretch>
        </p:blipFill>
        <p:spPr>
          <a:xfrm>
            <a:off x="0" y="-791308"/>
            <a:ext cx="12192000" cy="8440615"/>
          </a:xfrm>
          <a:prstGeom prst="rect">
            <a:avLst/>
          </a:prstGeom>
        </p:spPr>
      </p:pic>
      <p:sp>
        <p:nvSpPr>
          <p:cNvPr id="19" name="Rectangle 44">
            <a:extLst>
              <a:ext uri="{FF2B5EF4-FFF2-40B4-BE49-F238E27FC236}">
                <a16:creationId xmlns:a16="http://schemas.microsoft.com/office/drawing/2014/main" id="{E240C1AA-D2CA-02FE-6CF3-E9168B2FB4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66762" y="5892489"/>
            <a:ext cx="3258476" cy="649778"/>
          </a:xfrm>
          <a:prstGeom prst="rect">
            <a:avLst/>
          </a:prstGeom>
          <a:noFill/>
          <a:ln w="28575">
            <a:noFill/>
            <a:miter lim="800000"/>
            <a:headEnd/>
            <a:tailEnd/>
          </a:ln>
        </p:spPr>
        <p:txBody>
          <a:bodyPr wrap="none" lIns="0" tIns="0" rIns="0" bIns="0" anchor="t"/>
          <a:lstStyle/>
          <a:p>
            <a:pPr algn="ctr" defTabSz="843823" latinLnBrk="0">
              <a:lnSpc>
                <a:spcPct val="130000"/>
              </a:lnSpc>
              <a:spcAft>
                <a:spcPts val="554"/>
              </a:spcAft>
              <a:defRPr/>
            </a:pPr>
            <a:r>
              <a:rPr lang="en-US" altLang="ko-KR" sz="1969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SK</a:t>
            </a:r>
            <a:r>
              <a:rPr lang="ko-KR" altLang="en-US" sz="1969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에코플랜트 조형준 프로</a:t>
            </a:r>
            <a:br>
              <a:rPr lang="en-US" altLang="ko-KR" sz="1969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</a:br>
            <a:r>
              <a:rPr lang="en-US" altLang="ko-KR" sz="1969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`26.</a:t>
            </a:r>
            <a:r>
              <a:rPr lang="ko-KR" altLang="en-US" sz="1969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 </a:t>
            </a:r>
            <a:r>
              <a:rPr lang="en-US" altLang="ko-KR" sz="1969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06</a:t>
            </a:r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6C2FF8CF-642D-7B6B-67BB-F66F605CC802}"/>
              </a:ext>
            </a:extLst>
          </p:cNvPr>
          <p:cNvSpPr txBox="1">
            <a:spLocks/>
          </p:cNvSpPr>
          <p:nvPr/>
        </p:nvSpPr>
        <p:spPr>
          <a:xfrm>
            <a:off x="1767906" y="2413472"/>
            <a:ext cx="8656188" cy="1090683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algn="l" defTabSz="914400" rtl="0" eaLnBrk="1" latinLnBrk="0" hangingPunct="1">
              <a:spcBef>
                <a:spcPts val="0"/>
              </a:spcBef>
              <a:buNone/>
              <a:defRPr sz="2000" b="1" kern="1200">
                <a:solidFill>
                  <a:srgbClr val="EA002C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algn="ctr">
              <a:lnSpc>
                <a:spcPct val="130000"/>
              </a:lnSpc>
              <a:defRPr/>
            </a:pPr>
            <a:r>
              <a:rPr lang="ko-KR" altLang="en-US" sz="3446" dirty="0">
                <a:solidFill>
                  <a:schemeClr val="bg1"/>
                </a:solidFill>
                <a:latin typeface="+mj-ea"/>
                <a:cs typeface="Pretendard" panose="02000503000000020004" pitchFamily="50" charset="-127"/>
              </a:rPr>
              <a:t>현장 </a:t>
            </a:r>
            <a:r>
              <a:rPr lang="en-US" altLang="ko-KR" sz="3446" dirty="0">
                <a:solidFill>
                  <a:schemeClr val="bg1"/>
                </a:solidFill>
                <a:latin typeface="+mj-ea"/>
                <a:cs typeface="Pretendard" panose="02000503000000020004" pitchFamily="50" charset="-127"/>
              </a:rPr>
              <a:t>Bottleneck</a:t>
            </a:r>
            <a:r>
              <a:rPr lang="ko-KR" altLang="en-US" sz="3446" dirty="0">
                <a:solidFill>
                  <a:schemeClr val="bg1"/>
                </a:solidFill>
                <a:latin typeface="+mj-ea"/>
                <a:cs typeface="Pretendard" panose="02000503000000020004" pitchFamily="50" charset="-127"/>
              </a:rPr>
              <a:t>을 </a:t>
            </a:r>
            <a:r>
              <a:rPr lang="en-US" altLang="ko-KR" sz="3446" dirty="0">
                <a:solidFill>
                  <a:schemeClr val="bg1"/>
                </a:solidFill>
                <a:latin typeface="+mj-ea"/>
                <a:cs typeface="Pretendard" panose="02000503000000020004" pitchFamily="50" charset="-127"/>
              </a:rPr>
              <a:t>AI Agent</a:t>
            </a:r>
            <a:r>
              <a:rPr lang="ko-KR" altLang="en-US" sz="3446" dirty="0">
                <a:solidFill>
                  <a:schemeClr val="bg1"/>
                </a:solidFill>
                <a:latin typeface="+mj-ea"/>
                <a:cs typeface="Pretendard" panose="02000503000000020004" pitchFamily="50" charset="-127"/>
              </a:rPr>
              <a:t>로 재설계하다</a:t>
            </a:r>
          </a:p>
          <a:p>
            <a:pPr algn="ctr">
              <a:lnSpc>
                <a:spcPct val="130000"/>
              </a:lnSpc>
              <a:defRPr/>
            </a:pPr>
            <a:r>
              <a:rPr lang="en-US" altLang="ko-KR" sz="2215" b="0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(CPIA : </a:t>
            </a:r>
            <a:r>
              <a:rPr lang="ko-KR" altLang="en-US" sz="2215" b="0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현장 운영 구조 전환을 위한</a:t>
            </a:r>
            <a:r>
              <a:rPr lang="en-US" altLang="ko-KR" sz="2215" b="0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, </a:t>
            </a:r>
            <a:r>
              <a:rPr lang="ko-KR" altLang="en-US" sz="2215" b="0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생산성 최적화 </a:t>
            </a:r>
            <a:r>
              <a:rPr lang="en-US" altLang="ko-KR" sz="2215" b="0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AI Agent)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C9F85E8-8C41-C85F-17EB-58AD6943B574}"/>
              </a:ext>
            </a:extLst>
          </p:cNvPr>
          <p:cNvSpPr txBox="1"/>
          <p:nvPr/>
        </p:nvSpPr>
        <p:spPr>
          <a:xfrm>
            <a:off x="176845" y="-626924"/>
            <a:ext cx="3682418" cy="3258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ko-KR"/>
            </a:defPPr>
            <a:lvl1pPr>
              <a:lnSpc>
                <a:spcPct val="110000"/>
              </a:lnSpc>
              <a:defRPr sz="1600" spc="-6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defRPr>
            </a:lvl1pPr>
          </a:lstStyle>
          <a:p>
            <a:r>
              <a:rPr lang="en-US" altLang="ko-KR" sz="1477" dirty="0">
                <a:solidFill>
                  <a:schemeClr val="bg1">
                    <a:lumMod val="65000"/>
                  </a:schemeClr>
                </a:solidFill>
              </a:rPr>
              <a:t>’26</a:t>
            </a:r>
            <a:r>
              <a:rPr lang="ko-KR" altLang="en-US" sz="1477" dirty="0">
                <a:solidFill>
                  <a:schemeClr val="bg1">
                    <a:lumMod val="65000"/>
                  </a:schemeClr>
                </a:solidFill>
              </a:rPr>
              <a:t>년 </a:t>
            </a:r>
            <a:r>
              <a:rPr lang="en-US" altLang="ko-KR" sz="1477" dirty="0">
                <a:solidFill>
                  <a:schemeClr val="bg1">
                    <a:lumMod val="65000"/>
                  </a:schemeClr>
                </a:solidFill>
              </a:rPr>
              <a:t>FLP </a:t>
            </a:r>
            <a:r>
              <a:rPr lang="ko-KR" altLang="en-US" sz="1477" dirty="0">
                <a:solidFill>
                  <a:schemeClr val="bg1">
                    <a:lumMod val="65000"/>
                  </a:schemeClr>
                </a:solidFill>
              </a:rPr>
              <a:t>과정 </a:t>
            </a:r>
            <a:r>
              <a:rPr lang="en-US" altLang="ko-KR" sz="1477" dirty="0">
                <a:solidFill>
                  <a:schemeClr val="bg1">
                    <a:lumMod val="65000"/>
                  </a:schemeClr>
                </a:solidFill>
              </a:rPr>
              <a:t>Module 2 – AX Design Project</a:t>
            </a:r>
            <a:endParaRPr lang="en-US" sz="1477" dirty="0">
              <a:solidFill>
                <a:schemeClr val="bg1">
                  <a:lumMod val="65000"/>
                </a:schemeClr>
              </a:solidFill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B1D1D6E4-9533-E9F0-976E-26EEF8FE506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2657474" y="-791308"/>
            <a:ext cx="12191999" cy="84406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19014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1C2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8C93CB-9BC6-ECAE-69B9-DCC4DBCEC9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그림 32">
            <a:extLst>
              <a:ext uri="{FF2B5EF4-FFF2-40B4-BE49-F238E27FC236}">
                <a16:creationId xmlns:a16="http://schemas.microsoft.com/office/drawing/2014/main" id="{CB4652BE-21C5-570D-D724-28D8F2CD2D2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-791308"/>
            <a:ext cx="12191999" cy="8440615"/>
          </a:xfrm>
          <a:prstGeom prst="rect">
            <a:avLst/>
          </a:prstGeom>
        </p:spPr>
      </p:pic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7763A8A-747B-B4BF-0797-1FF9E4FAC93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65294" y="361658"/>
            <a:ext cx="10946330" cy="426399"/>
          </a:xfrm>
          <a:noFill/>
        </p:spPr>
        <p:txBody>
          <a:bodyPr wrap="none" rtlCol="0">
            <a:spAutoFit/>
          </a:bodyPr>
          <a:lstStyle/>
          <a:p>
            <a:pPr defTabSz="1125444" latinLnBrk="1">
              <a:lnSpc>
                <a:spcPct val="110000"/>
              </a:lnSpc>
            </a:pPr>
            <a:r>
              <a:rPr lang="ko-KR" altLang="en-US" sz="2708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</a:rPr>
              <a:t>단순 건설사를 넘어 </a:t>
            </a:r>
            <a:r>
              <a:rPr lang="en-US" altLang="ko-KR" sz="2708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5FC7D7"/>
                </a:solidFill>
              </a:rPr>
              <a:t>'AI Infra Solution Provider</a:t>
            </a:r>
            <a:r>
              <a:rPr lang="en-US" altLang="ko-KR" sz="2708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</a:rPr>
              <a:t>'</a:t>
            </a:r>
            <a:r>
              <a:rPr lang="ko-KR" altLang="en-US" sz="2708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</a:rPr>
              <a:t>로의 근본적인 체질 개선을 추진 中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4D2C950-C712-6AC0-4E64-195D0D2799E0}"/>
              </a:ext>
            </a:extLst>
          </p:cNvPr>
          <p:cNvSpPr txBox="1"/>
          <p:nvPr/>
        </p:nvSpPr>
        <p:spPr>
          <a:xfrm>
            <a:off x="652537" y="-499299"/>
            <a:ext cx="1277081" cy="4037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lnSpc>
                <a:spcPct val="110000"/>
              </a:lnSpc>
            </a:pPr>
            <a:r>
              <a:rPr lang="ko-KR" altLang="en-US" sz="1969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전략적 배경</a:t>
            </a:r>
            <a:endParaRPr lang="en-US" sz="1969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bg1"/>
              </a:solidFill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26" name="슬라이드 번호 개체 틀 25">
            <a:extLst>
              <a:ext uri="{FF2B5EF4-FFF2-40B4-BE49-F238E27FC236}">
                <a16:creationId xmlns:a16="http://schemas.microsoft.com/office/drawing/2014/main" id="{39BF37E7-0A63-B24E-1AFD-2D8A282D3E01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3DFBBC6A-3425-4C62-80BA-0DDE16A15D08}" type="slidenum">
              <a:rPr lang="ko-KR" altLang="en-US" smtClean="0">
                <a:solidFill>
                  <a:schemeClr val="bg1"/>
                </a:solidFill>
              </a:rPr>
              <a:pPr/>
              <a:t>10</a:t>
            </a:fld>
            <a:endParaRPr lang="ko-KR" altLang="en-US" dirty="0">
              <a:solidFill>
                <a:schemeClr val="bg1"/>
              </a:solidFill>
            </a:endParaRP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9D7CAEA1-DC0A-0053-6A8A-04D53FE712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56572" y="-436776"/>
            <a:ext cx="1277994" cy="996601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1535F24A-6D1D-A6FD-46D5-58BF9C6D19F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27600" y="750798"/>
            <a:ext cx="1406966" cy="1125573"/>
          </a:xfrm>
          <a:prstGeom prst="rect">
            <a:avLst/>
          </a:prstGeom>
        </p:spPr>
      </p:pic>
      <p:sp>
        <p:nvSpPr>
          <p:cNvPr id="34" name="직사각형 33">
            <a:extLst>
              <a:ext uri="{FF2B5EF4-FFF2-40B4-BE49-F238E27FC236}">
                <a16:creationId xmlns:a16="http://schemas.microsoft.com/office/drawing/2014/main" id="{2A81BAB4-5278-266B-BC6D-CFBFC5C7C732}"/>
              </a:ext>
            </a:extLst>
          </p:cNvPr>
          <p:cNvSpPr/>
          <p:nvPr/>
        </p:nvSpPr>
        <p:spPr>
          <a:xfrm>
            <a:off x="237189" y="-460109"/>
            <a:ext cx="354501" cy="35450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231" spc="25" dirty="0">
                <a:solidFill>
                  <a:schemeClr val="tx1"/>
                </a:solidFill>
                <a:latin typeface="Montserrat ExtraBold" panose="00000900000000000000" pitchFamily="2" charset="0"/>
              </a:rPr>
              <a:t>0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7CDA1F14-2A97-2728-9A00-3B7BA52BD2BC}"/>
              </a:ext>
            </a:extLst>
          </p:cNvPr>
          <p:cNvSpPr/>
          <p:nvPr/>
        </p:nvSpPr>
        <p:spPr>
          <a:xfrm>
            <a:off x="4589707" y="1876372"/>
            <a:ext cx="3133056" cy="4619972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altLang="ko-KR" sz="1477" b="1" dirty="0">
              <a:solidFill>
                <a:schemeClr val="tx1"/>
              </a:solidFill>
              <a:latin typeface="Pretendard" panose="02000503000000020004" pitchFamily="50" charset="-127"/>
              <a:ea typeface="Pretendard" panose="02000503000000020004" pitchFamily="50" charset="-127"/>
            </a:endParaRPr>
          </a:p>
        </p:txBody>
      </p:sp>
      <p:pic>
        <p:nvPicPr>
          <p:cNvPr id="37" name="그림 36">
            <a:extLst>
              <a:ext uri="{FF2B5EF4-FFF2-40B4-BE49-F238E27FC236}">
                <a16:creationId xmlns:a16="http://schemas.microsoft.com/office/drawing/2014/main" id="{D060B2F4-8B92-FC69-55D0-D5412214DB5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1250" y="2450876"/>
            <a:ext cx="2851582" cy="3446761"/>
          </a:xfrm>
          <a:prstGeom prst="rect">
            <a:avLst/>
          </a:prstGeom>
        </p:spPr>
      </p:pic>
      <p:sp>
        <p:nvSpPr>
          <p:cNvPr id="48" name="화살표: 오른쪽 47">
            <a:extLst>
              <a:ext uri="{FF2B5EF4-FFF2-40B4-BE49-F238E27FC236}">
                <a16:creationId xmlns:a16="http://schemas.microsoft.com/office/drawing/2014/main" id="{67F74498-1808-C993-2934-28E5B089B48E}"/>
              </a:ext>
            </a:extLst>
          </p:cNvPr>
          <p:cNvSpPr/>
          <p:nvPr/>
        </p:nvSpPr>
        <p:spPr>
          <a:xfrm>
            <a:off x="3857764" y="3756656"/>
            <a:ext cx="692038" cy="835202"/>
          </a:xfrm>
          <a:prstGeom prst="rightArrow">
            <a:avLst>
              <a:gd name="adj1" fmla="val 50000"/>
              <a:gd name="adj2" fmla="val 38771"/>
            </a:avLst>
          </a:prstGeom>
          <a:gradFill>
            <a:gsLst>
              <a:gs pos="0">
                <a:schemeClr val="bg1"/>
              </a:gs>
              <a:gs pos="86000">
                <a:srgbClr val="A6A6A6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215">
              <a:solidFill>
                <a:schemeClr val="bg1"/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F76A4F9-DB3F-4554-7873-BADA8C60E6E2}"/>
              </a:ext>
            </a:extLst>
          </p:cNvPr>
          <p:cNvSpPr txBox="1"/>
          <p:nvPr/>
        </p:nvSpPr>
        <p:spPr>
          <a:xfrm>
            <a:off x="5177245" y="2785038"/>
            <a:ext cx="1994649" cy="5469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현 시점</a:t>
            </a:r>
            <a:endParaRPr lang="en-US" altLang="ko-KR" sz="1477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bg1"/>
              </a:solidFill>
              <a:latin typeface="+mj-lt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pPr algn="ctr"/>
            <a:r>
              <a:rPr lang="ko-KR" altLang="en-US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생존을 위한 본원적 경쟁력</a:t>
            </a:r>
            <a:endParaRPr lang="en-US" altLang="ko-KR" sz="1477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bg1"/>
              </a:solidFill>
              <a:latin typeface="+mj-lt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578D282-C4E7-474E-8050-00B84B594F59}"/>
              </a:ext>
            </a:extLst>
          </p:cNvPr>
          <p:cNvSpPr txBox="1"/>
          <p:nvPr/>
        </p:nvSpPr>
        <p:spPr>
          <a:xfrm>
            <a:off x="5637820" y="3738636"/>
            <a:ext cx="1073499" cy="85010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2462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T2Y</a:t>
            </a:r>
          </a:p>
          <a:p>
            <a:pPr algn="ctr"/>
            <a:r>
              <a:rPr lang="en-US" altLang="ko-KR" sz="2462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Faster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25C61FC-D354-DD9D-2CD5-9CA4E3CE0E7E}"/>
              </a:ext>
            </a:extLst>
          </p:cNvPr>
          <p:cNvSpPr txBox="1"/>
          <p:nvPr/>
        </p:nvSpPr>
        <p:spPr>
          <a:xfrm>
            <a:off x="5276917" y="4924435"/>
            <a:ext cx="1795300" cy="5469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고객의 </a:t>
            </a:r>
            <a:r>
              <a:rPr lang="en-US" altLang="ko-KR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T2Y </a:t>
            </a:r>
            <a:r>
              <a:rPr lang="ko-KR" altLang="en-US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단축</a:t>
            </a:r>
            <a:endParaRPr lang="en-US" altLang="ko-KR" sz="1477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bg1"/>
              </a:solidFill>
              <a:latin typeface="+mj-lt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pPr algn="ctr"/>
            <a:r>
              <a:rPr lang="en-US" altLang="ko-KR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(Faster</a:t>
            </a:r>
            <a:r>
              <a:rPr lang="ko-KR" altLang="en-US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 </a:t>
            </a:r>
            <a:r>
              <a:rPr lang="en-US" altLang="ko-KR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Time</a:t>
            </a:r>
            <a:r>
              <a:rPr lang="ko-KR" altLang="en-US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 </a:t>
            </a:r>
            <a:r>
              <a:rPr lang="en-US" altLang="ko-KR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to</a:t>
            </a:r>
            <a:r>
              <a:rPr lang="ko-KR" altLang="en-US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 </a:t>
            </a:r>
            <a:r>
              <a:rPr lang="en-US" altLang="ko-KR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Yield)</a:t>
            </a:r>
          </a:p>
        </p:txBody>
      </p:sp>
      <p:sp>
        <p:nvSpPr>
          <p:cNvPr id="53" name="화살표: 오른쪽 52">
            <a:extLst>
              <a:ext uri="{FF2B5EF4-FFF2-40B4-BE49-F238E27FC236}">
                <a16:creationId xmlns:a16="http://schemas.microsoft.com/office/drawing/2014/main" id="{3E35E049-9410-64B7-8E27-BDA5E1131A3B}"/>
              </a:ext>
            </a:extLst>
          </p:cNvPr>
          <p:cNvSpPr/>
          <p:nvPr/>
        </p:nvSpPr>
        <p:spPr>
          <a:xfrm>
            <a:off x="7994358" y="3774678"/>
            <a:ext cx="692038" cy="835202"/>
          </a:xfrm>
          <a:prstGeom prst="rightArrow">
            <a:avLst>
              <a:gd name="adj1" fmla="val 50000"/>
              <a:gd name="adj2" fmla="val 38771"/>
            </a:avLst>
          </a:prstGeom>
          <a:gradFill>
            <a:gsLst>
              <a:gs pos="0">
                <a:schemeClr val="bg1"/>
              </a:gs>
              <a:gs pos="86000">
                <a:srgbClr val="A6A6A6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215">
              <a:solidFill>
                <a:schemeClr val="bg1"/>
              </a:solidFill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A66670A-6ACC-A8F1-B608-CF784384D23F}"/>
              </a:ext>
            </a:extLst>
          </p:cNvPr>
          <p:cNvSpPr txBox="1"/>
          <p:nvPr/>
        </p:nvSpPr>
        <p:spPr>
          <a:xfrm>
            <a:off x="8941368" y="3632323"/>
            <a:ext cx="2217337" cy="115313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2462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고객에게</a:t>
            </a:r>
            <a:endParaRPr lang="en-US" altLang="ko-KR" sz="2462" b="1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bg1"/>
              </a:solidFill>
              <a:latin typeface="+mj-lt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pPr algn="ctr"/>
            <a:r>
              <a:rPr lang="en-US" altLang="ko-KR" sz="2462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Value </a:t>
            </a:r>
            <a:r>
              <a:rPr lang="ko-KR" altLang="en-US" sz="2462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제공 목표</a:t>
            </a:r>
            <a:endParaRPr lang="en-US" altLang="ko-KR" sz="2462" b="1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bg1"/>
              </a:solidFill>
              <a:latin typeface="+mj-lt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pPr algn="ctr"/>
            <a:r>
              <a:rPr lang="en-US" altLang="ko-KR" sz="1969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(1</a:t>
            </a:r>
            <a:r>
              <a:rPr lang="ko-KR" altLang="en-US" sz="1969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일당 </a:t>
            </a:r>
            <a:r>
              <a:rPr lang="ko-KR" altLang="en-US" sz="1969" spc="-74" dirty="0" err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수억원의</a:t>
            </a:r>
            <a:r>
              <a:rPr lang="ko-KR" altLang="en-US" sz="1969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 가치</a:t>
            </a:r>
            <a:r>
              <a:rPr lang="en-US" altLang="ko-KR" sz="1969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4505718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1C2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9ECAC8-DCB1-76E1-7866-78170FBEAD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그림 32">
            <a:extLst>
              <a:ext uri="{FF2B5EF4-FFF2-40B4-BE49-F238E27FC236}">
                <a16:creationId xmlns:a16="http://schemas.microsoft.com/office/drawing/2014/main" id="{CBCCE772-93BF-6F24-93CD-D611BFAA550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-791308"/>
            <a:ext cx="12191999" cy="8440615"/>
          </a:xfrm>
          <a:prstGeom prst="rect">
            <a:avLst/>
          </a:prstGeom>
        </p:spPr>
      </p:pic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0BE24D1-60A6-4EED-0813-F1187795B72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34863" y="361657"/>
            <a:ext cx="8007192" cy="428066"/>
          </a:xfrm>
          <a:noFill/>
        </p:spPr>
        <p:txBody>
          <a:bodyPr wrap="none" rtlCol="0">
            <a:spAutoFit/>
          </a:bodyPr>
          <a:lstStyle/>
          <a:p>
            <a:pPr defTabSz="1125444" latinLnBrk="1">
              <a:lnSpc>
                <a:spcPct val="110000"/>
              </a:lnSpc>
            </a:pPr>
            <a:r>
              <a:rPr lang="ko-KR" altLang="en-US" sz="2708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</a:rPr>
              <a:t>그렇다면 </a:t>
            </a:r>
            <a:r>
              <a:rPr lang="en-US" altLang="ko-KR" sz="2708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</a:rPr>
              <a:t>Hi-tech </a:t>
            </a:r>
            <a:r>
              <a:rPr lang="ko-KR" altLang="en-US" sz="2708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</a:rPr>
              <a:t>사업에서의 현장 </a:t>
            </a:r>
            <a:r>
              <a:rPr lang="en-US" altLang="ko-KR" sz="2708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</a:rPr>
              <a:t>Bottleneck</a:t>
            </a:r>
            <a:r>
              <a:rPr lang="ko-KR" altLang="en-US" sz="2708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</a:rPr>
              <a:t>은 어디인가</a:t>
            </a:r>
            <a:r>
              <a:rPr lang="en-US" altLang="ko-KR" sz="2708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</a:rPr>
              <a:t>?</a:t>
            </a:r>
            <a:endParaRPr lang="ko-KR" altLang="en-US" sz="2708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bg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6A5D493-6AA0-61B8-D82B-4E9D77DDD4AC}"/>
              </a:ext>
            </a:extLst>
          </p:cNvPr>
          <p:cNvSpPr txBox="1"/>
          <p:nvPr/>
        </p:nvSpPr>
        <p:spPr>
          <a:xfrm>
            <a:off x="652537" y="-499299"/>
            <a:ext cx="1253292" cy="4037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lnSpc>
                <a:spcPct val="110000"/>
              </a:lnSpc>
            </a:pPr>
            <a:r>
              <a:rPr lang="en-US" altLang="ko-KR" sz="1969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Approach</a:t>
            </a:r>
            <a:endParaRPr lang="en-US" sz="1969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bg1"/>
              </a:solidFill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26" name="슬라이드 번호 개체 틀 25">
            <a:extLst>
              <a:ext uri="{FF2B5EF4-FFF2-40B4-BE49-F238E27FC236}">
                <a16:creationId xmlns:a16="http://schemas.microsoft.com/office/drawing/2014/main" id="{EE0F1E5A-16EB-1E81-EEAC-EE306C91292E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3DFBBC6A-3425-4C62-80BA-0DDE16A15D08}" type="slidenum">
              <a:rPr lang="ko-KR" altLang="en-US" smtClean="0">
                <a:solidFill>
                  <a:schemeClr val="bg1"/>
                </a:solidFill>
              </a:rPr>
              <a:pPr/>
              <a:t>11</a:t>
            </a:fld>
            <a:endParaRPr lang="ko-KR" altLang="en-US" dirty="0">
              <a:solidFill>
                <a:schemeClr val="bg1"/>
              </a:solidFill>
            </a:endParaRP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ED3F0B19-B58E-D5CF-9627-96BDA9E978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56572" y="-436776"/>
            <a:ext cx="1277994" cy="996601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BCDE96C2-A131-A7EC-7019-3D91AECAD87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27600" y="750798"/>
            <a:ext cx="1406966" cy="1125573"/>
          </a:xfrm>
          <a:prstGeom prst="rect">
            <a:avLst/>
          </a:prstGeom>
        </p:spPr>
      </p:pic>
      <p:sp>
        <p:nvSpPr>
          <p:cNvPr id="34" name="직사각형 33">
            <a:extLst>
              <a:ext uri="{FF2B5EF4-FFF2-40B4-BE49-F238E27FC236}">
                <a16:creationId xmlns:a16="http://schemas.microsoft.com/office/drawing/2014/main" id="{204B7A94-87F1-79B0-CA9A-F3A7F564DCA2}"/>
              </a:ext>
            </a:extLst>
          </p:cNvPr>
          <p:cNvSpPr/>
          <p:nvPr/>
        </p:nvSpPr>
        <p:spPr>
          <a:xfrm>
            <a:off x="237189" y="-460109"/>
            <a:ext cx="354501" cy="35450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231" spc="25" dirty="0">
                <a:solidFill>
                  <a:schemeClr val="tx1"/>
                </a:solidFill>
                <a:latin typeface="Montserrat ExtraBold" panose="00000900000000000000" pitchFamily="2" charset="0"/>
              </a:rPr>
              <a:t>1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B029D526-27B1-A798-0FC5-D8C69F7A0C87}"/>
              </a:ext>
            </a:extLst>
          </p:cNvPr>
          <p:cNvSpPr/>
          <p:nvPr/>
        </p:nvSpPr>
        <p:spPr>
          <a:xfrm>
            <a:off x="889840" y="1230199"/>
            <a:ext cx="10648631" cy="928267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altLang="ko-KR" sz="1477" b="1" dirty="0">
              <a:solidFill>
                <a:schemeClr val="tx1"/>
              </a:solidFill>
              <a:latin typeface="Pretendard" panose="02000503000000020004" pitchFamily="50" charset="-127"/>
              <a:ea typeface="Pretendard" panose="02000503000000020004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C8CEC5F-8837-44EE-3DE4-E2F1E018B5E6}"/>
              </a:ext>
            </a:extLst>
          </p:cNvPr>
          <p:cNvSpPr txBox="1"/>
          <p:nvPr/>
        </p:nvSpPr>
        <p:spPr>
          <a:xfrm>
            <a:off x="2741826" y="1372350"/>
            <a:ext cx="6944658" cy="62260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723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TM </a:t>
            </a:r>
            <a:r>
              <a:rPr lang="ko-KR" altLang="en-US" sz="1723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께서는 </a:t>
            </a:r>
            <a:r>
              <a:rPr lang="en-US" altLang="ko-KR" sz="1723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"AI </a:t>
            </a:r>
            <a:r>
              <a:rPr lang="ko-KR" altLang="en-US" sz="1723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스타트업 </a:t>
            </a:r>
            <a:r>
              <a:rPr lang="en-US" altLang="ko-KR" sz="1723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1</a:t>
            </a:r>
            <a:r>
              <a:rPr lang="ko-KR" altLang="en-US" sz="1723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인이 대기업 </a:t>
            </a:r>
            <a:r>
              <a:rPr lang="en-US" altLang="ko-KR" sz="1723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100</a:t>
            </a:r>
            <a:r>
              <a:rPr lang="ko-KR" altLang="en-US" sz="1723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인의 일을 하는 시대가 온다</a:t>
            </a:r>
            <a:r>
              <a:rPr lang="en-US" altLang="ko-KR" sz="1723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"</a:t>
            </a:r>
            <a:r>
              <a:rPr lang="ko-KR" altLang="en-US" sz="1723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고 경고하며</a:t>
            </a:r>
            <a:r>
              <a:rPr lang="en-US" altLang="ko-KR" sz="1723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, </a:t>
            </a:r>
          </a:p>
          <a:p>
            <a:pPr algn="ctr"/>
            <a:r>
              <a:rPr lang="ko-KR" altLang="en-US" sz="1723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외부 기술 진화에 따른 파괴적 위협을 강조</a:t>
            </a:r>
            <a:endParaRPr lang="en-US" altLang="ko-KR" sz="1723" b="1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bg1"/>
              </a:solidFill>
              <a:latin typeface="+mj-lt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47C7FDB6-0DC2-EE81-17C2-C06C02BC416B}"/>
              </a:ext>
            </a:extLst>
          </p:cNvPr>
          <p:cNvSpPr/>
          <p:nvPr/>
        </p:nvSpPr>
        <p:spPr>
          <a:xfrm>
            <a:off x="889839" y="2448893"/>
            <a:ext cx="5166639" cy="4696721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altLang="ko-KR" sz="1477" b="1" dirty="0">
              <a:solidFill>
                <a:schemeClr val="tx1"/>
              </a:solidFill>
              <a:latin typeface="Pretendard" panose="02000503000000020004" pitchFamily="50" charset="-127"/>
              <a:ea typeface="Pretendard" panose="0200050300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DCE22DE-BE07-B284-C39C-DF0064F7A199}"/>
              </a:ext>
            </a:extLst>
          </p:cNvPr>
          <p:cNvSpPr txBox="1"/>
          <p:nvPr/>
        </p:nvSpPr>
        <p:spPr>
          <a:xfrm>
            <a:off x="1465527" y="2621730"/>
            <a:ext cx="3772123" cy="3196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77" b="1" u="sng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Hi-tech </a:t>
            </a:r>
            <a:r>
              <a:rPr lang="ko-KR" altLang="en-US" sz="1477" b="1" u="sng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현장 운영 </a:t>
            </a:r>
            <a:r>
              <a:rPr lang="ko-KR" altLang="en-US" sz="1477" b="1" u="sng" spc="-74" dirty="0" err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재진단</a:t>
            </a:r>
            <a:r>
              <a:rPr lang="ko-KR" altLang="en-US" sz="1477" b="1" u="sng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 </a:t>
            </a:r>
            <a:r>
              <a:rPr lang="en-US" altLang="ko-KR" sz="1477" b="1" u="sng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(Activity </a:t>
            </a:r>
            <a:r>
              <a:rPr lang="ko-KR" altLang="en-US" sz="1477" b="1" u="sng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전수 조사 발췌</a:t>
            </a:r>
            <a:r>
              <a:rPr lang="en-US" altLang="ko-KR" sz="1477" b="1" u="sng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)</a:t>
            </a:r>
          </a:p>
        </p:txBody>
      </p:sp>
      <p:sp>
        <p:nvSpPr>
          <p:cNvPr id="8" name="화살표: 오른쪽 7">
            <a:extLst>
              <a:ext uri="{FF2B5EF4-FFF2-40B4-BE49-F238E27FC236}">
                <a16:creationId xmlns:a16="http://schemas.microsoft.com/office/drawing/2014/main" id="{C7851D6F-5DFA-923D-FCA0-A814A8FD410B}"/>
              </a:ext>
            </a:extLst>
          </p:cNvPr>
          <p:cNvSpPr/>
          <p:nvPr/>
        </p:nvSpPr>
        <p:spPr>
          <a:xfrm>
            <a:off x="6254279" y="4379653"/>
            <a:ext cx="692038" cy="835202"/>
          </a:xfrm>
          <a:prstGeom prst="rightArrow">
            <a:avLst>
              <a:gd name="adj1" fmla="val 50000"/>
              <a:gd name="adj2" fmla="val 38771"/>
            </a:avLst>
          </a:prstGeom>
          <a:gradFill>
            <a:gsLst>
              <a:gs pos="0">
                <a:schemeClr val="bg1"/>
              </a:gs>
              <a:gs pos="86000">
                <a:srgbClr val="A6A6A6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215">
              <a:solidFill>
                <a:schemeClr val="bg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2B314AC-C48D-A2E7-9D09-68F0B562980F}"/>
              </a:ext>
            </a:extLst>
          </p:cNvPr>
          <p:cNvSpPr txBox="1"/>
          <p:nvPr/>
        </p:nvSpPr>
        <p:spPr>
          <a:xfrm>
            <a:off x="7286098" y="5105356"/>
            <a:ext cx="3971472" cy="153189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477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현장의 병목</a:t>
            </a:r>
            <a:r>
              <a:rPr lang="en-US" altLang="ko-KR" sz="1477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(Bottleneck)</a:t>
            </a:r>
            <a:r>
              <a:rPr lang="ko-KR" altLang="en-US" sz="1477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을 장악하고 </a:t>
            </a:r>
            <a:endParaRPr lang="en-US" altLang="ko-KR" sz="1477" b="1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bg1"/>
              </a:solidFill>
              <a:latin typeface="+mj-lt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pPr algn="ctr"/>
            <a:r>
              <a:rPr lang="ko-KR" altLang="en-US" sz="1477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리소스를 고부가가치 영역으로 재배치하여 </a:t>
            </a:r>
            <a:endParaRPr lang="en-US" altLang="ko-KR" sz="1477" b="1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bg1"/>
              </a:solidFill>
              <a:latin typeface="+mj-lt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pPr algn="ctr"/>
            <a:endParaRPr lang="en-US" altLang="ko-KR" sz="1477" b="1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bg1"/>
              </a:solidFill>
              <a:latin typeface="+mj-lt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pPr algn="ctr"/>
            <a:r>
              <a:rPr lang="en-US" altLang="ko-KR" sz="1477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T2Y</a:t>
            </a:r>
            <a:r>
              <a:rPr lang="ko-KR" altLang="en-US" sz="1477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를 극대화하는 조직 운영 구조의 </a:t>
            </a:r>
            <a:endParaRPr lang="en-US" altLang="ko-KR" sz="1477" b="1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bg1"/>
              </a:solidFill>
              <a:latin typeface="+mj-lt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pPr algn="ctr"/>
            <a:endParaRPr lang="en-US" altLang="ko-KR" sz="1477" b="1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bg1"/>
              </a:solidFill>
              <a:latin typeface="+mj-lt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pPr algn="ctr"/>
            <a:r>
              <a:rPr lang="ko-KR" altLang="en-US" sz="1969" b="1" u="sng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전면적 재설계</a:t>
            </a:r>
            <a:r>
              <a:rPr lang="en-US" altLang="ko-KR" sz="1969" b="1" u="sng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(Operational Shift)</a:t>
            </a:r>
            <a:r>
              <a:rPr lang="ko-KR" altLang="en-US" sz="1969" b="1" u="sng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 필요</a:t>
            </a:r>
            <a:endParaRPr lang="en-US" altLang="ko-KR" sz="1969" u="sng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bg1"/>
              </a:solidFill>
              <a:latin typeface="+mj-lt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A22945D-4AAA-4C68-028B-EF39861BBBDC}"/>
              </a:ext>
            </a:extLst>
          </p:cNvPr>
          <p:cNvSpPr/>
          <p:nvPr/>
        </p:nvSpPr>
        <p:spPr>
          <a:xfrm>
            <a:off x="7243806" y="2811132"/>
            <a:ext cx="4039644" cy="1834891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altLang="ko-KR" sz="1477" b="1" dirty="0">
              <a:solidFill>
                <a:schemeClr val="tx1"/>
              </a:solidFill>
              <a:latin typeface="Pretendard" panose="02000503000000020004" pitchFamily="50" charset="-127"/>
              <a:ea typeface="Pretendard" panose="02000503000000020004" pitchFamily="50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F32DAD5-A678-20AD-3624-DBBAF2FBDF84}"/>
              </a:ext>
            </a:extLst>
          </p:cNvPr>
          <p:cNvSpPr txBox="1"/>
          <p:nvPr/>
        </p:nvSpPr>
        <p:spPr>
          <a:xfrm>
            <a:off x="8286050" y="3006607"/>
            <a:ext cx="1988750" cy="3196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477" b="1" u="sng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현장의 병목</a:t>
            </a:r>
            <a:r>
              <a:rPr lang="en-US" altLang="ko-KR" sz="1477" b="1" u="sng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(Bottleneck)</a:t>
            </a:r>
          </a:p>
        </p:txBody>
      </p:sp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4F00DE08-BF9D-05FC-BEC9-F559CDF615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7312125"/>
              </p:ext>
            </p:extLst>
          </p:nvPr>
        </p:nvGraphicFramePr>
        <p:xfrm>
          <a:off x="1104747" y="3112269"/>
          <a:ext cx="4736822" cy="3865763"/>
        </p:xfrm>
        <a:graphic>
          <a:graphicData uri="http://schemas.openxmlformats.org/drawingml/2006/table">
            <a:tbl>
              <a:tblPr/>
              <a:tblGrid>
                <a:gridCol w="270780">
                  <a:extLst>
                    <a:ext uri="{9D8B030D-6E8A-4147-A177-3AD203B41FA5}">
                      <a16:colId xmlns:a16="http://schemas.microsoft.com/office/drawing/2014/main" val="2527501052"/>
                    </a:ext>
                  </a:extLst>
                </a:gridCol>
                <a:gridCol w="2002817">
                  <a:extLst>
                    <a:ext uri="{9D8B030D-6E8A-4147-A177-3AD203B41FA5}">
                      <a16:colId xmlns:a16="http://schemas.microsoft.com/office/drawing/2014/main" val="2245732453"/>
                    </a:ext>
                  </a:extLst>
                </a:gridCol>
                <a:gridCol w="849521">
                  <a:extLst>
                    <a:ext uri="{9D8B030D-6E8A-4147-A177-3AD203B41FA5}">
                      <a16:colId xmlns:a16="http://schemas.microsoft.com/office/drawing/2014/main" val="1289558458"/>
                    </a:ext>
                  </a:extLst>
                </a:gridCol>
                <a:gridCol w="635136">
                  <a:extLst>
                    <a:ext uri="{9D8B030D-6E8A-4147-A177-3AD203B41FA5}">
                      <a16:colId xmlns:a16="http://schemas.microsoft.com/office/drawing/2014/main" val="522648952"/>
                    </a:ext>
                  </a:extLst>
                </a:gridCol>
                <a:gridCol w="600492">
                  <a:extLst>
                    <a:ext uri="{9D8B030D-6E8A-4147-A177-3AD203B41FA5}">
                      <a16:colId xmlns:a16="http://schemas.microsoft.com/office/drawing/2014/main" val="1840915705"/>
                    </a:ext>
                  </a:extLst>
                </a:gridCol>
                <a:gridCol w="378076">
                  <a:extLst>
                    <a:ext uri="{9D8B030D-6E8A-4147-A177-3AD203B41FA5}">
                      <a16:colId xmlns:a16="http://schemas.microsoft.com/office/drawing/2014/main" val="3578143006"/>
                    </a:ext>
                  </a:extLst>
                </a:gridCol>
              </a:tblGrid>
              <a:tr h="2424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200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#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200" dirty="0" err="1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청크</a:t>
                      </a:r>
                      <a:endParaRPr lang="ko-KR" altLang="en-US" sz="1200" dirty="0">
                        <a:solidFill>
                          <a:schemeClr val="bg1"/>
                        </a:solidFill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>
                          <a:solidFill>
                            <a:schemeClr val="bg1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Activity</a:t>
                      </a:r>
                      <a:r>
                        <a:rPr lang="ko-KR" altLang="en-US" sz="1200">
                          <a:solidFill>
                            <a:schemeClr val="bg1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수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200">
                          <a:solidFill>
                            <a:schemeClr val="bg1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월간시간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200">
                          <a:solidFill>
                            <a:schemeClr val="bg1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비중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>
                          <a:solidFill>
                            <a:schemeClr val="bg1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CPIA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899988"/>
                  </a:ext>
                </a:extLst>
              </a:tr>
              <a:tr h="2424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A</a:t>
                      </a:r>
                      <a:endParaRPr lang="en-US" sz="1200">
                        <a:solidFill>
                          <a:schemeClr val="bg1"/>
                        </a:solidFill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200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작업일보 취합</a:t>
                      </a:r>
                      <a:r>
                        <a:rPr lang="en-US" altLang="ko-KR" sz="1200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·</a:t>
                      </a:r>
                      <a:r>
                        <a:rPr lang="ko-KR" altLang="en-US" sz="1200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집계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>
                          <a:solidFill>
                            <a:schemeClr val="bg1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23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>
                          <a:solidFill>
                            <a:schemeClr val="bg1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1,285h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>
                          <a:solidFill>
                            <a:schemeClr val="bg1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16.7%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200">
                          <a:solidFill>
                            <a:schemeClr val="bg1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★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3702668"/>
                  </a:ext>
                </a:extLst>
              </a:tr>
              <a:tr h="4710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B</a:t>
                      </a:r>
                      <a:endParaRPr lang="en-US" sz="1200">
                        <a:solidFill>
                          <a:schemeClr val="bg1"/>
                        </a:solidFill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200" dirty="0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정기 보고서 작성 </a:t>
                      </a:r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(</a:t>
                      </a:r>
                      <a:r>
                        <a:rPr lang="en-US" sz="1200" dirty="0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Weekly/Monthly </a:t>
                      </a:r>
                      <a:r>
                        <a:rPr lang="ko-KR" altLang="en-US" sz="1200" dirty="0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등</a:t>
                      </a:r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)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>
                          <a:solidFill>
                            <a:schemeClr val="bg1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19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>
                          <a:solidFill>
                            <a:schemeClr val="bg1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876h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>
                          <a:solidFill>
                            <a:schemeClr val="bg1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11.4%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200">
                          <a:solidFill>
                            <a:schemeClr val="bg1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★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55526110"/>
                  </a:ext>
                </a:extLst>
              </a:tr>
              <a:tr h="2424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C</a:t>
                      </a:r>
                      <a:endParaRPr lang="en-US" sz="1200">
                        <a:solidFill>
                          <a:schemeClr val="bg1"/>
                        </a:solidFill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200" dirty="0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생산성</a:t>
                      </a:r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·</a:t>
                      </a:r>
                      <a:r>
                        <a:rPr lang="ko-KR" altLang="en-US" sz="1200" dirty="0" err="1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공정률</a:t>
                      </a:r>
                      <a:r>
                        <a:rPr lang="ko-KR" altLang="en-US" sz="1200" dirty="0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 분석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>
                          <a:solidFill>
                            <a:schemeClr val="bg1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18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>
                          <a:solidFill>
                            <a:schemeClr val="bg1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423h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>
                          <a:solidFill>
                            <a:schemeClr val="bg1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5.5%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200">
                          <a:solidFill>
                            <a:schemeClr val="bg1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★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8124636"/>
                  </a:ext>
                </a:extLst>
              </a:tr>
              <a:tr h="2424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D</a:t>
                      </a:r>
                      <a:endParaRPr lang="en-US" sz="1200">
                        <a:solidFill>
                          <a:schemeClr val="bg1"/>
                        </a:solidFill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200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공기</a:t>
                      </a:r>
                      <a:r>
                        <a:rPr lang="en-US" altLang="ko-KR" sz="1200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·</a:t>
                      </a:r>
                      <a:r>
                        <a:rPr lang="ko-KR" altLang="en-US" sz="1200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공정 예측</a:t>
                      </a:r>
                      <a:r>
                        <a:rPr lang="en-US" altLang="ko-KR" sz="1200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·</a:t>
                      </a:r>
                      <a:r>
                        <a:rPr lang="ko-KR" altLang="en-US" sz="1200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리스크 탐지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>
                          <a:solidFill>
                            <a:schemeClr val="bg1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26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>
                          <a:solidFill>
                            <a:schemeClr val="bg1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532h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>
                          <a:solidFill>
                            <a:schemeClr val="bg1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6.9%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200">
                          <a:solidFill>
                            <a:schemeClr val="bg1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★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95003780"/>
                  </a:ext>
                </a:extLst>
              </a:tr>
              <a:tr h="2424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E</a:t>
                      </a:r>
                      <a:endParaRPr lang="en-US" sz="1200">
                        <a:solidFill>
                          <a:schemeClr val="bg1"/>
                        </a:solidFill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200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회의</a:t>
                      </a:r>
                      <a:r>
                        <a:rPr lang="en-US" altLang="ko-KR" sz="1200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·</a:t>
                      </a:r>
                      <a:r>
                        <a:rPr lang="en-US" sz="1200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MOM </a:t>
                      </a:r>
                      <a:r>
                        <a:rPr lang="ko-KR" altLang="en-US" sz="1200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작성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>
                          <a:solidFill>
                            <a:schemeClr val="bg1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16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>
                          <a:solidFill>
                            <a:schemeClr val="bg1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227h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>
                          <a:solidFill>
                            <a:schemeClr val="bg1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2.9%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dirty="0">
                          <a:solidFill>
                            <a:schemeClr val="bg1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—</a:t>
                      </a:r>
                      <a:endParaRPr lang="ko-KR" altLang="en-US" sz="1200" dirty="0">
                        <a:solidFill>
                          <a:schemeClr val="bg1"/>
                        </a:solidFill>
                        <a:effectLst/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95702113"/>
                  </a:ext>
                </a:extLst>
              </a:tr>
              <a:tr h="2424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F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200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설계</a:t>
                      </a:r>
                      <a:r>
                        <a:rPr lang="en-US" altLang="ko-KR" sz="1200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·</a:t>
                      </a:r>
                      <a:r>
                        <a:rPr lang="ko-KR" altLang="en-US" sz="1200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엔지니어링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>
                          <a:solidFill>
                            <a:schemeClr val="bg1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63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>
                          <a:solidFill>
                            <a:schemeClr val="bg1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1,511h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>
                          <a:solidFill>
                            <a:schemeClr val="bg1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19.6%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dirty="0">
                          <a:solidFill>
                            <a:schemeClr val="bg1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—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9387528"/>
                  </a:ext>
                </a:extLst>
              </a:tr>
              <a:tr h="2424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G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200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안전</a:t>
                      </a:r>
                      <a:r>
                        <a:rPr lang="en-US" altLang="ko-KR" sz="1200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·</a:t>
                      </a:r>
                      <a:r>
                        <a:rPr lang="ko-KR" altLang="en-US" sz="1200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보건</a:t>
                      </a:r>
                      <a:r>
                        <a:rPr lang="en-US" altLang="ko-KR" sz="1200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·</a:t>
                      </a:r>
                      <a:r>
                        <a:rPr lang="ko-KR" altLang="en-US" sz="1200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환경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>
                          <a:solidFill>
                            <a:schemeClr val="bg1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38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>
                          <a:solidFill>
                            <a:schemeClr val="bg1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579h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>
                          <a:solidFill>
                            <a:schemeClr val="bg1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7.5%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>
                          <a:solidFill>
                            <a:schemeClr val="bg1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—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57246085"/>
                  </a:ext>
                </a:extLst>
              </a:tr>
              <a:tr h="2424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H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200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예산</a:t>
                      </a:r>
                      <a:r>
                        <a:rPr lang="en-US" altLang="ko-KR" sz="1200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·</a:t>
                      </a:r>
                      <a:r>
                        <a:rPr lang="ko-KR" altLang="en-US" sz="1200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원가</a:t>
                      </a:r>
                      <a:r>
                        <a:rPr lang="en-US" altLang="ko-KR" sz="1200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·</a:t>
                      </a:r>
                      <a:r>
                        <a:rPr lang="ko-KR" altLang="en-US" sz="1200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계약</a:t>
                      </a:r>
                      <a:r>
                        <a:rPr lang="en-US" altLang="ko-KR" sz="1200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·</a:t>
                      </a:r>
                      <a:r>
                        <a:rPr lang="ko-KR" altLang="en-US" sz="1200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정산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>
                          <a:solidFill>
                            <a:schemeClr val="bg1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46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>
                          <a:solidFill>
                            <a:schemeClr val="bg1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770h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>
                          <a:solidFill>
                            <a:schemeClr val="bg1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10.0%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>
                          <a:solidFill>
                            <a:schemeClr val="bg1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—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57472030"/>
                  </a:ext>
                </a:extLst>
              </a:tr>
              <a:tr h="2424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I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200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품질 관리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>
                          <a:solidFill>
                            <a:schemeClr val="bg1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2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>
                          <a:solidFill>
                            <a:schemeClr val="bg1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42h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>
                          <a:solidFill>
                            <a:schemeClr val="bg1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0.5%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>
                          <a:solidFill>
                            <a:schemeClr val="bg1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—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0736041"/>
                  </a:ext>
                </a:extLst>
              </a:tr>
              <a:tr h="2424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J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200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기술</a:t>
                      </a:r>
                      <a:r>
                        <a:rPr lang="en-US" altLang="ko-KR" sz="1200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·</a:t>
                      </a:r>
                      <a:r>
                        <a:rPr lang="ko-KR" altLang="en-US" sz="1200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법무</a:t>
                      </a:r>
                      <a:r>
                        <a:rPr lang="en-US" altLang="ko-KR" sz="1200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·</a:t>
                      </a:r>
                      <a:r>
                        <a:rPr lang="ko-KR" altLang="en-US" sz="1200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규제</a:t>
                      </a:r>
                      <a:r>
                        <a:rPr lang="en-US" altLang="ko-KR" sz="1200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·</a:t>
                      </a:r>
                      <a:r>
                        <a:rPr lang="ko-KR" altLang="en-US" sz="1200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지식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>
                          <a:solidFill>
                            <a:schemeClr val="bg1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18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>
                          <a:solidFill>
                            <a:schemeClr val="bg1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1,005h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>
                          <a:solidFill>
                            <a:schemeClr val="bg1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13.0%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>
                          <a:solidFill>
                            <a:schemeClr val="bg1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—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7908878"/>
                  </a:ext>
                </a:extLst>
              </a:tr>
              <a:tr h="2424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K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200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인사</a:t>
                      </a:r>
                      <a:r>
                        <a:rPr lang="en-US" altLang="ko-KR" sz="1200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·</a:t>
                      </a:r>
                      <a:r>
                        <a:rPr lang="ko-KR" altLang="en-US" sz="1200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조직</a:t>
                      </a:r>
                      <a:r>
                        <a:rPr lang="en-US" altLang="ko-KR" sz="1200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·</a:t>
                      </a:r>
                      <a:r>
                        <a:rPr lang="ko-KR" altLang="en-US" sz="1200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교육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>
                          <a:solidFill>
                            <a:schemeClr val="bg1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4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>
                          <a:solidFill>
                            <a:schemeClr val="bg1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75h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>
                          <a:solidFill>
                            <a:schemeClr val="bg1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1.0%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>
                          <a:solidFill>
                            <a:schemeClr val="bg1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—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2525126"/>
                  </a:ext>
                </a:extLst>
              </a:tr>
              <a:tr h="2424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L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200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자산</a:t>
                      </a:r>
                      <a:r>
                        <a:rPr lang="en-US" altLang="ko-KR" sz="1200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·</a:t>
                      </a:r>
                      <a:r>
                        <a:rPr lang="ko-KR" altLang="en-US" sz="1200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운영</a:t>
                      </a:r>
                      <a:r>
                        <a:rPr lang="en-US" altLang="ko-KR" sz="1200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·</a:t>
                      </a:r>
                      <a:r>
                        <a:rPr lang="ko-KR" altLang="en-US" sz="1200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이슈관리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>
                          <a:solidFill>
                            <a:schemeClr val="bg1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8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>
                          <a:solidFill>
                            <a:schemeClr val="bg1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181h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>
                          <a:solidFill>
                            <a:schemeClr val="bg1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2.3%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>
                          <a:solidFill>
                            <a:schemeClr val="bg1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—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69726627"/>
                  </a:ext>
                </a:extLst>
              </a:tr>
              <a:tr h="2424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M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200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Water/</a:t>
                      </a:r>
                      <a:r>
                        <a:rPr lang="ko-KR" altLang="en-US" sz="1200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솔루션 운전 데이터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>
                          <a:solidFill>
                            <a:schemeClr val="bg1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7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>
                          <a:solidFill>
                            <a:schemeClr val="bg1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100h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>
                          <a:solidFill>
                            <a:schemeClr val="bg1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1.3%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>
                          <a:solidFill>
                            <a:schemeClr val="bg1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—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19890314"/>
                  </a:ext>
                </a:extLst>
              </a:tr>
              <a:tr h="2424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N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200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기타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>
                          <a:solidFill>
                            <a:schemeClr val="bg1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33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>
                          <a:solidFill>
                            <a:schemeClr val="bg1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102h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>
                          <a:solidFill>
                            <a:schemeClr val="bg1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1.3%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dirty="0">
                          <a:solidFill>
                            <a:schemeClr val="bg1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—</a:t>
                      </a:r>
                    </a:p>
                  </a:txBody>
                  <a:tcPr marL="11365" marR="11365" marT="5682" marB="568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61993009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E475D485-8651-427F-BDAF-312503F5DC0B}"/>
              </a:ext>
            </a:extLst>
          </p:cNvPr>
          <p:cNvSpPr txBox="1"/>
          <p:nvPr/>
        </p:nvSpPr>
        <p:spPr>
          <a:xfrm>
            <a:off x="7777578" y="3674143"/>
            <a:ext cx="3005695" cy="5469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477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월 평균 </a:t>
            </a:r>
            <a:r>
              <a:rPr lang="en-US" altLang="ko-KR" sz="1477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2,506</a:t>
            </a:r>
            <a:r>
              <a:rPr lang="ko-KR" altLang="en-US" sz="1477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시간이 </a:t>
            </a:r>
            <a:endParaRPr lang="en-US" altLang="ko-KR" sz="1477" b="1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bg1"/>
              </a:solidFill>
              <a:latin typeface="+mj-lt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pPr algn="ctr"/>
            <a:r>
              <a:rPr lang="ko-KR" altLang="en-US" sz="1477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반복적인 데이터 집계 및 보고 업무에 매몰</a:t>
            </a:r>
            <a:endParaRPr lang="en-US" altLang="ko-KR" sz="1477" b="1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bg1"/>
              </a:solidFill>
              <a:latin typeface="+mj-lt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269773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1C2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8C0CA5-1F42-6538-A535-D270290227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그림 32">
            <a:extLst>
              <a:ext uri="{FF2B5EF4-FFF2-40B4-BE49-F238E27FC236}">
                <a16:creationId xmlns:a16="http://schemas.microsoft.com/office/drawing/2014/main" id="{5B621E60-555F-CBA4-4D24-182059A07AA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-791308"/>
            <a:ext cx="12191999" cy="8440615"/>
          </a:xfrm>
          <a:prstGeom prst="rect">
            <a:avLst/>
          </a:prstGeom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57E0072D-97DC-3623-7122-8CF93DD67E3B}"/>
              </a:ext>
            </a:extLst>
          </p:cNvPr>
          <p:cNvSpPr/>
          <p:nvPr/>
        </p:nvSpPr>
        <p:spPr>
          <a:xfrm>
            <a:off x="4390469" y="1981635"/>
            <a:ext cx="3717694" cy="5069425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altLang="ko-KR" sz="1477" b="1" dirty="0">
              <a:solidFill>
                <a:schemeClr val="tx1"/>
              </a:solidFill>
              <a:latin typeface="Pretendard" panose="02000503000000020004" pitchFamily="50" charset="-127"/>
              <a:ea typeface="Pretendard" panose="02000503000000020004" pitchFamily="50" charset="-127"/>
            </a:endParaRP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96D49AB-89C2-6081-6356-069A0C18141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629082" y="361657"/>
            <a:ext cx="9218741" cy="428066"/>
          </a:xfrm>
          <a:noFill/>
        </p:spPr>
        <p:txBody>
          <a:bodyPr wrap="none" rtlCol="0">
            <a:spAutoFit/>
          </a:bodyPr>
          <a:lstStyle/>
          <a:p>
            <a:pPr defTabSz="1125444" latinLnBrk="1">
              <a:lnSpc>
                <a:spcPct val="110000"/>
              </a:lnSpc>
            </a:pPr>
            <a:r>
              <a:rPr lang="ko-KR" altLang="en-US" sz="2708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</a:rPr>
              <a:t>운영 구조 재설계</a:t>
            </a:r>
            <a:r>
              <a:rPr lang="en-US" altLang="ko-KR" sz="2708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</a:rPr>
              <a:t>(Operational Shift)</a:t>
            </a:r>
            <a:r>
              <a:rPr lang="ko-KR" altLang="en-US" sz="2708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</a:rPr>
              <a:t>로 </a:t>
            </a:r>
            <a:r>
              <a:rPr lang="en-US" altLang="ko-KR" sz="2708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</a:rPr>
              <a:t>Input SUPEX</a:t>
            </a:r>
            <a:r>
              <a:rPr lang="ko-KR" altLang="en-US" sz="2708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</a:rPr>
              <a:t>의 구체적 실현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EA15F37-D1AF-16E8-5FB2-4F5993BE528F}"/>
              </a:ext>
            </a:extLst>
          </p:cNvPr>
          <p:cNvSpPr txBox="1"/>
          <p:nvPr/>
        </p:nvSpPr>
        <p:spPr>
          <a:xfrm>
            <a:off x="652537" y="-499299"/>
            <a:ext cx="1299908" cy="4037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lnSpc>
                <a:spcPct val="110000"/>
              </a:lnSpc>
            </a:pPr>
            <a:r>
              <a:rPr lang="en-US" altLang="ko-KR" sz="1969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Reframing</a:t>
            </a:r>
            <a:endParaRPr lang="en-US" sz="1969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bg1"/>
              </a:solidFill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56FAD2E9-6DB7-2327-5E9A-9762838F3C66}"/>
              </a:ext>
            </a:extLst>
          </p:cNvPr>
          <p:cNvSpPr/>
          <p:nvPr/>
        </p:nvSpPr>
        <p:spPr>
          <a:xfrm>
            <a:off x="237189" y="-460109"/>
            <a:ext cx="354501" cy="35450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231" spc="25" dirty="0">
                <a:solidFill>
                  <a:schemeClr val="tx1"/>
                </a:solidFill>
                <a:latin typeface="Montserrat ExtraBold" panose="00000900000000000000" pitchFamily="2" charset="0"/>
              </a:rPr>
              <a:t>2</a:t>
            </a:r>
          </a:p>
        </p:txBody>
      </p:sp>
      <p:sp>
        <p:nvSpPr>
          <p:cNvPr id="26" name="슬라이드 번호 개체 틀 25">
            <a:extLst>
              <a:ext uri="{FF2B5EF4-FFF2-40B4-BE49-F238E27FC236}">
                <a16:creationId xmlns:a16="http://schemas.microsoft.com/office/drawing/2014/main" id="{4BFD4101-9380-3674-71FA-0B2AEBF48CF1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3DFBBC6A-3425-4C62-80BA-0DDE16A15D08}" type="slidenum">
              <a:rPr lang="ko-KR" altLang="en-US" smtClean="0">
                <a:solidFill>
                  <a:schemeClr val="bg1"/>
                </a:solidFill>
              </a:rPr>
              <a:pPr/>
              <a:t>12</a:t>
            </a:fld>
            <a:endParaRPr lang="ko-KR" altLang="en-US" dirty="0">
              <a:solidFill>
                <a:schemeClr val="bg1"/>
              </a:solidFill>
            </a:endParaRP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A9D4AD1C-6680-5306-EBC3-3B1C60A3CA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56572" y="-436776"/>
            <a:ext cx="1277994" cy="996601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4CB204AE-C78D-57A7-04BD-56B4E48A460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27600" y="750798"/>
            <a:ext cx="1406966" cy="112557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02ED17A-1B4D-EE8D-FD97-177D1CD60982}"/>
              </a:ext>
            </a:extLst>
          </p:cNvPr>
          <p:cNvSpPr txBox="1"/>
          <p:nvPr/>
        </p:nvSpPr>
        <p:spPr>
          <a:xfrm>
            <a:off x="1534772" y="1196228"/>
            <a:ext cx="9400650" cy="3574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ko-KR"/>
            </a:defPPr>
            <a:lvl1pPr algn="ctr">
              <a:defRPr sz="1400" b="1" spc="-6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defRPr>
            </a:lvl1pPr>
          </a:lstStyle>
          <a:p>
            <a:r>
              <a:rPr lang="ko-KR" altLang="en-US" sz="1723" dirty="0"/>
              <a:t>건설업의 시각에서 확장하여 고객에게 </a:t>
            </a:r>
            <a:r>
              <a:rPr lang="en-US" altLang="ko-KR" sz="1723" dirty="0"/>
              <a:t>Value</a:t>
            </a:r>
            <a:r>
              <a:rPr lang="ko-KR" altLang="en-US" sz="1723" dirty="0"/>
              <a:t>를</a:t>
            </a:r>
            <a:r>
              <a:rPr lang="en-US" altLang="ko-KR" sz="1723" dirty="0"/>
              <a:t> </a:t>
            </a:r>
            <a:r>
              <a:rPr lang="ko-KR" altLang="en-US" sz="1723" dirty="0"/>
              <a:t>제공하는 관점에서 금융</a:t>
            </a:r>
            <a:r>
              <a:rPr lang="en-US" altLang="ko-KR" sz="1723" dirty="0"/>
              <a:t>·</a:t>
            </a:r>
            <a:r>
              <a:rPr lang="ko-KR" altLang="en-US" sz="1723" dirty="0"/>
              <a:t>서비스업의 </a:t>
            </a:r>
            <a:r>
              <a:rPr lang="en-US" altLang="ko-KR" sz="1723" dirty="0"/>
              <a:t>Operating Model</a:t>
            </a:r>
            <a:r>
              <a:rPr lang="ko-KR" altLang="en-US" sz="1723" dirty="0"/>
              <a:t>로 재정의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AD92E3CF-7EFE-9740-BF43-1EC8FD6AC174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85000"/>
          </a:blip>
          <a:stretch>
            <a:fillRect/>
          </a:stretch>
        </p:blipFill>
        <p:spPr>
          <a:xfrm>
            <a:off x="1363746" y="7293988"/>
            <a:ext cx="9301460" cy="4464383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95B0AE92-93E1-221A-BC01-5AF866F33E60}"/>
              </a:ext>
            </a:extLst>
          </p:cNvPr>
          <p:cNvSpPr/>
          <p:nvPr/>
        </p:nvSpPr>
        <p:spPr>
          <a:xfrm>
            <a:off x="4519441" y="2195994"/>
            <a:ext cx="3431303" cy="3572901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altLang="ko-KR" sz="1477" b="1" dirty="0">
              <a:solidFill>
                <a:schemeClr val="tx1"/>
              </a:solidFill>
              <a:latin typeface="Pretendard" panose="02000503000000020004" pitchFamily="50" charset="-127"/>
              <a:ea typeface="Pretendard" panose="02000503000000020004" pitchFamily="50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C11887-A051-5A76-C7F2-E4882D52282F}"/>
              </a:ext>
            </a:extLst>
          </p:cNvPr>
          <p:cNvSpPr txBox="1"/>
          <p:nvPr/>
        </p:nvSpPr>
        <p:spPr>
          <a:xfrm>
            <a:off x="5608927" y="2261143"/>
            <a:ext cx="1252331" cy="3196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77" b="1" u="sng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Middle Office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3150B3B-F9F4-4517-7B77-D4E3517D78E7}"/>
              </a:ext>
            </a:extLst>
          </p:cNvPr>
          <p:cNvSpPr/>
          <p:nvPr/>
        </p:nvSpPr>
        <p:spPr>
          <a:xfrm>
            <a:off x="652537" y="2195994"/>
            <a:ext cx="3431303" cy="3572901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altLang="ko-KR" sz="1477" b="1" dirty="0">
              <a:solidFill>
                <a:schemeClr val="tx1"/>
              </a:solidFill>
              <a:latin typeface="Pretendard" panose="02000503000000020004" pitchFamily="50" charset="-127"/>
              <a:ea typeface="Pretendard" panose="02000503000000020004" pitchFamily="50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05EEB36-9EC0-8BAA-F639-BF3F076001B6}"/>
              </a:ext>
            </a:extLst>
          </p:cNvPr>
          <p:cNvSpPr txBox="1"/>
          <p:nvPr/>
        </p:nvSpPr>
        <p:spPr>
          <a:xfrm>
            <a:off x="1800599" y="2261143"/>
            <a:ext cx="1135183" cy="3196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77" b="1" u="sng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Front Office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B936049-EAF2-E6EE-7CAF-C8FE9DC58E9E}"/>
              </a:ext>
            </a:extLst>
          </p:cNvPr>
          <p:cNvSpPr/>
          <p:nvPr/>
        </p:nvSpPr>
        <p:spPr>
          <a:xfrm>
            <a:off x="8386346" y="2195994"/>
            <a:ext cx="3431303" cy="3572901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altLang="ko-KR" sz="1477" b="1" dirty="0">
              <a:solidFill>
                <a:schemeClr val="tx1"/>
              </a:solidFill>
              <a:latin typeface="Pretendard" panose="02000503000000020004" pitchFamily="50" charset="-127"/>
              <a:ea typeface="Pretendard" panose="02000503000000020004" pitchFamily="50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A1F0BE2-C729-922F-AC56-B33105414CF0}"/>
              </a:ext>
            </a:extLst>
          </p:cNvPr>
          <p:cNvSpPr txBox="1"/>
          <p:nvPr/>
        </p:nvSpPr>
        <p:spPr>
          <a:xfrm>
            <a:off x="9548099" y="2261143"/>
            <a:ext cx="1107803" cy="3196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77" b="1" u="sng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Back Office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978C742-1E53-B467-8DA0-6F58F3DFEF4E}"/>
              </a:ext>
            </a:extLst>
          </p:cNvPr>
          <p:cNvSpPr txBox="1"/>
          <p:nvPr/>
        </p:nvSpPr>
        <p:spPr>
          <a:xfrm>
            <a:off x="5124168" y="6058144"/>
            <a:ext cx="2250295" cy="5469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77" b="1" u="sng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AI</a:t>
            </a:r>
            <a:r>
              <a:rPr lang="ko-KR" altLang="en-US" sz="1477" b="1" u="sng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 </a:t>
            </a:r>
            <a:r>
              <a:rPr lang="en-US" altLang="ko-KR" sz="1477" b="1" u="sng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Agent </a:t>
            </a:r>
            <a:r>
              <a:rPr lang="ko-KR" altLang="en-US" sz="1477" b="1" u="sng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로 완전히 대체 가능</a:t>
            </a:r>
            <a:endParaRPr lang="en-US" altLang="ko-KR" sz="1477" b="1" u="sng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bg1"/>
              </a:solidFill>
              <a:latin typeface="+mj-lt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pPr algn="ctr"/>
            <a:r>
              <a:rPr lang="en-US" altLang="ko-KR" sz="1477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(</a:t>
            </a:r>
            <a:r>
              <a:rPr lang="ko-KR" altLang="en-US" sz="1477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약 </a:t>
            </a:r>
            <a:r>
              <a:rPr lang="en-US" altLang="ko-KR" sz="1477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15.4</a:t>
            </a:r>
            <a:r>
              <a:rPr lang="ko-KR" altLang="en-US" sz="1477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명의 </a:t>
            </a:r>
            <a:r>
              <a:rPr lang="en-US" altLang="ko-KR" sz="1477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FTE*)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0E001DE-0855-326D-9B3F-27F32702A664}"/>
              </a:ext>
            </a:extLst>
          </p:cNvPr>
          <p:cNvSpPr txBox="1"/>
          <p:nvPr/>
        </p:nvSpPr>
        <p:spPr>
          <a:xfrm>
            <a:off x="4413929" y="6684288"/>
            <a:ext cx="2342564" cy="3196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77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*FTE</a:t>
            </a:r>
            <a:r>
              <a:rPr lang="ko-KR" altLang="en-US" sz="1477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 </a:t>
            </a:r>
            <a:r>
              <a:rPr lang="en-US" altLang="ko-KR" sz="1477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:</a:t>
            </a:r>
            <a:r>
              <a:rPr lang="ko-KR" altLang="en-US" sz="1477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 </a:t>
            </a:r>
            <a:r>
              <a:rPr lang="en-US" altLang="ko-KR" sz="1477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Full-Time Equivalent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4D2D1C7-2F03-A90A-D573-64069919C97E}"/>
              </a:ext>
            </a:extLst>
          </p:cNvPr>
          <p:cNvSpPr txBox="1"/>
          <p:nvPr/>
        </p:nvSpPr>
        <p:spPr>
          <a:xfrm>
            <a:off x="1276250" y="2649597"/>
            <a:ext cx="2190022" cy="3196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ko-KR"/>
            </a:defPPr>
            <a:lvl1pPr algn="ctr">
              <a:defRPr sz="1200" b="1" u="sng" spc="-6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defRPr>
            </a:lvl1pPr>
          </a:lstStyle>
          <a:p>
            <a:r>
              <a:rPr lang="ko-KR" altLang="en-US" sz="1477" b="0" u="none" dirty="0"/>
              <a:t>현장</a:t>
            </a:r>
            <a:r>
              <a:rPr lang="en-US" altLang="ko-KR" sz="1477" b="0" u="none" dirty="0"/>
              <a:t> </a:t>
            </a:r>
            <a:r>
              <a:rPr lang="ko-KR" altLang="en-US" sz="1477" b="0" u="none" dirty="0"/>
              <a:t>관리</a:t>
            </a:r>
            <a:r>
              <a:rPr lang="en-US" altLang="ko-KR" sz="1477" b="0" u="none" dirty="0"/>
              <a:t>/</a:t>
            </a:r>
            <a:r>
              <a:rPr lang="ko-KR" altLang="en-US" sz="1477" b="0" u="none" dirty="0"/>
              <a:t>커뮤니케이션 영역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D05468E-37AD-1194-BE47-05388F7A2DB2}"/>
              </a:ext>
            </a:extLst>
          </p:cNvPr>
          <p:cNvSpPr txBox="1"/>
          <p:nvPr/>
        </p:nvSpPr>
        <p:spPr>
          <a:xfrm>
            <a:off x="1273177" y="2649597"/>
            <a:ext cx="2190022" cy="3196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ko-KR"/>
            </a:defPPr>
            <a:lvl1pPr algn="ctr">
              <a:defRPr sz="1200" b="1" u="sng" spc="-6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defRPr>
            </a:lvl1pPr>
          </a:lstStyle>
          <a:p>
            <a:r>
              <a:rPr lang="ko-KR" altLang="en-US" sz="1477" b="0" u="none" dirty="0"/>
              <a:t>현장</a:t>
            </a:r>
            <a:r>
              <a:rPr lang="en-US" altLang="ko-KR" sz="1477" b="0" u="none" dirty="0"/>
              <a:t> </a:t>
            </a:r>
            <a:r>
              <a:rPr lang="ko-KR" altLang="en-US" sz="1477" b="0" u="none" dirty="0"/>
              <a:t>관리</a:t>
            </a:r>
            <a:r>
              <a:rPr lang="en-US" altLang="ko-KR" sz="1477" b="0" u="none" dirty="0"/>
              <a:t>/</a:t>
            </a:r>
            <a:r>
              <a:rPr lang="ko-KR" altLang="en-US" sz="1477" b="0" u="none" dirty="0"/>
              <a:t>커뮤니케이션 영역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25D2D2D-D6A2-2CFA-4C16-F87749A290C6}"/>
              </a:ext>
            </a:extLst>
          </p:cNvPr>
          <p:cNvSpPr txBox="1"/>
          <p:nvPr/>
        </p:nvSpPr>
        <p:spPr>
          <a:xfrm>
            <a:off x="5204805" y="2649597"/>
            <a:ext cx="2089033" cy="3196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ko-KR"/>
            </a:defPPr>
            <a:lvl1pPr algn="ctr">
              <a:defRPr sz="1200" b="1" u="sng" spc="-6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defRPr>
            </a:lvl1pPr>
          </a:lstStyle>
          <a:p>
            <a:r>
              <a:rPr lang="ko-KR" altLang="en-US" sz="1477" b="0" u="none" dirty="0"/>
              <a:t>데이터 집계</a:t>
            </a:r>
            <a:r>
              <a:rPr lang="en-US" altLang="ko-KR" sz="1477" b="0" u="none" dirty="0"/>
              <a:t>/</a:t>
            </a:r>
            <a:r>
              <a:rPr lang="ko-KR" altLang="en-US" sz="1477" b="0" u="none" dirty="0"/>
              <a:t>검증</a:t>
            </a:r>
            <a:r>
              <a:rPr lang="en-US" altLang="ko-KR" sz="1477" b="0" u="none" dirty="0"/>
              <a:t>/</a:t>
            </a:r>
            <a:r>
              <a:rPr lang="ko-KR" altLang="en-US" sz="1477" b="0" u="none" dirty="0"/>
              <a:t>보고 영역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DBF7910-719C-29D6-DBF1-E914CBB1EE60}"/>
              </a:ext>
            </a:extLst>
          </p:cNvPr>
          <p:cNvSpPr txBox="1"/>
          <p:nvPr/>
        </p:nvSpPr>
        <p:spPr>
          <a:xfrm>
            <a:off x="9233495" y="2649597"/>
            <a:ext cx="1737014" cy="3196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ko-KR"/>
            </a:defPPr>
            <a:lvl1pPr algn="ctr">
              <a:defRPr sz="1200" b="1" u="sng" spc="-6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defRPr>
            </a:lvl1pPr>
          </a:lstStyle>
          <a:p>
            <a:r>
              <a:rPr lang="ko-KR" altLang="en-US" sz="1477" b="0" u="none" dirty="0"/>
              <a:t>검토</a:t>
            </a:r>
            <a:r>
              <a:rPr lang="en-US" altLang="ko-KR" sz="1477" b="0" u="none" dirty="0"/>
              <a:t>/</a:t>
            </a:r>
            <a:r>
              <a:rPr lang="ko-KR" altLang="en-US" sz="1477" b="0" u="none" dirty="0"/>
              <a:t>정산</a:t>
            </a:r>
            <a:r>
              <a:rPr lang="en-US" altLang="ko-KR" sz="1477" b="0" u="none" dirty="0"/>
              <a:t>/</a:t>
            </a:r>
            <a:r>
              <a:rPr lang="ko-KR" altLang="en-US" sz="1477" b="0" u="none" dirty="0"/>
              <a:t>시스템 영역</a:t>
            </a:r>
          </a:p>
        </p:txBody>
      </p:sp>
      <p:cxnSp>
        <p:nvCxnSpPr>
          <p:cNvPr id="29" name="연결선: 꺾임 28">
            <a:extLst>
              <a:ext uri="{FF2B5EF4-FFF2-40B4-BE49-F238E27FC236}">
                <a16:creationId xmlns:a16="http://schemas.microsoft.com/office/drawing/2014/main" id="{ECDFA1F4-8641-6360-2A32-6A55DF979B3B}"/>
              </a:ext>
            </a:extLst>
          </p:cNvPr>
          <p:cNvCxnSpPr>
            <a:cxnSpLocks/>
            <a:endCxn id="12" idx="2"/>
          </p:cNvCxnSpPr>
          <p:nvPr/>
        </p:nvCxnSpPr>
        <p:spPr>
          <a:xfrm rot="10800000">
            <a:off x="2368190" y="5768896"/>
            <a:ext cx="1993840" cy="678540"/>
          </a:xfrm>
          <a:prstGeom prst="bentConnector2">
            <a:avLst/>
          </a:prstGeom>
          <a:ln w="127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97EC1A57-B502-B606-D541-249280EBA706}"/>
              </a:ext>
            </a:extLst>
          </p:cNvPr>
          <p:cNvSpPr txBox="1"/>
          <p:nvPr/>
        </p:nvSpPr>
        <p:spPr>
          <a:xfrm>
            <a:off x="5626639" y="1778909"/>
            <a:ext cx="1162305" cy="3196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77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CPIA Target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0FAE094-94F9-E486-D1F5-97251C90F74B}"/>
              </a:ext>
            </a:extLst>
          </p:cNvPr>
          <p:cNvSpPr txBox="1"/>
          <p:nvPr/>
        </p:nvSpPr>
        <p:spPr>
          <a:xfrm>
            <a:off x="2849350" y="6091825"/>
            <a:ext cx="988539" cy="3196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477" b="1" spc="-74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인력 재배치</a:t>
            </a:r>
            <a:endParaRPr lang="en-US" altLang="ko-KR" sz="1477" b="1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bg1"/>
              </a:solidFill>
              <a:latin typeface="+mj-lt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817556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1C2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0034BB-18B1-663D-77D3-40489246C1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그림 32">
            <a:extLst>
              <a:ext uri="{FF2B5EF4-FFF2-40B4-BE49-F238E27FC236}">
                <a16:creationId xmlns:a16="http://schemas.microsoft.com/office/drawing/2014/main" id="{AF437229-B83C-A4E0-ED4B-65949408558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-791308"/>
            <a:ext cx="12191999" cy="8440615"/>
          </a:xfrm>
          <a:prstGeom prst="rect">
            <a:avLst/>
          </a:prstGeom>
        </p:spPr>
      </p:pic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AE75704-A62E-60D3-6948-547875F4119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105239" y="361657"/>
            <a:ext cx="4266424" cy="428066"/>
          </a:xfrm>
          <a:noFill/>
        </p:spPr>
        <p:txBody>
          <a:bodyPr wrap="none" rtlCol="0">
            <a:spAutoFit/>
          </a:bodyPr>
          <a:lstStyle/>
          <a:p>
            <a:pPr defTabSz="1125444" latinLnBrk="1">
              <a:lnSpc>
                <a:spcPct val="110000"/>
              </a:lnSpc>
            </a:pPr>
            <a:r>
              <a:rPr lang="en-US" altLang="ko-KR" sz="2708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</a:rPr>
              <a:t>CPIA, </a:t>
            </a:r>
            <a:r>
              <a:rPr lang="ko-KR" altLang="en-US" sz="2708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</a:rPr>
              <a:t>어떻게 사람을 대신하는가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8839ECA-C138-27A0-58E6-4BF76F67DAF5}"/>
              </a:ext>
            </a:extLst>
          </p:cNvPr>
          <p:cNvSpPr txBox="1"/>
          <p:nvPr/>
        </p:nvSpPr>
        <p:spPr>
          <a:xfrm>
            <a:off x="652537" y="-499299"/>
            <a:ext cx="1064009" cy="4037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lnSpc>
                <a:spcPct val="110000"/>
              </a:lnSpc>
            </a:pPr>
            <a:r>
              <a:rPr lang="en-US" altLang="ko-KR" sz="1969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Process</a:t>
            </a:r>
            <a:endParaRPr lang="en-US" sz="1969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bg1"/>
              </a:solidFill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129EBDC6-DC74-87B1-DE18-2373F7145E0B}"/>
              </a:ext>
            </a:extLst>
          </p:cNvPr>
          <p:cNvSpPr/>
          <p:nvPr/>
        </p:nvSpPr>
        <p:spPr>
          <a:xfrm>
            <a:off x="237189" y="-460109"/>
            <a:ext cx="354501" cy="35450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231" spc="25" dirty="0">
                <a:solidFill>
                  <a:schemeClr val="tx1"/>
                </a:solidFill>
                <a:latin typeface="Montserrat ExtraBold" panose="00000900000000000000" pitchFamily="2" charset="0"/>
              </a:rPr>
              <a:t>3</a:t>
            </a:r>
          </a:p>
        </p:txBody>
      </p:sp>
      <p:sp>
        <p:nvSpPr>
          <p:cNvPr id="26" name="슬라이드 번호 개체 틀 25">
            <a:extLst>
              <a:ext uri="{FF2B5EF4-FFF2-40B4-BE49-F238E27FC236}">
                <a16:creationId xmlns:a16="http://schemas.microsoft.com/office/drawing/2014/main" id="{930941D2-A2D2-6F3C-C711-84D33E42EEEB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3DFBBC6A-3425-4C62-80BA-0DDE16A15D08}" type="slidenum">
              <a:rPr lang="ko-KR" altLang="en-US" smtClean="0">
                <a:solidFill>
                  <a:schemeClr val="bg1"/>
                </a:solidFill>
              </a:rPr>
              <a:pPr/>
              <a:t>13</a:t>
            </a:fld>
            <a:endParaRPr lang="ko-KR" altLang="en-US" dirty="0">
              <a:solidFill>
                <a:schemeClr val="bg1"/>
              </a:solidFill>
            </a:endParaRP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0DD83DF4-20F6-1FB5-026F-697735B2F7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56572" y="-436776"/>
            <a:ext cx="1277994" cy="996601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1B83F72A-B24D-EB5C-B481-A38E2493CD3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27600" y="750798"/>
            <a:ext cx="1406966" cy="1125573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EB0DA18D-DA1C-B3A5-1363-639247CF264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1690" y="7227930"/>
            <a:ext cx="11700716" cy="4906752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90AE8642-403D-1BD6-370E-C21844AC50FD}"/>
              </a:ext>
            </a:extLst>
          </p:cNvPr>
          <p:cNvSpPr/>
          <p:nvPr/>
        </p:nvSpPr>
        <p:spPr>
          <a:xfrm>
            <a:off x="1339617" y="1532811"/>
            <a:ext cx="4599402" cy="4120782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altLang="ko-KR" sz="1477" b="1" dirty="0">
              <a:solidFill>
                <a:schemeClr val="tx1"/>
              </a:solidFill>
              <a:latin typeface="Pretendard" panose="02000503000000020004" pitchFamily="50" charset="-127"/>
              <a:ea typeface="Pretendard" panose="0200050300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ED67E34-5FF2-F623-3C08-717CE2BC60FF}"/>
              </a:ext>
            </a:extLst>
          </p:cNvPr>
          <p:cNvSpPr txBox="1"/>
          <p:nvPr/>
        </p:nvSpPr>
        <p:spPr>
          <a:xfrm>
            <a:off x="3333466" y="1705910"/>
            <a:ext cx="611706" cy="3196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77" b="1" u="sng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As-is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C9A0C2E-E2F2-D52E-CA40-04906C5F75E8}"/>
              </a:ext>
            </a:extLst>
          </p:cNvPr>
          <p:cNvSpPr/>
          <p:nvPr/>
        </p:nvSpPr>
        <p:spPr>
          <a:xfrm>
            <a:off x="6537884" y="1532811"/>
            <a:ext cx="4599402" cy="4120782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altLang="ko-KR" sz="1477" b="1" dirty="0">
              <a:solidFill>
                <a:schemeClr val="tx1"/>
              </a:solidFill>
              <a:latin typeface="Pretendard" panose="02000503000000020004" pitchFamily="50" charset="-127"/>
              <a:ea typeface="Pretendard" panose="0200050300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24C9CE1-4DF6-8AD4-E5B4-3E56EF00CE9A}"/>
              </a:ext>
            </a:extLst>
          </p:cNvPr>
          <p:cNvSpPr txBox="1"/>
          <p:nvPr/>
        </p:nvSpPr>
        <p:spPr>
          <a:xfrm>
            <a:off x="8497272" y="1705910"/>
            <a:ext cx="680636" cy="3196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77" b="1" u="sng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To-be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070E059-EFA6-77E5-8401-EA366DDE2207}"/>
              </a:ext>
            </a:extLst>
          </p:cNvPr>
          <p:cNvSpPr/>
          <p:nvPr/>
        </p:nvSpPr>
        <p:spPr>
          <a:xfrm>
            <a:off x="1339616" y="6129162"/>
            <a:ext cx="4599401" cy="734362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477" b="1" dirty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</a:rPr>
              <a:t>2</a:t>
            </a:r>
            <a:r>
              <a:rPr lang="ko-KR" altLang="en-US" sz="1477" b="1" dirty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</a:rPr>
              <a:t>명 전일 투입</a:t>
            </a:r>
            <a:r>
              <a:rPr lang="en-US" altLang="ko-KR" sz="1477" b="1" dirty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</a:rPr>
              <a:t> / </a:t>
            </a:r>
            <a:r>
              <a:rPr lang="ko-KR" altLang="en-US" sz="1477" b="1" dirty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</a:rPr>
              <a:t>보고 </a:t>
            </a:r>
            <a:r>
              <a:rPr lang="en-US" altLang="ko-KR" sz="1477" b="1" dirty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</a:rPr>
              <a:t>D+2.5</a:t>
            </a:r>
            <a:r>
              <a:rPr lang="ko-KR" altLang="en-US" sz="1477" b="1" dirty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</a:rPr>
              <a:t>일</a:t>
            </a:r>
            <a:r>
              <a:rPr lang="en-US" altLang="ko-KR" sz="1477" b="1" dirty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</a:rPr>
              <a:t> / </a:t>
            </a:r>
            <a:r>
              <a:rPr lang="ko-KR" altLang="en-US" sz="1477" b="1" dirty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</a:rPr>
              <a:t>지연 사후 인지 </a:t>
            </a:r>
            <a:endParaRPr lang="en-US" altLang="ko-KR" sz="1477" b="1" dirty="0">
              <a:solidFill>
                <a:schemeClr val="bg1"/>
              </a:solidFill>
              <a:latin typeface="Pretendard" panose="02000503000000020004" pitchFamily="50" charset="-127"/>
              <a:ea typeface="Pretendard" panose="02000503000000020004" pitchFamily="50" charset="-127"/>
            </a:endParaRPr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C589772D-C853-3139-BF71-2F16934DC4D0}"/>
              </a:ext>
            </a:extLst>
          </p:cNvPr>
          <p:cNvGrpSpPr/>
          <p:nvPr/>
        </p:nvGrpSpPr>
        <p:grpSpPr>
          <a:xfrm rot="5400000">
            <a:off x="3599041" y="5774169"/>
            <a:ext cx="208394" cy="127846"/>
            <a:chOff x="7276019" y="4585254"/>
            <a:chExt cx="225760" cy="138500"/>
          </a:xfrm>
          <a:solidFill>
            <a:schemeClr val="bg1"/>
          </a:solidFill>
        </p:grpSpPr>
        <p:sp>
          <p:nvSpPr>
            <p:cNvPr id="12" name="L 도형 11">
              <a:extLst>
                <a:ext uri="{FF2B5EF4-FFF2-40B4-BE49-F238E27FC236}">
                  <a16:creationId xmlns:a16="http://schemas.microsoft.com/office/drawing/2014/main" id="{25F3BB56-A9CA-6E95-1F6A-8AC4EB148A30}"/>
                </a:ext>
              </a:extLst>
            </p:cNvPr>
            <p:cNvSpPr>
              <a:spLocks noChangeAspect="1"/>
            </p:cNvSpPr>
            <p:nvPr/>
          </p:nvSpPr>
          <p:spPr>
            <a:xfrm rot="13552174">
              <a:off x="7276589" y="4584684"/>
              <a:ext cx="138499" cy="139640"/>
            </a:xfrm>
            <a:prstGeom prst="corner">
              <a:avLst>
                <a:gd name="adj1" fmla="val 22023"/>
                <a:gd name="adj2" fmla="val 2145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62" dirty="0">
                <a:latin typeface="Pretendard" panose="02000503000000020004" pitchFamily="50" charset="-127"/>
                <a:ea typeface="Pretendard" panose="02000503000000020004" pitchFamily="50" charset="-127"/>
              </a:endParaRPr>
            </a:p>
          </p:txBody>
        </p:sp>
        <p:sp>
          <p:nvSpPr>
            <p:cNvPr id="13" name="L 도형 12">
              <a:extLst>
                <a:ext uri="{FF2B5EF4-FFF2-40B4-BE49-F238E27FC236}">
                  <a16:creationId xmlns:a16="http://schemas.microsoft.com/office/drawing/2014/main" id="{E2929811-3A35-CF44-7AFE-2D99FE996755}"/>
                </a:ext>
              </a:extLst>
            </p:cNvPr>
            <p:cNvSpPr>
              <a:spLocks noChangeAspect="1"/>
            </p:cNvSpPr>
            <p:nvPr/>
          </p:nvSpPr>
          <p:spPr>
            <a:xfrm rot="13552174">
              <a:off x="7362709" y="4584685"/>
              <a:ext cx="138499" cy="139640"/>
            </a:xfrm>
            <a:prstGeom prst="corner">
              <a:avLst>
                <a:gd name="adj1" fmla="val 22023"/>
                <a:gd name="adj2" fmla="val 2145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62" dirty="0">
                <a:latin typeface="Pretendard" panose="02000503000000020004" pitchFamily="50" charset="-127"/>
                <a:ea typeface="Pretendard" panose="02000503000000020004" pitchFamily="50" charset="-127"/>
              </a:endParaRPr>
            </a:p>
          </p:txBody>
        </p:sp>
      </p:grp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3F9EDBC8-CECF-3206-49DA-1FFFC1A16DA8}"/>
              </a:ext>
            </a:extLst>
          </p:cNvPr>
          <p:cNvSpPr/>
          <p:nvPr/>
        </p:nvSpPr>
        <p:spPr>
          <a:xfrm>
            <a:off x="6537886" y="6129162"/>
            <a:ext cx="4599401" cy="734362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477" b="1" dirty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</a:rPr>
              <a:t>30</a:t>
            </a:r>
            <a:r>
              <a:rPr lang="ko-KR" altLang="en-US" sz="1477" b="1" dirty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</a:rPr>
              <a:t>분</a:t>
            </a:r>
            <a:r>
              <a:rPr lang="en-US" altLang="ko-KR" sz="1477" b="1" dirty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</a:rPr>
              <a:t>/</a:t>
            </a:r>
            <a:r>
              <a:rPr lang="ko-KR" altLang="en-US" sz="1477" b="1" dirty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</a:rPr>
              <a:t>일 투입</a:t>
            </a:r>
            <a:r>
              <a:rPr lang="en-US" altLang="ko-KR" sz="1477" b="1" dirty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</a:rPr>
              <a:t> / </a:t>
            </a:r>
            <a:r>
              <a:rPr lang="ko-KR" altLang="en-US" sz="1477" b="1" dirty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</a:rPr>
              <a:t>보고 </a:t>
            </a:r>
            <a:r>
              <a:rPr lang="en-US" altLang="ko-KR" sz="1477" b="1" dirty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</a:rPr>
              <a:t>D+0</a:t>
            </a:r>
            <a:r>
              <a:rPr lang="ko-KR" altLang="en-US" sz="1477" b="1" dirty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</a:rPr>
              <a:t>일</a:t>
            </a:r>
            <a:r>
              <a:rPr lang="en-US" altLang="ko-KR" sz="1477" b="1" dirty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</a:rPr>
              <a:t>(</a:t>
            </a:r>
            <a:r>
              <a:rPr lang="ko-KR" altLang="en-US" sz="1477" b="1" dirty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</a:rPr>
              <a:t>당일</a:t>
            </a:r>
            <a:r>
              <a:rPr lang="en-US" altLang="ko-KR" sz="1477" b="1" dirty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</a:rPr>
              <a:t>) / </a:t>
            </a:r>
            <a:r>
              <a:rPr lang="ko-KR" altLang="en-US" sz="1477" b="1" dirty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</a:rPr>
              <a:t>공기 위험 선제 </a:t>
            </a:r>
            <a:r>
              <a:rPr lang="ko-KR" altLang="en-US" sz="1477" b="1" dirty="0" err="1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</a:rPr>
              <a:t>대음</a:t>
            </a:r>
            <a:endParaRPr lang="en-US" altLang="ko-KR" sz="1477" b="1" dirty="0">
              <a:solidFill>
                <a:schemeClr val="bg1"/>
              </a:solidFill>
              <a:latin typeface="Pretendard" panose="02000503000000020004" pitchFamily="50" charset="-127"/>
              <a:ea typeface="Pretendard" panose="02000503000000020004" pitchFamily="50" charset="-127"/>
            </a:endParaRPr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2A5DD438-6FC6-63D6-E21D-FC7DC5CFF602}"/>
              </a:ext>
            </a:extLst>
          </p:cNvPr>
          <p:cNvGrpSpPr/>
          <p:nvPr/>
        </p:nvGrpSpPr>
        <p:grpSpPr>
          <a:xfrm rot="5400000">
            <a:off x="8797311" y="5774170"/>
            <a:ext cx="208394" cy="127846"/>
            <a:chOff x="7276019" y="4585254"/>
            <a:chExt cx="225760" cy="138500"/>
          </a:xfrm>
          <a:solidFill>
            <a:schemeClr val="bg1"/>
          </a:solidFill>
        </p:grpSpPr>
        <p:sp>
          <p:nvSpPr>
            <p:cNvPr id="16" name="L 도형 15">
              <a:extLst>
                <a:ext uri="{FF2B5EF4-FFF2-40B4-BE49-F238E27FC236}">
                  <a16:creationId xmlns:a16="http://schemas.microsoft.com/office/drawing/2014/main" id="{C826F448-D8FD-70CF-747B-0BDB46E9C13B}"/>
                </a:ext>
              </a:extLst>
            </p:cNvPr>
            <p:cNvSpPr>
              <a:spLocks noChangeAspect="1"/>
            </p:cNvSpPr>
            <p:nvPr/>
          </p:nvSpPr>
          <p:spPr>
            <a:xfrm rot="13552174">
              <a:off x="7276589" y="4584684"/>
              <a:ext cx="138499" cy="139640"/>
            </a:xfrm>
            <a:prstGeom prst="corner">
              <a:avLst>
                <a:gd name="adj1" fmla="val 22023"/>
                <a:gd name="adj2" fmla="val 2145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62" dirty="0">
                <a:latin typeface="Pretendard" panose="02000503000000020004" pitchFamily="50" charset="-127"/>
                <a:ea typeface="Pretendard" panose="02000503000000020004" pitchFamily="50" charset="-127"/>
              </a:endParaRPr>
            </a:p>
          </p:txBody>
        </p:sp>
        <p:sp>
          <p:nvSpPr>
            <p:cNvPr id="17" name="L 도형 16">
              <a:extLst>
                <a:ext uri="{FF2B5EF4-FFF2-40B4-BE49-F238E27FC236}">
                  <a16:creationId xmlns:a16="http://schemas.microsoft.com/office/drawing/2014/main" id="{1E549F56-2DCF-5394-05D2-7B4562FC33CF}"/>
                </a:ext>
              </a:extLst>
            </p:cNvPr>
            <p:cNvSpPr>
              <a:spLocks noChangeAspect="1"/>
            </p:cNvSpPr>
            <p:nvPr/>
          </p:nvSpPr>
          <p:spPr>
            <a:xfrm rot="13552174">
              <a:off x="7362709" y="4584685"/>
              <a:ext cx="138499" cy="139640"/>
            </a:xfrm>
            <a:prstGeom prst="corner">
              <a:avLst>
                <a:gd name="adj1" fmla="val 22023"/>
                <a:gd name="adj2" fmla="val 2145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62" dirty="0">
                <a:latin typeface="Pretendard" panose="02000503000000020004" pitchFamily="50" charset="-127"/>
                <a:ea typeface="Pretendard" panose="02000503000000020004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833074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1C2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CB2CCD2-36AF-C966-BF93-001263C74F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그림 32">
            <a:extLst>
              <a:ext uri="{FF2B5EF4-FFF2-40B4-BE49-F238E27FC236}">
                <a16:creationId xmlns:a16="http://schemas.microsoft.com/office/drawing/2014/main" id="{4618D4F4-BFBE-A8B8-FCEE-20CB082797E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-791308"/>
            <a:ext cx="12191999" cy="8440615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ADFA41C2-D4AB-DED8-5D1B-53186B8A3461}"/>
              </a:ext>
            </a:extLst>
          </p:cNvPr>
          <p:cNvSpPr txBox="1"/>
          <p:nvPr/>
        </p:nvSpPr>
        <p:spPr>
          <a:xfrm>
            <a:off x="652537" y="-499299"/>
            <a:ext cx="2071977" cy="4037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10000"/>
              </a:lnSpc>
            </a:pPr>
            <a:r>
              <a:rPr lang="en-US" altLang="ko-KR" sz="1969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Process – Core AI</a:t>
            </a:r>
            <a:endParaRPr lang="en-US" sz="1969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bg1"/>
              </a:solidFill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7B5DEC9C-C285-66EA-1FCE-4BD9BD70FDC9}"/>
              </a:ext>
            </a:extLst>
          </p:cNvPr>
          <p:cNvSpPr/>
          <p:nvPr/>
        </p:nvSpPr>
        <p:spPr>
          <a:xfrm>
            <a:off x="237189" y="-460109"/>
            <a:ext cx="354501" cy="35450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231" spc="25" dirty="0">
                <a:solidFill>
                  <a:schemeClr val="tx1"/>
                </a:solidFill>
                <a:latin typeface="Montserrat ExtraBold" panose="00000900000000000000" pitchFamily="2" charset="0"/>
              </a:rPr>
              <a:t>3</a:t>
            </a:r>
          </a:p>
        </p:txBody>
      </p:sp>
      <p:sp>
        <p:nvSpPr>
          <p:cNvPr id="26" name="슬라이드 번호 개체 틀 25">
            <a:extLst>
              <a:ext uri="{FF2B5EF4-FFF2-40B4-BE49-F238E27FC236}">
                <a16:creationId xmlns:a16="http://schemas.microsoft.com/office/drawing/2014/main" id="{63287D0A-ABE6-322C-85CD-642FF86EDD3A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3DFBBC6A-3425-4C62-80BA-0DDE16A15D08}" type="slidenum">
              <a:rPr lang="ko-KR" altLang="en-US" smtClean="0">
                <a:solidFill>
                  <a:schemeClr val="bg1"/>
                </a:solidFill>
              </a:rPr>
              <a:pPr/>
              <a:t>14</a:t>
            </a:fld>
            <a:endParaRPr lang="ko-KR" altLang="en-US" dirty="0">
              <a:solidFill>
                <a:schemeClr val="bg1"/>
              </a:solidFill>
            </a:endParaRP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F552BCAB-019F-55DB-20E0-9A619B8144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56572" y="-436776"/>
            <a:ext cx="1277994" cy="996601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802A5190-E21A-EB3E-55E6-AAFE393E54A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27600" y="750798"/>
            <a:ext cx="1406966" cy="1125573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8911E492-5068-7CAB-BDB4-D044042DB3F2}"/>
              </a:ext>
            </a:extLst>
          </p:cNvPr>
          <p:cNvSpPr/>
          <p:nvPr/>
        </p:nvSpPr>
        <p:spPr>
          <a:xfrm>
            <a:off x="699808" y="372298"/>
            <a:ext cx="10911621" cy="2837871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altLang="ko-KR" sz="1477" b="1" dirty="0">
              <a:solidFill>
                <a:schemeClr val="tx1"/>
              </a:solidFill>
              <a:latin typeface="Pretendard" panose="02000503000000020004" pitchFamily="50" charset="-127"/>
              <a:ea typeface="Pretendard" panose="02000503000000020004" pitchFamily="50" charset="-127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14CFAD9B-FD42-2161-6ED3-123F2B010A79}"/>
              </a:ext>
            </a:extLst>
          </p:cNvPr>
          <p:cNvSpPr/>
          <p:nvPr/>
        </p:nvSpPr>
        <p:spPr>
          <a:xfrm>
            <a:off x="699808" y="3852917"/>
            <a:ext cx="10911621" cy="2837871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altLang="ko-KR" sz="1477" b="1" dirty="0">
              <a:solidFill>
                <a:schemeClr val="tx1"/>
              </a:solidFill>
              <a:latin typeface="Pretendard" panose="02000503000000020004" pitchFamily="50" charset="-127"/>
              <a:ea typeface="Pretendard" panose="02000503000000020004" pitchFamily="50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23C01BB-6DAF-1A40-0890-49972285E374}"/>
              </a:ext>
            </a:extLst>
          </p:cNvPr>
          <p:cNvSpPr txBox="1"/>
          <p:nvPr/>
        </p:nvSpPr>
        <p:spPr>
          <a:xfrm>
            <a:off x="976996" y="580337"/>
            <a:ext cx="813813" cy="3196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77" b="1" u="sng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Mapper</a:t>
            </a:r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B736645A-53FB-865B-8861-AAC57119C39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7189" y="7399548"/>
            <a:ext cx="12192000" cy="4012162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5A9EAD5C-D7FB-01FA-61D2-7C0ED8205A4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0634" y="11953259"/>
            <a:ext cx="12192000" cy="4497537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EC9A4DF0-7CF9-E72E-F625-6F99557DB7D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4439" y="16992345"/>
            <a:ext cx="12192000" cy="4659824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A49450F8-3BE0-C0B7-C4D3-B23D3A66EEC2}"/>
              </a:ext>
            </a:extLst>
          </p:cNvPr>
          <p:cNvSpPr txBox="1"/>
          <p:nvPr/>
        </p:nvSpPr>
        <p:spPr>
          <a:xfrm>
            <a:off x="925811" y="4079746"/>
            <a:ext cx="2034147" cy="3196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77" b="1" u="sng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Forecaster &amp; Optimizer</a:t>
            </a:r>
          </a:p>
        </p:txBody>
      </p:sp>
      <p:sp>
        <p:nvSpPr>
          <p:cNvPr id="34" name="직사각형 33">
            <a:hlinkClick r:id="rId9"/>
            <a:extLst>
              <a:ext uri="{FF2B5EF4-FFF2-40B4-BE49-F238E27FC236}">
                <a16:creationId xmlns:a16="http://schemas.microsoft.com/office/drawing/2014/main" id="{F38EC030-805A-F912-BCCF-5FEE6355C84F}"/>
              </a:ext>
            </a:extLst>
          </p:cNvPr>
          <p:cNvSpPr/>
          <p:nvPr/>
        </p:nvSpPr>
        <p:spPr>
          <a:xfrm>
            <a:off x="7280031" y="643072"/>
            <a:ext cx="3904534" cy="2251326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altLang="ko-KR" sz="1477" b="1" dirty="0">
              <a:solidFill>
                <a:schemeClr val="tx1"/>
              </a:solidFill>
              <a:latin typeface="Pretendard" panose="02000503000000020004" pitchFamily="50" charset="-127"/>
              <a:ea typeface="Pretendard" panose="02000503000000020004" pitchFamily="50" charset="-12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566717C-F699-4563-A050-6C90524BA590}"/>
              </a:ext>
            </a:extLst>
          </p:cNvPr>
          <p:cNvSpPr txBox="1"/>
          <p:nvPr/>
        </p:nvSpPr>
        <p:spPr>
          <a:xfrm>
            <a:off x="8985948" y="1620773"/>
            <a:ext cx="492699" cy="3196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477" b="1" u="sng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영상</a:t>
            </a:r>
            <a:endParaRPr lang="en-US" altLang="ko-KR" sz="1477" b="1" u="sng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bg1"/>
              </a:solidFill>
              <a:latin typeface="+mj-lt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77761C7E-24DB-BEBC-E457-4D50A07D5AA4}"/>
              </a:ext>
            </a:extLst>
          </p:cNvPr>
          <p:cNvSpPr/>
          <p:nvPr/>
        </p:nvSpPr>
        <p:spPr>
          <a:xfrm>
            <a:off x="7280031" y="4079746"/>
            <a:ext cx="3904534" cy="2251326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altLang="ko-KR" sz="1477" b="1" dirty="0">
              <a:solidFill>
                <a:schemeClr val="tx1"/>
              </a:solidFill>
              <a:latin typeface="Pretendard" panose="02000503000000020004" pitchFamily="50" charset="-127"/>
              <a:ea typeface="Pretendard" panose="02000503000000020004" pitchFamily="50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6B49998-EB3F-B90C-057A-2DBDC4A6F83B}"/>
              </a:ext>
            </a:extLst>
          </p:cNvPr>
          <p:cNvSpPr txBox="1"/>
          <p:nvPr/>
        </p:nvSpPr>
        <p:spPr>
          <a:xfrm>
            <a:off x="8985948" y="5057446"/>
            <a:ext cx="492699" cy="3196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477" b="1" u="sng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영상</a:t>
            </a:r>
            <a:endParaRPr lang="en-US" altLang="ko-KR" sz="1477" b="1" u="sng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bg1"/>
              </a:solidFill>
              <a:latin typeface="+mj-lt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175140A-2EAE-18C3-757B-A9FBE9F9F3A8}"/>
              </a:ext>
            </a:extLst>
          </p:cNvPr>
          <p:cNvSpPr txBox="1"/>
          <p:nvPr/>
        </p:nvSpPr>
        <p:spPr>
          <a:xfrm>
            <a:off x="939401" y="1614038"/>
            <a:ext cx="6170151" cy="7742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"</a:t>
            </a:r>
            <a:r>
              <a:rPr lang="ko-KR" altLang="en-US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협력사가 작성한 작업 내용의 문맥을 파악하여 의미 기반으로 </a:t>
            </a:r>
            <a:r>
              <a:rPr lang="en-US" altLang="ko-KR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WBS</a:t>
            </a:r>
            <a:r>
              <a:rPr lang="ko-KR" altLang="en-US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에 자동 연결합니다</a:t>
            </a:r>
            <a:r>
              <a:rPr lang="en-US" altLang="ko-KR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. </a:t>
            </a:r>
          </a:p>
          <a:p>
            <a:r>
              <a:rPr lang="en-US" altLang="ko-KR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AI</a:t>
            </a:r>
            <a:r>
              <a:rPr lang="ko-KR" altLang="en-US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가 신규 발생 작업에 대해 평균 정확도 약 </a:t>
            </a:r>
            <a:r>
              <a:rPr lang="en-US" altLang="ko-KR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92%</a:t>
            </a:r>
            <a:r>
              <a:rPr lang="ko-KR" altLang="en-US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로 매핑하면</a:t>
            </a:r>
            <a:r>
              <a:rPr lang="en-US" altLang="ko-KR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, </a:t>
            </a:r>
          </a:p>
          <a:p>
            <a:r>
              <a:rPr lang="ko-KR" altLang="en-US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사람은 확신도 낮은 </a:t>
            </a:r>
            <a:r>
              <a:rPr lang="en-US" altLang="ko-KR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8%</a:t>
            </a:r>
            <a:r>
              <a:rPr lang="ko-KR" altLang="en-US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의 작업 건만 검토하면 됩니다</a:t>
            </a:r>
            <a:r>
              <a:rPr lang="en-US" altLang="ko-KR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."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2C4D57F-9F49-B608-A35D-4B7D1AB65CAA}"/>
              </a:ext>
            </a:extLst>
          </p:cNvPr>
          <p:cNvSpPr txBox="1"/>
          <p:nvPr/>
        </p:nvSpPr>
        <p:spPr>
          <a:xfrm>
            <a:off x="939401" y="5179209"/>
            <a:ext cx="6220870" cy="5469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현장의 금일 </a:t>
            </a:r>
            <a:r>
              <a:rPr lang="en-US" altLang="ko-KR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Productivity</a:t>
            </a:r>
            <a:r>
              <a:rPr lang="ko-KR" altLang="en-US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와 </a:t>
            </a:r>
            <a:r>
              <a:rPr lang="en-US" altLang="ko-KR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Impact</a:t>
            </a:r>
            <a:r>
              <a:rPr lang="ko-KR" altLang="en-US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를 기준으로 </a:t>
            </a:r>
            <a:r>
              <a:rPr lang="en-US" altLang="ko-KR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4</a:t>
            </a:r>
            <a:r>
              <a:rPr lang="ko-KR" altLang="en-US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분면</a:t>
            </a:r>
            <a:r>
              <a:rPr lang="en-US" altLang="ko-KR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(</a:t>
            </a:r>
            <a:r>
              <a:rPr lang="ko-KR" altLang="en-US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정상</a:t>
            </a:r>
            <a:r>
              <a:rPr lang="en-US" altLang="ko-KR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·</a:t>
            </a:r>
            <a:r>
              <a:rPr lang="ko-KR" altLang="en-US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주의</a:t>
            </a:r>
            <a:r>
              <a:rPr lang="en-US" altLang="ko-KR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·</a:t>
            </a:r>
            <a:r>
              <a:rPr lang="ko-KR" altLang="en-US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위험</a:t>
            </a:r>
            <a:r>
              <a:rPr lang="en-US" altLang="ko-KR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)</a:t>
            </a:r>
            <a:r>
              <a:rPr lang="ko-KR" altLang="en-US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으로 진단합니다</a:t>
            </a:r>
            <a:r>
              <a:rPr lang="en-US" altLang="ko-KR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. </a:t>
            </a:r>
          </a:p>
          <a:p>
            <a:r>
              <a:rPr lang="ko-KR" altLang="en-US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현장관리자는 별도 분석 작업 없이 위험 항목에 빠르게 조치할 수 있습니다</a:t>
            </a:r>
            <a:r>
              <a:rPr lang="en-US" altLang="ko-KR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."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23E028E-2BB8-7325-31C7-FB3004E3172D}"/>
              </a:ext>
            </a:extLst>
          </p:cNvPr>
          <p:cNvSpPr txBox="1"/>
          <p:nvPr/>
        </p:nvSpPr>
        <p:spPr>
          <a:xfrm>
            <a:off x="939401" y="4678660"/>
            <a:ext cx="4225709" cy="4331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215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오늘의 생산성 </a:t>
            </a:r>
            <a:r>
              <a:rPr lang="en-US" altLang="ko-KR" sz="2215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Risk</a:t>
            </a:r>
            <a:r>
              <a:rPr lang="ko-KR" altLang="en-US" sz="2215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는</a:t>
            </a:r>
            <a:r>
              <a:rPr lang="en-US" altLang="ko-KR" sz="2215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? AI</a:t>
            </a:r>
            <a:r>
              <a:rPr lang="ko-KR" altLang="en-US" sz="2215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가 자동 진단</a:t>
            </a:r>
            <a:endParaRPr lang="en-US" altLang="ko-KR" sz="2215" b="1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bg1"/>
              </a:solidFill>
              <a:latin typeface="+mj-lt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14247C5-DCF2-4F23-7D92-EF03452D64E6}"/>
              </a:ext>
            </a:extLst>
          </p:cNvPr>
          <p:cNvSpPr txBox="1"/>
          <p:nvPr/>
        </p:nvSpPr>
        <p:spPr>
          <a:xfrm>
            <a:off x="939400" y="1110589"/>
            <a:ext cx="4219040" cy="4331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215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작업일보 실적 정보 → </a:t>
            </a:r>
            <a:r>
              <a:rPr lang="en-US" altLang="ko-KR" sz="2215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WBS </a:t>
            </a:r>
            <a:r>
              <a:rPr lang="ko-KR" altLang="en-US" sz="2215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자동 매핑</a:t>
            </a:r>
            <a:endParaRPr lang="en-US" altLang="ko-KR" sz="2215" b="1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bg1"/>
              </a:solidFill>
              <a:latin typeface="+mj-lt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8087BF2-EFA5-09AA-1068-81034870B8DF}"/>
              </a:ext>
            </a:extLst>
          </p:cNvPr>
          <p:cNvSpPr txBox="1"/>
          <p:nvPr/>
        </p:nvSpPr>
        <p:spPr>
          <a:xfrm>
            <a:off x="939401" y="2706909"/>
            <a:ext cx="2373022" cy="3196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77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사람 </a:t>
            </a:r>
            <a:r>
              <a:rPr lang="en-US" altLang="ko-KR" sz="1477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1~3 h / </a:t>
            </a:r>
            <a:r>
              <a:rPr lang="ko-KR" altLang="en-US" sz="1477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일 </a:t>
            </a:r>
            <a:r>
              <a:rPr lang="en-US" altLang="ko-KR" sz="1477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-&gt; AI 10 </a:t>
            </a:r>
            <a:r>
              <a:rPr lang="ko-KR" altLang="en-US" sz="1477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분 </a:t>
            </a:r>
            <a:r>
              <a:rPr lang="en-US" altLang="ko-KR" sz="1477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/ </a:t>
            </a:r>
            <a:r>
              <a:rPr lang="ko-KR" altLang="en-US" sz="1477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일</a:t>
            </a:r>
            <a:endParaRPr lang="en-US" altLang="ko-KR" sz="1477" b="1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bg1"/>
              </a:solidFill>
              <a:latin typeface="+mj-lt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F14990A-2FC3-8B10-7B21-DDEED120CD49}"/>
              </a:ext>
            </a:extLst>
          </p:cNvPr>
          <p:cNvSpPr txBox="1"/>
          <p:nvPr/>
        </p:nvSpPr>
        <p:spPr>
          <a:xfrm>
            <a:off x="939401" y="6118498"/>
            <a:ext cx="2917915" cy="3196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77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D+2~3 </a:t>
            </a:r>
            <a:r>
              <a:rPr lang="ko-KR" altLang="en-US" sz="1477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일 사후 인지 </a:t>
            </a:r>
            <a:r>
              <a:rPr lang="en-US" altLang="ko-KR" sz="1477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-&gt; D+0 </a:t>
            </a:r>
            <a:r>
              <a:rPr lang="ko-KR" altLang="en-US" sz="1477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당일 진단</a:t>
            </a:r>
            <a:endParaRPr lang="en-US" altLang="ko-KR" sz="1477" b="1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bg1"/>
              </a:solidFill>
              <a:latin typeface="+mj-lt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087043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1C2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B0B8349-2700-9E0E-0758-10B6EC410C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그림 32">
            <a:extLst>
              <a:ext uri="{FF2B5EF4-FFF2-40B4-BE49-F238E27FC236}">
                <a16:creationId xmlns:a16="http://schemas.microsoft.com/office/drawing/2014/main" id="{21A2BB7A-336A-871C-5B6C-2CEAB546039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-791308"/>
            <a:ext cx="12191999" cy="8440615"/>
          </a:xfrm>
          <a:prstGeom prst="rect">
            <a:avLst/>
          </a:prstGeom>
        </p:spPr>
      </p:pic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C3AE7A5-8030-7954-EF9C-003E6072C7B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5437" y="427266"/>
            <a:ext cx="11726031" cy="886461"/>
          </a:xfrm>
          <a:noFill/>
        </p:spPr>
        <p:txBody>
          <a:bodyPr wrap="none" rtlCol="0">
            <a:spAutoFit/>
          </a:bodyPr>
          <a:lstStyle/>
          <a:p>
            <a:pPr defTabSz="1125444" latinLnBrk="1">
              <a:lnSpc>
                <a:spcPct val="110000"/>
              </a:lnSpc>
            </a:pPr>
            <a:r>
              <a:rPr lang="en-US" altLang="ko-KR" sz="2708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</a:rPr>
              <a:t>‘Middle Office </a:t>
            </a:r>
            <a:r>
              <a:rPr lang="ko-KR" altLang="en-US" sz="2708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</a:rPr>
              <a:t>자동화 → 가용 시간 확보 → </a:t>
            </a:r>
            <a:r>
              <a:rPr lang="en-US" altLang="ko-KR" sz="2708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</a:rPr>
              <a:t>Front Office </a:t>
            </a:r>
            <a:r>
              <a:rPr lang="ko-KR" altLang="en-US" sz="2708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</a:rPr>
              <a:t>실행력 강화 → 공기 지연 예방</a:t>
            </a:r>
            <a:r>
              <a:rPr lang="en-US" altLang="ko-KR" sz="2708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</a:rPr>
              <a:t>’</a:t>
            </a:r>
          </a:p>
          <a:p>
            <a:pPr defTabSz="1125444" latinLnBrk="1">
              <a:lnSpc>
                <a:spcPct val="110000"/>
              </a:lnSpc>
            </a:pPr>
            <a:r>
              <a:rPr lang="ko-KR" altLang="en-US" sz="2708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</a:rPr>
              <a:t>이라는 강력한 성과 선순환 구조를 창출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DE157CC-928D-D954-509A-D5BCDC949761}"/>
              </a:ext>
            </a:extLst>
          </p:cNvPr>
          <p:cNvSpPr txBox="1"/>
          <p:nvPr/>
        </p:nvSpPr>
        <p:spPr>
          <a:xfrm>
            <a:off x="652537" y="-499299"/>
            <a:ext cx="932435" cy="4037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lnSpc>
                <a:spcPct val="110000"/>
              </a:lnSpc>
            </a:pPr>
            <a:r>
              <a:rPr lang="en-US" altLang="ko-KR" sz="1969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Impact</a:t>
            </a:r>
            <a:endParaRPr lang="en-US" sz="1969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bg1"/>
              </a:solidFill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4A184642-B88C-1BEC-706D-067A95C62EC5}"/>
              </a:ext>
            </a:extLst>
          </p:cNvPr>
          <p:cNvSpPr/>
          <p:nvPr/>
        </p:nvSpPr>
        <p:spPr>
          <a:xfrm>
            <a:off x="237189" y="-460109"/>
            <a:ext cx="354501" cy="35450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231" spc="25" dirty="0">
                <a:solidFill>
                  <a:schemeClr val="tx1"/>
                </a:solidFill>
                <a:latin typeface="Montserrat ExtraBold" panose="00000900000000000000" pitchFamily="2" charset="0"/>
              </a:rPr>
              <a:t>4</a:t>
            </a:r>
          </a:p>
        </p:txBody>
      </p:sp>
      <p:sp>
        <p:nvSpPr>
          <p:cNvPr id="26" name="슬라이드 번호 개체 틀 25">
            <a:extLst>
              <a:ext uri="{FF2B5EF4-FFF2-40B4-BE49-F238E27FC236}">
                <a16:creationId xmlns:a16="http://schemas.microsoft.com/office/drawing/2014/main" id="{3909A805-7022-8492-E6A8-EEAE8CB45FB8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3DFBBC6A-3425-4C62-80BA-0DDE16A15D08}" type="slidenum">
              <a:rPr lang="ko-KR" altLang="en-US" smtClean="0">
                <a:solidFill>
                  <a:schemeClr val="bg1"/>
                </a:solidFill>
              </a:rPr>
              <a:pPr/>
              <a:t>15</a:t>
            </a:fld>
            <a:endParaRPr lang="ko-KR" altLang="en-US" dirty="0">
              <a:solidFill>
                <a:schemeClr val="bg1"/>
              </a:solidFill>
            </a:endParaRP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46BDD786-31C9-A89A-BA21-A77D0D3E94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56572" y="-436776"/>
            <a:ext cx="1277994" cy="996601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C1F7E6BD-7AF5-CD0F-ED6D-D8FC9393F54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27600" y="750798"/>
            <a:ext cx="1406966" cy="1125573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A2BD76AB-C169-229B-15DE-1C32B0E12BB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73092" y="1683988"/>
            <a:ext cx="8487508" cy="1199279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760D3E9A-5918-6E46-CDAE-0D6EE4D1AF0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73092" y="3253671"/>
            <a:ext cx="8487508" cy="39251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00867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1C2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924F87-178C-4F35-FCBB-C0364D7047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그림 32">
            <a:extLst>
              <a:ext uri="{FF2B5EF4-FFF2-40B4-BE49-F238E27FC236}">
                <a16:creationId xmlns:a16="http://schemas.microsoft.com/office/drawing/2014/main" id="{518675BA-2A21-2E36-0938-F1F27BA2DCC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-791308"/>
            <a:ext cx="12191999" cy="8440615"/>
          </a:xfrm>
          <a:prstGeom prst="rect">
            <a:avLst/>
          </a:prstGeom>
        </p:spPr>
      </p:pic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C77CF8A-42BF-5EFC-CD30-A376F717444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20092" y="361657"/>
            <a:ext cx="4636719" cy="428066"/>
          </a:xfrm>
          <a:noFill/>
        </p:spPr>
        <p:txBody>
          <a:bodyPr wrap="none" rtlCol="0">
            <a:spAutoFit/>
          </a:bodyPr>
          <a:lstStyle/>
          <a:p>
            <a:pPr defTabSz="1125444" latinLnBrk="1">
              <a:lnSpc>
                <a:spcPct val="110000"/>
              </a:lnSpc>
            </a:pPr>
            <a:r>
              <a:rPr lang="ko-KR" altLang="en-US" sz="2708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</a:rPr>
              <a:t>조직의 변화로 이어지는 확장 가능성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7038027-D392-A92D-28FC-9854874E5AE1}"/>
              </a:ext>
            </a:extLst>
          </p:cNvPr>
          <p:cNvSpPr txBox="1"/>
          <p:nvPr/>
        </p:nvSpPr>
        <p:spPr>
          <a:xfrm>
            <a:off x="652537" y="-499299"/>
            <a:ext cx="1282531" cy="4037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lnSpc>
                <a:spcPct val="110000"/>
              </a:lnSpc>
            </a:pPr>
            <a:r>
              <a:rPr lang="en-US" altLang="ko-KR" sz="1969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Scalability</a:t>
            </a:r>
            <a:endParaRPr lang="en-US" sz="1969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bg1"/>
              </a:solidFill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4CCBE254-0F6B-A5F9-F79C-C8F216622896}"/>
              </a:ext>
            </a:extLst>
          </p:cNvPr>
          <p:cNvSpPr/>
          <p:nvPr/>
        </p:nvSpPr>
        <p:spPr>
          <a:xfrm>
            <a:off x="237189" y="-460109"/>
            <a:ext cx="354501" cy="35450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231" spc="25" dirty="0">
                <a:solidFill>
                  <a:schemeClr val="tx1"/>
                </a:solidFill>
                <a:latin typeface="Montserrat ExtraBold" panose="00000900000000000000" pitchFamily="2" charset="0"/>
              </a:rPr>
              <a:t>5</a:t>
            </a:r>
          </a:p>
        </p:txBody>
      </p:sp>
      <p:sp>
        <p:nvSpPr>
          <p:cNvPr id="26" name="슬라이드 번호 개체 틀 25">
            <a:extLst>
              <a:ext uri="{FF2B5EF4-FFF2-40B4-BE49-F238E27FC236}">
                <a16:creationId xmlns:a16="http://schemas.microsoft.com/office/drawing/2014/main" id="{18404D3C-43C0-9AD1-F2A2-D4F45E99E600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3DFBBC6A-3425-4C62-80BA-0DDE16A15D08}" type="slidenum">
              <a:rPr lang="ko-KR" altLang="en-US" smtClean="0">
                <a:solidFill>
                  <a:schemeClr val="bg1"/>
                </a:solidFill>
              </a:rPr>
              <a:pPr/>
              <a:t>16</a:t>
            </a:fld>
            <a:endParaRPr lang="ko-KR" altLang="en-US" dirty="0">
              <a:solidFill>
                <a:schemeClr val="bg1"/>
              </a:solidFill>
            </a:endParaRP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3D16EAD7-1F51-9983-E052-D93F7ADDBC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56572" y="-436776"/>
            <a:ext cx="1277994" cy="996601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805D73ED-7887-5EEA-D261-62052C625A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27600" y="750798"/>
            <a:ext cx="1406966" cy="1125573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7C8F4EE0-3218-080F-FB6B-C7B62D9A814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1690" y="1876371"/>
            <a:ext cx="11242791" cy="36215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88070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1C2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F5A4EAB-4753-C94F-E8B1-908A036871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BE77E11-1F1B-B4E5-C0C5-D70B964BB00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42924" y="361658"/>
            <a:ext cx="6191054" cy="886461"/>
          </a:xfrm>
          <a:noFill/>
        </p:spPr>
        <p:txBody>
          <a:bodyPr wrap="none" rtlCol="0">
            <a:spAutoFit/>
          </a:bodyPr>
          <a:lstStyle/>
          <a:p>
            <a:pPr defTabSz="1125444" latinLnBrk="1">
              <a:lnSpc>
                <a:spcPct val="110000"/>
              </a:lnSpc>
            </a:pPr>
            <a:r>
              <a:rPr lang="en-US" altLang="ko-KR" sz="2708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</a:rPr>
              <a:t>CPIA</a:t>
            </a:r>
            <a:r>
              <a:rPr lang="ko-KR" altLang="en-US" sz="2708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</a:rPr>
              <a:t>는 단순한 자동화 과제가 아닌</a:t>
            </a:r>
            <a:r>
              <a:rPr lang="en-US" altLang="ko-KR" sz="2708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</a:rPr>
              <a:t>, </a:t>
            </a:r>
          </a:p>
          <a:p>
            <a:pPr defTabSz="1125444" latinLnBrk="1">
              <a:lnSpc>
                <a:spcPct val="110000"/>
              </a:lnSpc>
            </a:pPr>
            <a:r>
              <a:rPr lang="en-US" altLang="ko-KR" sz="2708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</a:rPr>
              <a:t>SKEP</a:t>
            </a:r>
            <a:r>
              <a:rPr lang="ko-KR" altLang="en-US" sz="2708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</a:rPr>
              <a:t>의 미래 생존을 위한 필수적인 전략적 선택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CD1DAD2-6576-ACEC-FEA1-DAAF585B78E4}"/>
              </a:ext>
            </a:extLst>
          </p:cNvPr>
          <p:cNvSpPr txBox="1"/>
          <p:nvPr/>
        </p:nvSpPr>
        <p:spPr>
          <a:xfrm>
            <a:off x="652537" y="-499299"/>
            <a:ext cx="998287" cy="4037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lnSpc>
                <a:spcPct val="110000"/>
              </a:lnSpc>
            </a:pPr>
            <a:r>
              <a:rPr lang="en-US" altLang="ko-KR" sz="1969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Closing</a:t>
            </a:r>
            <a:endParaRPr lang="en-US" sz="1969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bg1"/>
              </a:solidFill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D645289B-5F5E-254B-1BE6-0CAB99D9DE2A}"/>
              </a:ext>
            </a:extLst>
          </p:cNvPr>
          <p:cNvSpPr/>
          <p:nvPr/>
        </p:nvSpPr>
        <p:spPr>
          <a:xfrm>
            <a:off x="237189" y="-460109"/>
            <a:ext cx="354501" cy="35450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231" spc="25" dirty="0">
                <a:solidFill>
                  <a:schemeClr val="tx1"/>
                </a:solidFill>
                <a:latin typeface="Montserrat ExtraBold" panose="00000900000000000000" pitchFamily="2" charset="0"/>
              </a:rPr>
              <a:t>6</a:t>
            </a:r>
          </a:p>
        </p:txBody>
      </p:sp>
      <p:sp>
        <p:nvSpPr>
          <p:cNvPr id="26" name="슬라이드 번호 개체 틀 25">
            <a:extLst>
              <a:ext uri="{FF2B5EF4-FFF2-40B4-BE49-F238E27FC236}">
                <a16:creationId xmlns:a16="http://schemas.microsoft.com/office/drawing/2014/main" id="{D507D007-D517-0161-70C1-41363530A2E8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3DFBBC6A-3425-4C62-80BA-0DDE16A15D08}" type="slidenum">
              <a:rPr lang="ko-KR" altLang="en-US" smtClean="0">
                <a:solidFill>
                  <a:schemeClr val="bg1"/>
                </a:solidFill>
              </a:rPr>
              <a:pPr/>
              <a:t>17</a:t>
            </a:fld>
            <a:endParaRPr lang="ko-KR" altLang="en-US" dirty="0">
              <a:solidFill>
                <a:schemeClr val="bg1"/>
              </a:solidFill>
            </a:endParaRP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F8B078BC-6467-AA2C-3E95-7AC36BEE56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56572" y="-436776"/>
            <a:ext cx="1277994" cy="996601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B6975E38-4831-E8C9-EE01-A03597CA32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27600" y="750798"/>
            <a:ext cx="1406966" cy="112557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BF39E32-D8DB-1DB4-B73F-EA3671918BA2}"/>
              </a:ext>
            </a:extLst>
          </p:cNvPr>
          <p:cNvSpPr txBox="1"/>
          <p:nvPr/>
        </p:nvSpPr>
        <p:spPr>
          <a:xfrm>
            <a:off x="1240139" y="2551391"/>
            <a:ext cx="9996626" cy="14180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altLang="ko-KR" sz="1723" i="1" dirty="0">
                <a:solidFill>
                  <a:srgbClr val="DADADA"/>
                </a:solidFill>
                <a:latin typeface="??"/>
              </a:rPr>
              <a:t>"</a:t>
            </a:r>
            <a:r>
              <a:rPr lang="ko-KR" altLang="en-US" sz="1723" b="1" i="1" dirty="0">
                <a:solidFill>
                  <a:srgbClr val="DADADA"/>
                </a:solidFill>
                <a:latin typeface="??"/>
              </a:rPr>
              <a:t>첫째 </a:t>
            </a:r>
            <a:r>
              <a:rPr lang="en-US" altLang="ko-KR" sz="1723" b="1" i="1" dirty="0">
                <a:solidFill>
                  <a:srgbClr val="DADADA"/>
                </a:solidFill>
                <a:latin typeface="??"/>
              </a:rPr>
              <a:t>— </a:t>
            </a:r>
            <a:r>
              <a:rPr lang="ko-KR" altLang="en-US" sz="1723" b="1" i="1" dirty="0">
                <a:solidFill>
                  <a:srgbClr val="DADADA"/>
                </a:solidFill>
                <a:latin typeface="??"/>
              </a:rPr>
              <a:t>실증적 </a:t>
            </a:r>
            <a:r>
              <a:rPr lang="en-US" altLang="ko-KR" sz="1723" b="1" i="1" dirty="0">
                <a:solidFill>
                  <a:srgbClr val="DADADA"/>
                </a:solidFill>
                <a:latin typeface="??"/>
              </a:rPr>
              <a:t>Bottleneck </a:t>
            </a:r>
            <a:r>
              <a:rPr lang="ko-KR" altLang="en-US" sz="1723" b="1" i="1" dirty="0">
                <a:solidFill>
                  <a:srgbClr val="DADADA"/>
                </a:solidFill>
                <a:latin typeface="??"/>
              </a:rPr>
              <a:t>식별</a:t>
            </a:r>
            <a:r>
              <a:rPr lang="en-US" altLang="ko-KR" sz="1723" b="1" i="1" dirty="0">
                <a:solidFill>
                  <a:srgbClr val="DADADA"/>
                </a:solidFill>
                <a:latin typeface="??"/>
              </a:rPr>
              <a:t>.</a:t>
            </a:r>
            <a:r>
              <a:rPr lang="ko-KR" altLang="en-US" sz="1723" i="1" dirty="0">
                <a:solidFill>
                  <a:srgbClr val="DADADA"/>
                </a:solidFill>
                <a:latin typeface="??"/>
              </a:rPr>
              <a:t> 추정이 아닌 측정으로 </a:t>
            </a:r>
            <a:r>
              <a:rPr lang="en-US" altLang="ko-KR" sz="1723" i="1" dirty="0">
                <a:solidFill>
                  <a:srgbClr val="DADADA"/>
                </a:solidFill>
                <a:latin typeface="??"/>
              </a:rPr>
              <a:t>Middle Office</a:t>
            </a:r>
            <a:r>
              <a:rPr lang="ko-KR" altLang="en-US" sz="1723" i="1" dirty="0">
                <a:solidFill>
                  <a:srgbClr val="DADADA"/>
                </a:solidFill>
                <a:latin typeface="??"/>
              </a:rPr>
              <a:t>의 비효율을 명확히 규명했습니다</a:t>
            </a:r>
            <a:r>
              <a:rPr lang="en-US" altLang="ko-KR" sz="1723" i="1" dirty="0">
                <a:solidFill>
                  <a:srgbClr val="DADADA"/>
                </a:solidFill>
                <a:latin typeface="??"/>
              </a:rPr>
              <a:t>.“</a:t>
            </a:r>
          </a:p>
          <a:p>
            <a:pPr algn="l">
              <a:buNone/>
            </a:pPr>
            <a:endParaRPr lang="ko-KR" altLang="en-US" sz="1723" dirty="0">
              <a:solidFill>
                <a:srgbClr val="DADADA"/>
              </a:solidFill>
              <a:latin typeface="??"/>
            </a:endParaRPr>
          </a:p>
          <a:p>
            <a:pPr algn="l">
              <a:buNone/>
            </a:pPr>
            <a:r>
              <a:rPr lang="en-US" altLang="ko-KR" sz="1723" i="1" dirty="0">
                <a:solidFill>
                  <a:srgbClr val="DADADA"/>
                </a:solidFill>
                <a:latin typeface="??"/>
              </a:rPr>
              <a:t>"</a:t>
            </a:r>
            <a:r>
              <a:rPr lang="ko-KR" altLang="en-US" sz="1723" b="1" i="1" dirty="0">
                <a:solidFill>
                  <a:srgbClr val="DADADA"/>
                </a:solidFill>
                <a:latin typeface="??"/>
              </a:rPr>
              <a:t>둘째 </a:t>
            </a:r>
            <a:r>
              <a:rPr lang="en-US" altLang="ko-KR" sz="1723" b="1" i="1" dirty="0">
                <a:solidFill>
                  <a:srgbClr val="DADADA"/>
                </a:solidFill>
                <a:latin typeface="??"/>
              </a:rPr>
              <a:t>— Operational Shift.</a:t>
            </a:r>
            <a:r>
              <a:rPr lang="ko-KR" altLang="en-US" sz="1723" i="1" dirty="0">
                <a:solidFill>
                  <a:srgbClr val="DADADA"/>
                </a:solidFill>
                <a:latin typeface="??"/>
              </a:rPr>
              <a:t> </a:t>
            </a:r>
            <a:r>
              <a:rPr lang="en-US" altLang="ko-KR" sz="1723" i="1" dirty="0">
                <a:solidFill>
                  <a:srgbClr val="DADADA"/>
                </a:solidFill>
                <a:latin typeface="??"/>
              </a:rPr>
              <a:t>AI</a:t>
            </a:r>
            <a:r>
              <a:rPr lang="ko-KR" altLang="en-US" sz="1723" i="1" dirty="0">
                <a:solidFill>
                  <a:srgbClr val="DADADA"/>
                </a:solidFill>
                <a:latin typeface="??"/>
              </a:rPr>
              <a:t>로 확보한 </a:t>
            </a:r>
            <a:r>
              <a:rPr lang="en-US" altLang="ko-KR" sz="1723" b="1" i="1" dirty="0">
                <a:solidFill>
                  <a:srgbClr val="DADADA"/>
                </a:solidFill>
                <a:latin typeface="??"/>
              </a:rPr>
              <a:t>15.4</a:t>
            </a:r>
            <a:r>
              <a:rPr lang="ko-KR" altLang="en-US" sz="1723" b="1" i="1" dirty="0">
                <a:solidFill>
                  <a:srgbClr val="DADADA"/>
                </a:solidFill>
                <a:latin typeface="??"/>
              </a:rPr>
              <a:t>명의 </a:t>
            </a:r>
            <a:r>
              <a:rPr lang="en-US" altLang="ko-KR" sz="1723" b="1" i="1" dirty="0">
                <a:solidFill>
                  <a:srgbClr val="DADADA"/>
                </a:solidFill>
                <a:latin typeface="??"/>
              </a:rPr>
              <a:t>FTE</a:t>
            </a:r>
            <a:r>
              <a:rPr lang="ko-KR" altLang="en-US" sz="1723" i="1" dirty="0">
                <a:solidFill>
                  <a:srgbClr val="DADADA"/>
                </a:solidFill>
                <a:latin typeface="??"/>
              </a:rPr>
              <a:t>를 </a:t>
            </a:r>
            <a:r>
              <a:rPr lang="en-US" altLang="ko-KR" sz="1723" i="1" dirty="0">
                <a:solidFill>
                  <a:srgbClr val="DADADA"/>
                </a:solidFill>
                <a:latin typeface="??"/>
              </a:rPr>
              <a:t>Front Office</a:t>
            </a:r>
            <a:r>
              <a:rPr lang="ko-KR" altLang="en-US" sz="1723" i="1" dirty="0">
                <a:solidFill>
                  <a:srgbClr val="DADADA"/>
                </a:solidFill>
                <a:latin typeface="??"/>
              </a:rPr>
              <a:t>로 재배치하여 현장 실행력을 혁신했습니다</a:t>
            </a:r>
            <a:r>
              <a:rPr lang="en-US" altLang="ko-KR" sz="1723" i="1" dirty="0">
                <a:solidFill>
                  <a:srgbClr val="DADADA"/>
                </a:solidFill>
                <a:latin typeface="??"/>
              </a:rPr>
              <a:t>.“</a:t>
            </a:r>
          </a:p>
          <a:p>
            <a:pPr algn="l">
              <a:buNone/>
            </a:pPr>
            <a:endParaRPr lang="ko-KR" altLang="en-US" sz="1723" dirty="0">
              <a:solidFill>
                <a:srgbClr val="DADADA"/>
              </a:solidFill>
              <a:latin typeface="??"/>
            </a:endParaRPr>
          </a:p>
          <a:p>
            <a:pPr algn="l">
              <a:buNone/>
            </a:pPr>
            <a:r>
              <a:rPr lang="en-US" altLang="ko-KR" sz="1723" i="1" dirty="0">
                <a:solidFill>
                  <a:srgbClr val="DADADA"/>
                </a:solidFill>
                <a:latin typeface="??"/>
              </a:rPr>
              <a:t>"</a:t>
            </a:r>
            <a:r>
              <a:rPr lang="ko-KR" altLang="en-US" sz="1723" b="1" i="1" dirty="0">
                <a:solidFill>
                  <a:srgbClr val="DADADA"/>
                </a:solidFill>
                <a:latin typeface="??"/>
              </a:rPr>
              <a:t>셋째 </a:t>
            </a:r>
            <a:r>
              <a:rPr lang="en-US" altLang="ko-KR" sz="1723" b="1" i="1" dirty="0">
                <a:solidFill>
                  <a:srgbClr val="DADADA"/>
                </a:solidFill>
                <a:latin typeface="??"/>
              </a:rPr>
              <a:t>— </a:t>
            </a:r>
            <a:r>
              <a:rPr lang="ko-KR" altLang="en-US" sz="1723" b="1" i="1" dirty="0">
                <a:solidFill>
                  <a:srgbClr val="DADADA"/>
                </a:solidFill>
                <a:latin typeface="??"/>
              </a:rPr>
              <a:t>지식 자산의 누적</a:t>
            </a:r>
            <a:r>
              <a:rPr lang="en-US" altLang="ko-KR" sz="1723" b="1" i="1" dirty="0">
                <a:solidFill>
                  <a:srgbClr val="DADADA"/>
                </a:solidFill>
                <a:latin typeface="??"/>
              </a:rPr>
              <a:t>.</a:t>
            </a:r>
            <a:r>
              <a:rPr lang="ko-KR" altLang="en-US" sz="1723" i="1" dirty="0">
                <a:solidFill>
                  <a:srgbClr val="DADADA"/>
                </a:solidFill>
                <a:latin typeface="??"/>
              </a:rPr>
              <a:t> 외부 솔루션이 넘볼 수 없는 </a:t>
            </a:r>
            <a:r>
              <a:rPr lang="en-US" altLang="ko-KR" sz="1723" i="1" dirty="0">
                <a:solidFill>
                  <a:srgbClr val="DADADA"/>
                </a:solidFill>
                <a:latin typeface="??"/>
              </a:rPr>
              <a:t>SKEP </a:t>
            </a:r>
            <a:r>
              <a:rPr lang="ko-KR" altLang="en-US" sz="1723" i="1" dirty="0">
                <a:solidFill>
                  <a:srgbClr val="DADADA"/>
                </a:solidFill>
                <a:latin typeface="??"/>
              </a:rPr>
              <a:t>고유의 지능형 플랫폼을 구축합니다</a:t>
            </a:r>
            <a:r>
              <a:rPr lang="en-US" altLang="ko-KR" sz="1723" i="1" dirty="0">
                <a:solidFill>
                  <a:srgbClr val="DADADA"/>
                </a:solidFill>
                <a:latin typeface="??"/>
              </a:rPr>
              <a:t>."</a:t>
            </a:r>
            <a:endParaRPr lang="ko-KR" altLang="en-US" sz="1723" dirty="0">
              <a:solidFill>
                <a:srgbClr val="DADADA"/>
              </a:solidFill>
              <a:latin typeface="??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D984497-19E0-9C0A-DD36-E0E6E17FB5E8}"/>
              </a:ext>
            </a:extLst>
          </p:cNvPr>
          <p:cNvSpPr txBox="1"/>
          <p:nvPr/>
        </p:nvSpPr>
        <p:spPr>
          <a:xfrm>
            <a:off x="1156806" y="4905114"/>
            <a:ext cx="9988952" cy="389209"/>
          </a:xfrm>
          <a:prstGeom prst="rect">
            <a:avLst/>
          </a:prstGeom>
          <a:noFill/>
        </p:spPr>
        <p:txBody>
          <a:bodyPr vert="horz" wrap="none" lIns="0" tIns="0" rIns="0" bIns="0" rtlCol="0" anchor="t" anchorCtr="0">
            <a:spAutoFit/>
          </a:bodyPr>
          <a:lstStyle>
            <a:lvl1pPr indent="0" algn="ctr">
              <a:lnSpc>
                <a:spcPct val="110000"/>
              </a:lnSpc>
              <a:spcBef>
                <a:spcPts val="0"/>
              </a:spcBef>
              <a:buFont typeface="Wingdings" panose="05000000000000000000" pitchFamily="2" charset="2"/>
              <a:buNone/>
              <a:defRPr lang="ko-KR" altLang="en-US" sz="2200" b="1" spc="-60" baseline="0" dirty="0" smtClean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1pPr>
            <a:lvl2pPr marL="130969" indent="0" defTabSz="685800" latinLnBrk="0">
              <a:spcBef>
                <a:spcPts val="0"/>
              </a:spcBef>
              <a:buFont typeface="Arial" panose="020B0604020202020204" pitchFamily="34" charset="0"/>
              <a:buNone/>
              <a:defRPr sz="135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2pPr>
            <a:lvl3pPr marL="403622" indent="-130969" defTabSz="685800" latinLnBrk="0">
              <a:spcBef>
                <a:spcPts val="0"/>
              </a:spcBef>
              <a:buFont typeface="바탕" panose="02030600000101010101" pitchFamily="18" charset="-127"/>
              <a:buChar char="∙"/>
              <a:defRPr sz="135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3pPr>
            <a:lvl4pPr marL="1200150" indent="-171450" defTabSz="685800">
              <a:spcBef>
                <a:spcPct val="20000"/>
              </a:spcBef>
              <a:buFont typeface="Arial" panose="020B0604020202020204" pitchFamily="34" charset="0"/>
              <a:buChar char="–"/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543050" indent="-171450" defTabSz="685800">
              <a:spcBef>
                <a:spcPct val="20000"/>
              </a:spcBef>
              <a:buFont typeface="Arial" panose="020B0604020202020204" pitchFamily="34" charset="0"/>
              <a:buChar char="»"/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1885950" indent="-171450" defTabSz="685800">
              <a:spcBef>
                <a:spcPct val="20000"/>
              </a:spcBef>
              <a:buFont typeface="Arial" panose="020B0604020202020204" pitchFamily="34" charset="0"/>
              <a:buChar char="•"/>
              <a:defRPr sz="1500"/>
            </a:lvl6pPr>
            <a:lvl7pPr marL="2228850" indent="-171450" defTabSz="685800">
              <a:spcBef>
                <a:spcPct val="20000"/>
              </a:spcBef>
              <a:buFont typeface="Arial" panose="020B0604020202020204" pitchFamily="34" charset="0"/>
              <a:buChar char="•"/>
              <a:defRPr sz="1500"/>
            </a:lvl7pPr>
            <a:lvl8pPr marL="2571750" indent="-171450" defTabSz="685800">
              <a:spcBef>
                <a:spcPct val="20000"/>
              </a:spcBef>
              <a:buFont typeface="Arial" panose="020B0604020202020204" pitchFamily="34" charset="0"/>
              <a:buChar char="•"/>
              <a:defRPr sz="1500"/>
            </a:lvl8pPr>
            <a:lvl9pPr marL="2914650" indent="-171450" defTabSz="685800">
              <a:spcBef>
                <a:spcPct val="20000"/>
              </a:spcBef>
              <a:buFont typeface="Arial" panose="020B0604020202020204" pitchFamily="34" charset="0"/>
              <a:buChar char="•"/>
              <a:defRPr sz="1500"/>
            </a:lvl9pPr>
          </a:lstStyle>
          <a:p>
            <a:r>
              <a:rPr lang="ko-KR" altLang="en-US" sz="2462" dirty="0"/>
              <a:t>이 세 변화가 합쳐 </a:t>
            </a:r>
            <a:r>
              <a:rPr lang="en-US" altLang="ko-KR" sz="2462" dirty="0"/>
              <a:t>SKEP</a:t>
            </a:r>
            <a:r>
              <a:rPr lang="ko-KR" altLang="en-US" sz="2462" dirty="0"/>
              <a:t>의 본원 경쟁력 </a:t>
            </a:r>
            <a:r>
              <a:rPr lang="en-US" altLang="ko-KR" sz="2462" dirty="0"/>
              <a:t>— Faster Time to Yield</a:t>
            </a:r>
            <a:r>
              <a:rPr lang="ko-KR" altLang="en-US" sz="2462" dirty="0"/>
              <a:t> </a:t>
            </a:r>
            <a:r>
              <a:rPr lang="en-US" altLang="ko-KR" sz="2462" dirty="0"/>
              <a:t>— </a:t>
            </a:r>
            <a:r>
              <a:rPr lang="ko-KR" altLang="en-US" sz="2462" dirty="0"/>
              <a:t>가 강화됩니다</a:t>
            </a:r>
            <a:r>
              <a:rPr lang="en-US" altLang="ko-KR" sz="2462" dirty="0"/>
              <a:t>.</a:t>
            </a:r>
            <a:endParaRPr lang="ko-KR" altLang="en-US" sz="2462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0F0EFF1C-538A-7F30-1B20-FA2F02DCEE6E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749"/>
          <a:stretch>
            <a:fillRect/>
          </a:stretch>
        </p:blipFill>
        <p:spPr>
          <a:xfrm>
            <a:off x="0" y="-791308"/>
            <a:ext cx="12192000" cy="84406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47288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1C2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3F124EB-1C12-137A-91EB-7D16BF4D0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23702A9A-BC70-8079-9626-A759F6B19EC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5E6AFDB4-A214-7726-6ADC-CA456E13F77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2561" y="1338263"/>
            <a:ext cx="3931557" cy="24572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502431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1C2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4DC4273-AA26-E2C9-400B-F523DC232E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그림 103">
            <a:extLst>
              <a:ext uri="{FF2B5EF4-FFF2-40B4-BE49-F238E27FC236}">
                <a16:creationId xmlns:a16="http://schemas.microsoft.com/office/drawing/2014/main" id="{7851106D-15B9-6495-0A86-5C40988DD0B7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749"/>
          <a:stretch>
            <a:fillRect/>
          </a:stretch>
        </p:blipFill>
        <p:spPr>
          <a:xfrm>
            <a:off x="23446" y="-791308"/>
            <a:ext cx="12192000" cy="8440615"/>
          </a:xfrm>
          <a:prstGeom prst="rect">
            <a:avLst/>
          </a:prstGeom>
        </p:spPr>
      </p:pic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0A9C450-A36C-8C75-13D8-6912D6B8853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14744" y="361658"/>
            <a:ext cx="6247415" cy="389209"/>
          </a:xfrm>
          <a:noFill/>
        </p:spPr>
        <p:txBody>
          <a:bodyPr wrap="none" rtlCol="0">
            <a:spAutoFit/>
          </a:bodyPr>
          <a:lstStyle/>
          <a:p>
            <a:pPr defTabSz="1125444" latinLnBrk="1">
              <a:lnSpc>
                <a:spcPct val="110000"/>
              </a:lnSpc>
            </a:pPr>
            <a:r>
              <a:rPr lang="ko-KR" altLang="en-US" sz="2462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질문의 전환과 목표 수준의 재설계가 만든 본질적 혁신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A60C2C1-6B72-4ABB-1198-28FE8F6192B8}"/>
              </a:ext>
            </a:extLst>
          </p:cNvPr>
          <p:cNvSpPr txBox="1"/>
          <p:nvPr/>
        </p:nvSpPr>
        <p:spPr>
          <a:xfrm>
            <a:off x="652537" y="-499299"/>
            <a:ext cx="425501" cy="4037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lnSpc>
                <a:spcPct val="110000"/>
              </a:lnSpc>
            </a:pPr>
            <a:r>
              <a:rPr lang="en-US" altLang="ko-KR" sz="1969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///</a:t>
            </a:r>
            <a:endParaRPr lang="en-US" sz="1969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bg1"/>
              </a:solidFill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04247ABD-789A-7D3F-06EF-1A3E2B634546}"/>
              </a:ext>
            </a:extLst>
          </p:cNvPr>
          <p:cNvSpPr/>
          <p:nvPr/>
        </p:nvSpPr>
        <p:spPr>
          <a:xfrm>
            <a:off x="237189" y="-460109"/>
            <a:ext cx="354501" cy="35450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231" spc="25" dirty="0">
                <a:solidFill>
                  <a:schemeClr val="tx1"/>
                </a:solidFill>
                <a:latin typeface="Montserrat ExtraBold" panose="00000900000000000000" pitchFamily="2" charset="0"/>
              </a:rPr>
              <a:t>1</a:t>
            </a:r>
          </a:p>
        </p:txBody>
      </p:sp>
      <p:sp>
        <p:nvSpPr>
          <p:cNvPr id="26" name="슬라이드 번호 개체 틀 25">
            <a:extLst>
              <a:ext uri="{FF2B5EF4-FFF2-40B4-BE49-F238E27FC236}">
                <a16:creationId xmlns:a16="http://schemas.microsoft.com/office/drawing/2014/main" id="{6B695350-8D59-EB78-0231-1C1BEADFD7D3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3DFBBC6A-3425-4C62-80BA-0DDE16A15D08}" type="slidenum">
              <a:rPr lang="ko-KR" altLang="en-US" smtClean="0">
                <a:solidFill>
                  <a:schemeClr val="bg1"/>
                </a:solidFill>
              </a:rPr>
              <a:pPr/>
              <a:t>19</a:t>
            </a:fld>
            <a:endParaRPr lang="ko-KR" altLang="en-US" dirty="0">
              <a:solidFill>
                <a:schemeClr val="bg1"/>
              </a:solidFill>
            </a:endParaRP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694EFFE2-B0A7-AF21-84A9-9D7DD0273F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56572" y="-436776"/>
            <a:ext cx="1277994" cy="996601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98F26C54-61CE-FCBF-ACAA-43D4578BFF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73295" y="811807"/>
            <a:ext cx="1406966" cy="1125573"/>
          </a:xfrm>
          <a:prstGeom prst="rect">
            <a:avLst/>
          </a:prstGeom>
        </p:spPr>
      </p:pic>
      <p:grpSp>
        <p:nvGrpSpPr>
          <p:cNvPr id="105" name="그룹 104">
            <a:extLst>
              <a:ext uri="{FF2B5EF4-FFF2-40B4-BE49-F238E27FC236}">
                <a16:creationId xmlns:a16="http://schemas.microsoft.com/office/drawing/2014/main" id="{D5CDF1C0-625D-6A65-ED05-AC6B837EBADE}"/>
              </a:ext>
            </a:extLst>
          </p:cNvPr>
          <p:cNvGrpSpPr/>
          <p:nvPr/>
        </p:nvGrpSpPr>
        <p:grpSpPr>
          <a:xfrm>
            <a:off x="-58614" y="1186692"/>
            <a:ext cx="12274060" cy="5612654"/>
            <a:chOff x="-47624" y="1607124"/>
            <a:chExt cx="9972674" cy="4964144"/>
          </a:xfrm>
        </p:grpSpPr>
        <p:cxnSp>
          <p:nvCxnSpPr>
            <p:cNvPr id="63" name="직선 연결선 62">
              <a:extLst>
                <a:ext uri="{FF2B5EF4-FFF2-40B4-BE49-F238E27FC236}">
                  <a16:creationId xmlns:a16="http://schemas.microsoft.com/office/drawing/2014/main" id="{C4F31866-8D1D-50A8-0296-6425ED430DF3}"/>
                </a:ext>
              </a:extLst>
            </p:cNvPr>
            <p:cNvCxnSpPr/>
            <p:nvPr/>
          </p:nvCxnSpPr>
          <p:spPr>
            <a:xfrm flipV="1">
              <a:off x="839104" y="1940931"/>
              <a:ext cx="3249129" cy="0"/>
            </a:xfrm>
            <a:prstGeom prst="line">
              <a:avLst/>
            </a:prstGeom>
            <a:ln w="952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직선 연결선 63">
              <a:extLst>
                <a:ext uri="{FF2B5EF4-FFF2-40B4-BE49-F238E27FC236}">
                  <a16:creationId xmlns:a16="http://schemas.microsoft.com/office/drawing/2014/main" id="{D4CFC2BB-A23A-3B1C-26CB-620753FCA6BF}"/>
                </a:ext>
              </a:extLst>
            </p:cNvPr>
            <p:cNvCxnSpPr/>
            <p:nvPr/>
          </p:nvCxnSpPr>
          <p:spPr>
            <a:xfrm flipV="1">
              <a:off x="6084046" y="1940931"/>
              <a:ext cx="3249129" cy="0"/>
            </a:xfrm>
            <a:prstGeom prst="line">
              <a:avLst/>
            </a:prstGeom>
            <a:ln w="952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6" name="화살표: 오른쪽 65">
              <a:extLst>
                <a:ext uri="{FF2B5EF4-FFF2-40B4-BE49-F238E27FC236}">
                  <a16:creationId xmlns:a16="http://schemas.microsoft.com/office/drawing/2014/main" id="{E6E6F821-57B9-1D84-20A3-120DB9AC0AA4}"/>
                </a:ext>
              </a:extLst>
            </p:cNvPr>
            <p:cNvSpPr/>
            <p:nvPr/>
          </p:nvSpPr>
          <p:spPr>
            <a:xfrm rot="5400000">
              <a:off x="3222749" y="3861448"/>
              <a:ext cx="3790188" cy="678602"/>
            </a:xfrm>
            <a:prstGeom prst="rightArrow">
              <a:avLst>
                <a:gd name="adj1" fmla="val 50000"/>
                <a:gd name="adj2" fmla="val 38771"/>
              </a:avLst>
            </a:prstGeom>
            <a:gradFill>
              <a:gsLst>
                <a:gs pos="0">
                  <a:schemeClr val="bg1"/>
                </a:gs>
                <a:gs pos="86000">
                  <a:srgbClr val="A6A6A6"/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215">
                <a:solidFill>
                  <a:schemeClr val="bg1"/>
                </a:solidFill>
              </a:endParaRPr>
            </a:p>
          </p:txBody>
        </p:sp>
        <p:sp>
          <p:nvSpPr>
            <p:cNvPr id="67" name="사각형: 둥근 모서리 66">
              <a:extLst>
                <a:ext uri="{FF2B5EF4-FFF2-40B4-BE49-F238E27FC236}">
                  <a16:creationId xmlns:a16="http://schemas.microsoft.com/office/drawing/2014/main" id="{EAE19157-2D6C-A28D-6F4A-7CCA78C0ED6C}"/>
                </a:ext>
              </a:extLst>
            </p:cNvPr>
            <p:cNvSpPr/>
            <p:nvPr/>
          </p:nvSpPr>
          <p:spPr>
            <a:xfrm>
              <a:off x="4420930" y="1994345"/>
              <a:ext cx="1368940" cy="521726"/>
            </a:xfrm>
            <a:prstGeom prst="roundRect">
              <a:avLst>
                <a:gd name="adj" fmla="val 12921"/>
              </a:avLst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77" b="1" dirty="0">
                  <a:solidFill>
                    <a:schemeClr val="tx1"/>
                  </a:solidFill>
                </a:rPr>
                <a:t>입체적 </a:t>
              </a:r>
              <a:endParaRPr lang="en-US" altLang="ko-KR" sz="1477" b="1" dirty="0">
                <a:solidFill>
                  <a:schemeClr val="tx1"/>
                </a:solidFill>
              </a:endParaRPr>
            </a:p>
            <a:p>
              <a:pPr algn="ctr"/>
              <a:r>
                <a:rPr lang="en-US" altLang="ko-KR" sz="1477" b="1" dirty="0">
                  <a:solidFill>
                    <a:schemeClr val="tx1"/>
                  </a:solidFill>
                </a:rPr>
                <a:t>Location </a:t>
              </a:r>
              <a:r>
                <a:rPr lang="ko-KR" altLang="en-US" sz="1477" b="1" dirty="0">
                  <a:solidFill>
                    <a:schemeClr val="tx1"/>
                  </a:solidFill>
                </a:rPr>
                <a:t>파악</a:t>
              </a:r>
              <a:endParaRPr lang="en-US" sz="1477" b="1" dirty="0">
                <a:solidFill>
                  <a:schemeClr val="tx1"/>
                </a:solidFill>
              </a:endParaRPr>
            </a:p>
          </p:txBody>
        </p:sp>
        <p:sp>
          <p:nvSpPr>
            <p:cNvPr id="71" name="사각형: 둥근 모서리 70">
              <a:extLst>
                <a:ext uri="{FF2B5EF4-FFF2-40B4-BE49-F238E27FC236}">
                  <a16:creationId xmlns:a16="http://schemas.microsoft.com/office/drawing/2014/main" id="{ADDAC440-D77E-B2A6-F9CC-15B04CA5E13A}"/>
                </a:ext>
              </a:extLst>
            </p:cNvPr>
            <p:cNvSpPr/>
            <p:nvPr/>
          </p:nvSpPr>
          <p:spPr>
            <a:xfrm>
              <a:off x="4420930" y="2779695"/>
              <a:ext cx="1368940" cy="521726"/>
            </a:xfrm>
            <a:prstGeom prst="roundRect">
              <a:avLst>
                <a:gd name="adj" fmla="val 12921"/>
              </a:avLst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77" b="1" dirty="0">
                  <a:solidFill>
                    <a:schemeClr val="tx1"/>
                  </a:solidFill>
                </a:rPr>
                <a:t>KFS </a:t>
              </a:r>
              <a:r>
                <a:rPr lang="ko-KR" altLang="en-US" sz="1477" b="1" dirty="0">
                  <a:solidFill>
                    <a:schemeClr val="tx1"/>
                  </a:solidFill>
                </a:rPr>
                <a:t>추출</a:t>
              </a:r>
              <a:endParaRPr lang="en-US" sz="1477" b="1" dirty="0">
                <a:solidFill>
                  <a:schemeClr val="tx1"/>
                </a:solidFill>
              </a:endParaRPr>
            </a:p>
          </p:txBody>
        </p:sp>
        <p:sp>
          <p:nvSpPr>
            <p:cNvPr id="75" name="사각형: 둥근 모서리 74">
              <a:extLst>
                <a:ext uri="{FF2B5EF4-FFF2-40B4-BE49-F238E27FC236}">
                  <a16:creationId xmlns:a16="http://schemas.microsoft.com/office/drawing/2014/main" id="{534DFB52-21B8-5E84-9DA2-B8883C5B41BF}"/>
                </a:ext>
              </a:extLst>
            </p:cNvPr>
            <p:cNvSpPr/>
            <p:nvPr/>
          </p:nvSpPr>
          <p:spPr>
            <a:xfrm>
              <a:off x="4420930" y="3564905"/>
              <a:ext cx="1368940" cy="521726"/>
            </a:xfrm>
            <a:prstGeom prst="roundRect">
              <a:avLst>
                <a:gd name="adj" fmla="val 12921"/>
              </a:avLst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77" b="1">
                  <a:solidFill>
                    <a:schemeClr val="tx1"/>
                  </a:solidFill>
                </a:rPr>
                <a:t>목표 수준 설정</a:t>
              </a:r>
              <a:endParaRPr lang="en-US" sz="1477" b="1" dirty="0">
                <a:solidFill>
                  <a:schemeClr val="tx1"/>
                </a:solidFill>
              </a:endParaRPr>
            </a:p>
          </p:txBody>
        </p:sp>
        <p:sp>
          <p:nvSpPr>
            <p:cNvPr id="76" name="사각형: 둥근 모서리 75">
              <a:extLst>
                <a:ext uri="{FF2B5EF4-FFF2-40B4-BE49-F238E27FC236}">
                  <a16:creationId xmlns:a16="http://schemas.microsoft.com/office/drawing/2014/main" id="{25C9A7E5-0B24-902A-0C31-F5A0E32D2AF0}"/>
                </a:ext>
              </a:extLst>
            </p:cNvPr>
            <p:cNvSpPr/>
            <p:nvPr/>
          </p:nvSpPr>
          <p:spPr>
            <a:xfrm>
              <a:off x="4420930" y="4350114"/>
              <a:ext cx="1368940" cy="521726"/>
            </a:xfrm>
            <a:prstGeom prst="roundRect">
              <a:avLst>
                <a:gd name="adj" fmla="val 12921"/>
              </a:avLst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77" b="1">
                  <a:solidFill>
                    <a:schemeClr val="tx1"/>
                  </a:solidFill>
                </a:rPr>
                <a:t>장애요인 도출</a:t>
              </a:r>
              <a:endParaRPr lang="en-US" sz="1477" b="1" dirty="0">
                <a:solidFill>
                  <a:schemeClr val="tx1"/>
                </a:solidFill>
              </a:endParaRPr>
            </a:p>
          </p:txBody>
        </p:sp>
        <p:sp>
          <p:nvSpPr>
            <p:cNvPr id="77" name="사각형: 둥근 모서리 76">
              <a:extLst>
                <a:ext uri="{FF2B5EF4-FFF2-40B4-BE49-F238E27FC236}">
                  <a16:creationId xmlns:a16="http://schemas.microsoft.com/office/drawing/2014/main" id="{B9FB7997-5314-53F7-A987-69BD6F06ACB8}"/>
                </a:ext>
              </a:extLst>
            </p:cNvPr>
            <p:cNvSpPr/>
            <p:nvPr/>
          </p:nvSpPr>
          <p:spPr>
            <a:xfrm>
              <a:off x="4420930" y="5135323"/>
              <a:ext cx="1368940" cy="521726"/>
            </a:xfrm>
            <a:prstGeom prst="roundRect">
              <a:avLst>
                <a:gd name="adj" fmla="val 12921"/>
              </a:avLst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77" b="1" dirty="0">
                  <a:solidFill>
                    <a:schemeClr val="tx1"/>
                  </a:solidFill>
                </a:rPr>
                <a:t>장애요인 제거 방안</a:t>
              </a:r>
              <a:endParaRPr lang="en-US" altLang="ko-KR" sz="1477" b="1" dirty="0">
                <a:solidFill>
                  <a:schemeClr val="tx1"/>
                </a:solidFill>
              </a:endParaRPr>
            </a:p>
            <a:p>
              <a:pPr algn="ctr"/>
              <a:r>
                <a:rPr lang="ko-KR" altLang="en-US" sz="1477" b="1" dirty="0">
                  <a:solidFill>
                    <a:schemeClr val="tx1"/>
                  </a:solidFill>
                </a:rPr>
                <a:t>수립 및 실행</a:t>
              </a:r>
              <a:endParaRPr lang="en-US" sz="1477" b="1" dirty="0">
                <a:solidFill>
                  <a:schemeClr val="tx1"/>
                </a:solidFill>
              </a:endParaRP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326A2168-AC04-C6BA-CCA2-42A12DD96A93}"/>
                </a:ext>
              </a:extLst>
            </p:cNvPr>
            <p:cNvSpPr txBox="1"/>
            <p:nvPr/>
          </p:nvSpPr>
          <p:spPr>
            <a:xfrm>
              <a:off x="877628" y="1607124"/>
              <a:ext cx="3249129" cy="281742"/>
            </a:xfrm>
            <a:prstGeom prst="rect">
              <a:avLst/>
            </a:prstGeom>
            <a:noFill/>
          </p:spPr>
          <p:txBody>
            <a:bodyPr wrap="square" lIns="0" bIns="0" rtlCol="0">
              <a:spAutoFit/>
            </a:bodyPr>
            <a:lstStyle>
              <a:defPPr>
                <a:defRPr lang="ko-KR"/>
              </a:defPPr>
              <a:lvl1pPr indent="0" algn="r">
                <a:lnSpc>
                  <a:spcPct val="110000"/>
                </a:lnSpc>
                <a:buFont typeface="Wingdings" panose="05000000000000000000" pitchFamily="2" charset="2"/>
                <a:buNone/>
                <a:defRPr sz="1600" spc="-8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defRPr>
              </a:lvl1pPr>
            </a:lstStyle>
            <a:p>
              <a:r>
                <a:rPr lang="ko-KR" altLang="en-US" sz="1723" spc="-74" dirty="0">
                  <a:solidFill>
                    <a:schemeClr val="bg1"/>
                  </a:solidFill>
                </a:rPr>
                <a:t>전략적 문제의식</a:t>
              </a:r>
              <a:r>
                <a:rPr lang="en-US" altLang="ko-KR" sz="1723" spc="-74" dirty="0">
                  <a:solidFill>
                    <a:schemeClr val="bg1"/>
                  </a:solidFill>
                </a:rPr>
                <a:t> (Why?)</a:t>
              </a:r>
              <a:endParaRPr lang="en-US" sz="1477" dirty="0">
                <a:solidFill>
                  <a:schemeClr val="bg1"/>
                </a:solidFill>
              </a:endParaRP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29142024-6F8E-9189-0037-9F1CF4864E22}"/>
                </a:ext>
              </a:extLst>
            </p:cNvPr>
            <p:cNvSpPr txBox="1"/>
            <p:nvPr/>
          </p:nvSpPr>
          <p:spPr>
            <a:xfrm>
              <a:off x="6084045" y="1607124"/>
              <a:ext cx="3249129" cy="281742"/>
            </a:xfrm>
            <a:prstGeom prst="rect">
              <a:avLst/>
            </a:prstGeom>
            <a:noFill/>
          </p:spPr>
          <p:txBody>
            <a:bodyPr wrap="square" lIns="0" bIns="0" rtlCol="0">
              <a:spAutoFit/>
            </a:bodyPr>
            <a:lstStyle>
              <a:defPPr>
                <a:defRPr lang="ko-KR"/>
              </a:defPPr>
              <a:lvl1pPr indent="0" algn="r">
                <a:lnSpc>
                  <a:spcPct val="110000"/>
                </a:lnSpc>
                <a:buFont typeface="Wingdings" panose="05000000000000000000" pitchFamily="2" charset="2"/>
                <a:buNone/>
                <a:defRPr sz="1600" spc="-8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defRPr>
              </a:lvl1pPr>
            </a:lstStyle>
            <a:p>
              <a:pPr algn="l"/>
              <a:r>
                <a:rPr lang="ko-KR" altLang="en-US" sz="1723" spc="-74" dirty="0">
                  <a:solidFill>
                    <a:schemeClr val="bg1"/>
                  </a:solidFill>
                </a:rPr>
                <a:t>실전 전략 </a:t>
              </a:r>
              <a:r>
                <a:rPr lang="en-US" altLang="ko-KR" sz="1723" spc="-74" dirty="0">
                  <a:solidFill>
                    <a:schemeClr val="bg1"/>
                  </a:solidFill>
                </a:rPr>
                <a:t>(What?)</a:t>
              </a:r>
              <a:r>
                <a:rPr lang="ko-KR" altLang="en-US" sz="1723" spc="-74" dirty="0">
                  <a:solidFill>
                    <a:schemeClr val="bg1"/>
                  </a:solidFill>
                </a:rPr>
                <a:t> </a:t>
              </a:r>
              <a:r>
                <a:rPr lang="en-US" altLang="ko-KR" sz="1477" spc="-74" dirty="0">
                  <a:solidFill>
                    <a:schemeClr val="bg1"/>
                  </a:solidFill>
                </a:rPr>
                <a:t>(</a:t>
              </a:r>
              <a:r>
                <a:rPr lang="ko-KR" altLang="en-US" sz="1477" spc="-74" dirty="0">
                  <a:solidFill>
                    <a:schemeClr val="bg1"/>
                  </a:solidFill>
                </a:rPr>
                <a:t>장동현 부회장님</a:t>
              </a:r>
              <a:r>
                <a:rPr lang="en-US" altLang="ko-KR" sz="1477" spc="-74" dirty="0">
                  <a:solidFill>
                    <a:schemeClr val="bg1"/>
                  </a:solidFill>
                </a:rPr>
                <a:t>)</a:t>
              </a:r>
              <a:endParaRPr lang="en-US" sz="1477" dirty="0">
                <a:solidFill>
                  <a:schemeClr val="bg1"/>
                </a:solidFill>
              </a:endParaRPr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9729DD8B-34ED-7C41-5042-00ACD9A9FE0B}"/>
                </a:ext>
              </a:extLst>
            </p:cNvPr>
            <p:cNvSpPr txBox="1"/>
            <p:nvPr/>
          </p:nvSpPr>
          <p:spPr>
            <a:xfrm>
              <a:off x="3132181" y="6145365"/>
              <a:ext cx="3971323" cy="42590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indent="0" algn="r">
                <a:lnSpc>
                  <a:spcPct val="110000"/>
                </a:lnSpc>
                <a:buFont typeface="Wingdings" panose="05000000000000000000" pitchFamily="2" charset="2"/>
                <a:buNone/>
                <a:defRPr sz="1600" spc="-8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defRPr>
              </a:lvl1pPr>
            </a:lstStyle>
            <a:p>
              <a:pPr algn="ctr"/>
              <a:r>
                <a:rPr lang="ko-KR" altLang="en-US" sz="2462" dirty="0">
                  <a:solidFill>
                    <a:schemeClr val="bg1"/>
                  </a:solidFill>
                </a:rPr>
                <a:t>반도체 </a:t>
              </a:r>
              <a:r>
                <a:rPr lang="en-US" altLang="ko-KR" sz="2462" dirty="0">
                  <a:solidFill>
                    <a:schemeClr val="bg1"/>
                  </a:solidFill>
                </a:rPr>
                <a:t>FAB </a:t>
              </a:r>
              <a:r>
                <a:rPr lang="ko-KR" altLang="en-US" sz="2462" dirty="0">
                  <a:solidFill>
                    <a:schemeClr val="bg1"/>
                  </a:solidFill>
                </a:rPr>
                <a:t>공사기간 </a:t>
              </a:r>
              <a:r>
                <a:rPr lang="en-US" altLang="ko-KR" sz="2462" dirty="0">
                  <a:solidFill>
                    <a:schemeClr val="bg1"/>
                  </a:solidFill>
                </a:rPr>
                <a:t>30%</a:t>
              </a:r>
              <a:r>
                <a:rPr lang="ko-KR" altLang="en-US" sz="2462" dirty="0">
                  <a:solidFill>
                    <a:schemeClr val="bg1"/>
                  </a:solidFill>
                </a:rPr>
                <a:t> 압도적 단축</a:t>
              </a:r>
              <a:r>
                <a:rPr lang="en-US" altLang="ko-KR" sz="2462" dirty="0">
                  <a:solidFill>
                    <a:schemeClr val="bg1"/>
                  </a:solidFill>
                </a:rPr>
                <a:t>  </a:t>
              </a:r>
              <a:r>
                <a:rPr lang="ko-KR" altLang="en-US" sz="2462" dirty="0">
                  <a:solidFill>
                    <a:schemeClr val="bg1"/>
                  </a:solidFill>
                </a:rPr>
                <a:t> </a:t>
              </a:r>
              <a:endParaRPr lang="en-US" sz="2462" dirty="0">
                <a:solidFill>
                  <a:schemeClr val="bg1"/>
                </a:solidFill>
              </a:endParaRPr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D83EFC3F-C23A-376D-2331-4B066862CB32}"/>
                </a:ext>
              </a:extLst>
            </p:cNvPr>
            <p:cNvSpPr txBox="1"/>
            <p:nvPr/>
          </p:nvSpPr>
          <p:spPr>
            <a:xfrm>
              <a:off x="886024" y="1968756"/>
              <a:ext cx="3202209" cy="5592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indent="0" algn="ctr">
                <a:lnSpc>
                  <a:spcPct val="120000"/>
                </a:lnSpc>
                <a:buFont typeface="Arial" panose="020B0604020202020204" pitchFamily="34" charset="0"/>
                <a:buNone/>
                <a:defRPr sz="1200"/>
              </a:lvl1pPr>
            </a:lstStyle>
            <a:p>
              <a:pPr algn="r">
                <a:lnSpc>
                  <a:spcPct val="130000"/>
                </a:lnSpc>
              </a:pPr>
              <a:r>
                <a:rPr lang="ko-KR" altLang="en-US" sz="1477" b="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부분 최적화의 함정</a:t>
              </a:r>
              <a:endParaRPr lang="en-US" altLang="ko-KR" sz="1477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algn="r">
                <a:lnSpc>
                  <a:spcPct val="130000"/>
                </a:lnSpc>
              </a:pPr>
              <a:r>
                <a:rPr lang="en-US" altLang="ko-KR" sz="1354" dirty="0">
                  <a:solidFill>
                    <a:schemeClr val="bg1">
                      <a:lumMod val="75000"/>
                    </a:schemeClr>
                  </a:solidFill>
                </a:rPr>
                <a:t>GM</a:t>
              </a:r>
              <a:r>
                <a:rPr lang="ko-KR" altLang="en-US" sz="1354" dirty="0">
                  <a:solidFill>
                    <a:schemeClr val="bg1">
                      <a:lumMod val="75000"/>
                    </a:schemeClr>
                  </a:solidFill>
                </a:rPr>
                <a:t>社 부서 이기주의</a:t>
              </a:r>
              <a:r>
                <a:rPr lang="en-US" altLang="ko-KR" sz="1354" dirty="0">
                  <a:solidFill>
                    <a:schemeClr val="bg1">
                      <a:lumMod val="75000"/>
                    </a:schemeClr>
                  </a:solidFill>
                </a:rPr>
                <a:t> </a:t>
              </a:r>
              <a:r>
                <a:rPr lang="ko-KR" altLang="en-US" sz="1354" dirty="0">
                  <a:solidFill>
                    <a:schemeClr val="bg1">
                      <a:lumMod val="75000"/>
                    </a:schemeClr>
                  </a:solidFill>
                </a:rPr>
                <a:t>→ 누더기 제품</a:t>
              </a:r>
              <a:r>
                <a:rPr lang="en-US" altLang="ko-KR" sz="1354" dirty="0">
                  <a:solidFill>
                    <a:schemeClr val="bg1">
                      <a:lumMod val="75000"/>
                    </a:schemeClr>
                  </a:solidFill>
                </a:rPr>
                <a:t> </a:t>
              </a:r>
              <a:r>
                <a:rPr lang="ko-KR" altLang="en-US" sz="1354" dirty="0">
                  <a:solidFill>
                    <a:schemeClr val="bg1">
                      <a:lumMod val="75000"/>
                    </a:schemeClr>
                  </a:solidFill>
                </a:rPr>
                <a:t>→ 파산</a:t>
              </a:r>
              <a:endParaRPr lang="en-US" altLang="ko-KR" sz="1354" dirty="0">
                <a:solidFill>
                  <a:schemeClr val="bg1">
                    <a:lumMod val="75000"/>
                  </a:schemeClr>
                </a:solidFill>
              </a:endParaRPr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40431A89-79C2-72D7-A45E-1BBE880B5676}"/>
                </a:ext>
              </a:extLst>
            </p:cNvPr>
            <p:cNvSpPr txBox="1"/>
            <p:nvPr/>
          </p:nvSpPr>
          <p:spPr>
            <a:xfrm>
              <a:off x="6007181" y="1968756"/>
              <a:ext cx="3673261" cy="56002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171450" indent="-171450">
                <a:lnSpc>
                  <a:spcPct val="140000"/>
                </a:lnSpc>
                <a:buFont typeface="Arial" panose="020B0604020202020204" pitchFamily="34" charset="0"/>
                <a:buChar char="•"/>
                <a:defRPr sz="1200">
                  <a:solidFill>
                    <a:schemeClr val="tx1">
                      <a:lumMod val="50000"/>
                      <a:lumOff val="50000"/>
                    </a:schemeClr>
                  </a:solidFill>
                </a:defRPr>
              </a:lvl1pPr>
            </a:lstStyle>
            <a:p>
              <a:pPr marL="0" indent="0">
                <a:lnSpc>
                  <a:spcPct val="130000"/>
                </a:lnSpc>
                <a:buNone/>
              </a:pPr>
              <a:r>
                <a:rPr lang="ko-KR" altLang="en-US" sz="1477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파편화된 과제</a:t>
              </a:r>
              <a:r>
                <a:rPr lang="en-US" altLang="ko-KR" sz="1477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</a:t>
              </a:r>
              <a:r>
                <a:rPr lang="ko-KR" altLang="en-US" sz="1477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직시</a:t>
              </a:r>
              <a:br>
                <a:rPr lang="en-US" altLang="ko-KR" sz="1477" dirty="0">
                  <a:solidFill>
                    <a:schemeClr val="bg1"/>
                  </a:solidFill>
                </a:rPr>
              </a:br>
              <a:r>
                <a:rPr lang="ko-KR" altLang="en-US" sz="1354" dirty="0">
                  <a:solidFill>
                    <a:schemeClr val="bg1"/>
                  </a:solidFill>
                </a:rPr>
                <a:t>지향점 없는 </a:t>
              </a:r>
              <a:r>
                <a:rPr lang="en-US" altLang="ko-KR" sz="1354" dirty="0">
                  <a:solidFill>
                    <a:schemeClr val="bg1"/>
                  </a:solidFill>
                </a:rPr>
                <a:t>29</a:t>
              </a:r>
              <a:r>
                <a:rPr lang="ko-KR" altLang="en-US" sz="1354" dirty="0">
                  <a:solidFill>
                    <a:schemeClr val="bg1"/>
                  </a:solidFill>
                </a:rPr>
                <a:t>개 과제</a:t>
              </a:r>
              <a:r>
                <a:rPr lang="en-US" altLang="ko-KR" sz="1354" dirty="0">
                  <a:solidFill>
                    <a:schemeClr val="bg1"/>
                  </a:solidFill>
                </a:rPr>
                <a:t>, </a:t>
              </a:r>
              <a:r>
                <a:rPr lang="ko-KR" altLang="en-US" sz="1354" dirty="0">
                  <a:solidFill>
                    <a:schemeClr val="bg1"/>
                  </a:solidFill>
                </a:rPr>
                <a:t>경쟁사와 동일 공기 수준 </a:t>
              </a:r>
              <a:r>
                <a:rPr lang="en-US" altLang="ko-KR" sz="1354" dirty="0">
                  <a:solidFill>
                    <a:schemeClr val="bg1"/>
                  </a:solidFill>
                </a:rPr>
                <a:t>(FAB: 24</a:t>
              </a:r>
              <a:r>
                <a:rPr lang="ko-KR" altLang="en-US" sz="1354" dirty="0">
                  <a:solidFill>
                    <a:schemeClr val="bg1"/>
                  </a:solidFill>
                </a:rPr>
                <a:t>개월</a:t>
              </a:r>
              <a:r>
                <a:rPr lang="en-US" altLang="ko-KR" sz="1354" dirty="0">
                  <a:solidFill>
                    <a:schemeClr val="bg1"/>
                  </a:solidFill>
                </a:rPr>
                <a:t>)</a:t>
              </a:r>
              <a:endParaRPr lang="en-US" altLang="ko-KR" sz="1292" dirty="0">
                <a:solidFill>
                  <a:schemeClr val="bg1"/>
                </a:solidFill>
              </a:endParaRPr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4C27978A-0C3F-9B15-0FA5-5A331C840179}"/>
                </a:ext>
              </a:extLst>
            </p:cNvPr>
            <p:cNvSpPr txBox="1"/>
            <p:nvPr/>
          </p:nvSpPr>
          <p:spPr>
            <a:xfrm>
              <a:off x="-47624" y="2753383"/>
              <a:ext cx="4135858" cy="56002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indent="0" algn="ctr">
                <a:lnSpc>
                  <a:spcPct val="120000"/>
                </a:lnSpc>
                <a:buFont typeface="Arial" panose="020B0604020202020204" pitchFamily="34" charset="0"/>
                <a:buNone/>
                <a:defRPr sz="1200"/>
              </a:lvl1pPr>
            </a:lstStyle>
            <a:p>
              <a:pPr algn="r">
                <a:lnSpc>
                  <a:spcPct val="130000"/>
                </a:lnSpc>
              </a:pPr>
              <a:r>
                <a:rPr lang="ko-KR" altLang="en-US" sz="1477" b="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공기 단축 통한 금융 경쟁력 창출</a:t>
              </a:r>
              <a:endParaRPr lang="en-US" altLang="ko-KR" sz="1477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algn="r">
                <a:lnSpc>
                  <a:spcPct val="130000"/>
                </a:lnSpc>
              </a:pPr>
              <a:r>
                <a:rPr lang="en-US" altLang="ko-KR" sz="1354" dirty="0">
                  <a:solidFill>
                    <a:schemeClr val="bg1">
                      <a:lumMod val="75000"/>
                    </a:schemeClr>
                  </a:solidFill>
                </a:rPr>
                <a:t>FAB </a:t>
              </a:r>
              <a:r>
                <a:rPr lang="ko-KR" altLang="en-US" sz="1354" dirty="0">
                  <a:solidFill>
                    <a:schemeClr val="bg1">
                      <a:lumMod val="75000"/>
                    </a:schemeClr>
                  </a:solidFill>
                </a:rPr>
                <a:t>기준 </a:t>
              </a:r>
              <a:r>
                <a:rPr lang="en-US" altLang="ko-KR" sz="1354" dirty="0">
                  <a:solidFill>
                    <a:schemeClr val="bg1">
                      <a:lumMod val="75000"/>
                    </a:schemeClr>
                  </a:solidFill>
                </a:rPr>
                <a:t>3</a:t>
              </a:r>
              <a:r>
                <a:rPr lang="ko-KR" altLang="en-US" sz="1354" dirty="0">
                  <a:solidFill>
                    <a:schemeClr val="bg1">
                      <a:lumMod val="75000"/>
                    </a:schemeClr>
                  </a:solidFill>
                </a:rPr>
                <a:t>개월 단축 시 </a:t>
              </a:r>
              <a:r>
                <a:rPr lang="en-US" altLang="ko-KR" sz="1354" dirty="0">
                  <a:solidFill>
                    <a:schemeClr val="bg1">
                      <a:lumMod val="75000"/>
                    </a:schemeClr>
                  </a:solidFill>
                </a:rPr>
                <a:t>2</a:t>
              </a:r>
              <a:r>
                <a:rPr lang="ko-KR" altLang="en-US" sz="1354" dirty="0">
                  <a:solidFill>
                    <a:schemeClr val="bg1">
                      <a:lumMod val="75000"/>
                    </a:schemeClr>
                  </a:solidFill>
                </a:rPr>
                <a:t>조 </a:t>
              </a:r>
              <a:r>
                <a:rPr lang="en-US" altLang="ko-KR" sz="1354" dirty="0">
                  <a:solidFill>
                    <a:schemeClr val="bg1">
                      <a:lumMod val="75000"/>
                    </a:schemeClr>
                  </a:solidFill>
                </a:rPr>
                <a:t>5</a:t>
              </a:r>
              <a:r>
                <a:rPr lang="ko-KR" altLang="en-US" sz="1354" dirty="0">
                  <a:solidFill>
                    <a:schemeClr val="bg1">
                      <a:lumMod val="75000"/>
                    </a:schemeClr>
                  </a:solidFill>
                </a:rPr>
                <a:t>천억원 조기 영업이익 실현 가능 </a:t>
              </a:r>
              <a:endParaRPr lang="en-US" altLang="ko-KR" sz="1354" dirty="0">
                <a:solidFill>
                  <a:schemeClr val="bg1">
                    <a:lumMod val="75000"/>
                  </a:schemeClr>
                </a:solidFill>
              </a:endParaRPr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7F4CF2C2-EB76-B7A0-1A49-760E1CD1F534}"/>
                </a:ext>
              </a:extLst>
            </p:cNvPr>
            <p:cNvSpPr txBox="1"/>
            <p:nvPr/>
          </p:nvSpPr>
          <p:spPr>
            <a:xfrm>
              <a:off x="6007181" y="2753736"/>
              <a:ext cx="3917869" cy="56002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171450" indent="-171450">
                <a:lnSpc>
                  <a:spcPct val="140000"/>
                </a:lnSpc>
                <a:buFont typeface="Arial" panose="020B0604020202020204" pitchFamily="34" charset="0"/>
                <a:buChar char="•"/>
                <a:defRPr sz="1200">
                  <a:solidFill>
                    <a:schemeClr val="tx1">
                      <a:lumMod val="50000"/>
                      <a:lumOff val="50000"/>
                    </a:schemeClr>
                  </a:solidFill>
                </a:defRPr>
              </a:lvl1pPr>
            </a:lstStyle>
            <a:p>
              <a:pPr marL="0" indent="0">
                <a:lnSpc>
                  <a:spcPct val="130000"/>
                </a:lnSpc>
                <a:buNone/>
              </a:pPr>
              <a:r>
                <a:rPr lang="ko-KR" altLang="en-US" sz="1477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결정적 병목 구간 분석</a:t>
              </a:r>
              <a:r>
                <a:rPr lang="en-US" altLang="ko-KR" sz="1477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/</a:t>
              </a:r>
              <a:r>
                <a:rPr lang="ko-KR" altLang="en-US" sz="1477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선정</a:t>
              </a:r>
              <a:br>
                <a:rPr lang="en-US" altLang="ko-KR" sz="1477" dirty="0">
                  <a:solidFill>
                    <a:schemeClr val="bg1"/>
                  </a:solidFill>
                </a:rPr>
              </a:br>
              <a:r>
                <a:rPr lang="ko-KR" altLang="en-US" sz="1354" dirty="0">
                  <a:solidFill>
                    <a:schemeClr val="bg1"/>
                  </a:solidFill>
                </a:rPr>
                <a:t>전체 공기 </a:t>
              </a:r>
              <a:r>
                <a:rPr lang="en-US" altLang="ko-KR" sz="1354" dirty="0">
                  <a:solidFill>
                    <a:schemeClr val="bg1"/>
                  </a:solidFill>
                </a:rPr>
                <a:t>50%</a:t>
              </a:r>
              <a:r>
                <a:rPr lang="ko-KR" altLang="en-US" sz="1354" dirty="0">
                  <a:solidFill>
                    <a:schemeClr val="bg1"/>
                  </a:solidFill>
                </a:rPr>
                <a:t> 차지 기초</a:t>
              </a:r>
              <a:r>
                <a:rPr lang="en-US" altLang="ko-KR" sz="1354" dirty="0">
                  <a:solidFill>
                    <a:schemeClr val="bg1"/>
                  </a:solidFill>
                </a:rPr>
                <a:t>/</a:t>
              </a:r>
              <a:r>
                <a:rPr lang="ko-KR" altLang="en-US" sz="1354" dirty="0">
                  <a:solidFill>
                    <a:schemeClr val="bg1"/>
                  </a:solidFill>
                </a:rPr>
                <a:t>골조 구간</a:t>
              </a:r>
              <a:r>
                <a:rPr lang="en-US" altLang="ko-KR" sz="1354" dirty="0">
                  <a:solidFill>
                    <a:schemeClr val="bg1"/>
                  </a:solidFill>
                </a:rPr>
                <a:t>,</a:t>
              </a:r>
              <a:r>
                <a:rPr lang="ko-KR" altLang="en-US" sz="1354" dirty="0">
                  <a:solidFill>
                    <a:schemeClr val="bg1"/>
                  </a:solidFill>
                </a:rPr>
                <a:t> 복잡한 </a:t>
              </a:r>
              <a:r>
                <a:rPr lang="en-US" altLang="ko-KR" sz="1354" dirty="0">
                  <a:solidFill>
                    <a:schemeClr val="bg1"/>
                  </a:solidFill>
                </a:rPr>
                <a:t>MEP </a:t>
              </a:r>
              <a:r>
                <a:rPr lang="ko-KR" altLang="en-US" sz="1354" dirty="0">
                  <a:solidFill>
                    <a:schemeClr val="bg1"/>
                  </a:solidFill>
                </a:rPr>
                <a:t>공정 인터페이스</a:t>
              </a:r>
              <a:endParaRPr lang="en-US" altLang="ko-KR" sz="1292" dirty="0">
                <a:solidFill>
                  <a:schemeClr val="bg1"/>
                </a:solidFill>
              </a:endParaRPr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B60D03D7-3DB6-1E58-A84C-A77347DA9367}"/>
                </a:ext>
              </a:extLst>
            </p:cNvPr>
            <p:cNvSpPr txBox="1"/>
            <p:nvPr/>
          </p:nvSpPr>
          <p:spPr>
            <a:xfrm>
              <a:off x="152400" y="3538715"/>
              <a:ext cx="3935833" cy="5592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indent="0" algn="ctr">
                <a:lnSpc>
                  <a:spcPct val="120000"/>
                </a:lnSpc>
                <a:buFont typeface="Arial" panose="020B0604020202020204" pitchFamily="34" charset="0"/>
                <a:buNone/>
                <a:defRPr sz="1200"/>
              </a:lvl1pPr>
            </a:lstStyle>
            <a:p>
              <a:pPr algn="r">
                <a:lnSpc>
                  <a:spcPct val="130000"/>
                </a:lnSpc>
              </a:pPr>
              <a:r>
                <a:rPr lang="ko-KR" altLang="en-US" sz="1477" b="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파괴적 혁신의 원칙</a:t>
              </a:r>
              <a:r>
                <a:rPr lang="en-US" altLang="ko-KR" sz="1477" b="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‘Target</a:t>
              </a:r>
              <a:r>
                <a:rPr lang="ko-KR" altLang="en-US" sz="1477" b="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</a:t>
              </a:r>
              <a:r>
                <a:rPr lang="en-US" altLang="ko-KR" sz="1477" b="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Image’</a:t>
              </a:r>
            </a:p>
            <a:p>
              <a:pPr algn="r">
                <a:lnSpc>
                  <a:spcPct val="130000"/>
                </a:lnSpc>
              </a:pPr>
              <a:r>
                <a:rPr lang="en-US" altLang="ko-KR" sz="1354" dirty="0">
                  <a:solidFill>
                    <a:schemeClr val="bg1">
                      <a:lumMod val="75000"/>
                    </a:schemeClr>
                  </a:solidFill>
                </a:rPr>
                <a:t>Apple</a:t>
              </a:r>
              <a:r>
                <a:rPr lang="ko-KR" altLang="en-US" sz="1354" dirty="0">
                  <a:solidFill>
                    <a:schemeClr val="bg1">
                      <a:lumMod val="75000"/>
                    </a:schemeClr>
                  </a:solidFill>
                </a:rPr>
                <a:t>社</a:t>
              </a:r>
              <a:r>
                <a:rPr lang="en-US" altLang="ko-KR" sz="1354" dirty="0">
                  <a:solidFill>
                    <a:schemeClr val="bg1">
                      <a:lumMod val="75000"/>
                    </a:schemeClr>
                  </a:solidFill>
                </a:rPr>
                <a:t> </a:t>
              </a:r>
              <a:r>
                <a:rPr lang="ko-KR" altLang="en-US" sz="1354" dirty="0">
                  <a:solidFill>
                    <a:schemeClr val="bg1">
                      <a:lumMod val="75000"/>
                    </a:schemeClr>
                  </a:solidFill>
                </a:rPr>
                <a:t>단 하나의 </a:t>
              </a:r>
              <a:r>
                <a:rPr lang="ko-KR" altLang="en-US" sz="1354" dirty="0" err="1">
                  <a:solidFill>
                    <a:schemeClr val="bg1">
                      <a:lumMod val="75000"/>
                    </a:schemeClr>
                  </a:solidFill>
                </a:rPr>
                <a:t>홈버튼</a:t>
              </a:r>
              <a:r>
                <a:rPr lang="ko-KR" altLang="en-US" sz="1354" dirty="0">
                  <a:solidFill>
                    <a:schemeClr val="bg1">
                      <a:lumMod val="75000"/>
                    </a:schemeClr>
                  </a:solidFill>
                </a:rPr>
                <a:t> → </a:t>
              </a:r>
              <a:r>
                <a:rPr lang="en-US" altLang="ko-KR" sz="1354" dirty="0">
                  <a:solidFill>
                    <a:schemeClr val="bg1">
                      <a:lumMod val="75000"/>
                    </a:schemeClr>
                  </a:solidFill>
                </a:rPr>
                <a:t>HW/SW </a:t>
              </a:r>
              <a:r>
                <a:rPr lang="ko-KR" altLang="en-US" sz="1354" dirty="0">
                  <a:solidFill>
                    <a:schemeClr val="bg1">
                      <a:lumMod val="75000"/>
                    </a:schemeClr>
                  </a:solidFill>
                </a:rPr>
                <a:t>재해석 → 시장 </a:t>
              </a:r>
              <a:r>
                <a:rPr lang="ko-KR" altLang="en-US" sz="1354" dirty="0" err="1">
                  <a:solidFill>
                    <a:schemeClr val="bg1">
                      <a:lumMod val="75000"/>
                    </a:schemeClr>
                  </a:solidFill>
                </a:rPr>
                <a:t>재패</a:t>
              </a:r>
              <a:r>
                <a:rPr lang="en-US" altLang="ko-KR" sz="1354" dirty="0">
                  <a:solidFill>
                    <a:schemeClr val="bg1">
                      <a:lumMod val="75000"/>
                    </a:schemeClr>
                  </a:solidFill>
                </a:rPr>
                <a:t> </a:t>
              </a:r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DB6648F0-9664-8B55-22AE-6E9E6CD6F6EF}"/>
                </a:ext>
              </a:extLst>
            </p:cNvPr>
            <p:cNvSpPr txBox="1"/>
            <p:nvPr/>
          </p:nvSpPr>
          <p:spPr>
            <a:xfrm>
              <a:off x="6007181" y="3538716"/>
              <a:ext cx="3673261" cy="56002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171450" indent="-171450">
                <a:lnSpc>
                  <a:spcPct val="140000"/>
                </a:lnSpc>
                <a:buFont typeface="Arial" panose="020B0604020202020204" pitchFamily="34" charset="0"/>
                <a:buChar char="•"/>
                <a:defRPr sz="1200">
                  <a:solidFill>
                    <a:schemeClr val="tx1">
                      <a:lumMod val="50000"/>
                      <a:lumOff val="50000"/>
                    </a:schemeClr>
                  </a:solidFill>
                </a:defRPr>
              </a:lvl1pPr>
            </a:lstStyle>
            <a:p>
              <a:pPr marL="0" indent="0">
                <a:lnSpc>
                  <a:spcPct val="130000"/>
                </a:lnSpc>
                <a:buNone/>
              </a:pPr>
              <a:r>
                <a:rPr lang="ko-KR" altLang="en-US" sz="1477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공사기간 </a:t>
              </a:r>
              <a:r>
                <a:rPr lang="en-US" altLang="ko-KR" sz="1477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30% </a:t>
              </a:r>
              <a:r>
                <a:rPr lang="ko-KR" altLang="en-US" sz="1477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압도적 단축</a:t>
              </a:r>
              <a:br>
                <a:rPr lang="en-US" altLang="ko-KR" sz="1477" dirty="0">
                  <a:solidFill>
                    <a:schemeClr val="bg1"/>
                  </a:solidFill>
                </a:rPr>
              </a:br>
              <a:r>
                <a:rPr lang="en-US" altLang="ko-KR" sz="1354" dirty="0">
                  <a:solidFill>
                    <a:schemeClr val="bg1"/>
                  </a:solidFill>
                </a:rPr>
                <a:t>"</a:t>
              </a:r>
              <a:r>
                <a:rPr lang="ko-KR" altLang="en-US" sz="1354" dirty="0">
                  <a:solidFill>
                    <a:schemeClr val="bg1"/>
                  </a:solidFill>
                </a:rPr>
                <a:t>얼마나 줄일까</a:t>
              </a:r>
              <a:r>
                <a:rPr lang="en-US" altLang="ko-KR" sz="1354" dirty="0">
                  <a:solidFill>
                    <a:schemeClr val="bg1"/>
                  </a:solidFill>
                </a:rPr>
                <a:t>"</a:t>
              </a:r>
              <a:r>
                <a:rPr lang="ko-KR" altLang="en-US" sz="1354" dirty="0">
                  <a:solidFill>
                    <a:schemeClr val="bg1"/>
                  </a:solidFill>
                </a:rPr>
                <a:t>가 아닌 </a:t>
              </a:r>
              <a:r>
                <a:rPr lang="en-US" altLang="ko-KR" sz="1354" dirty="0">
                  <a:solidFill>
                    <a:schemeClr val="bg1"/>
                  </a:solidFill>
                </a:rPr>
                <a:t>“</a:t>
              </a:r>
              <a:r>
                <a:rPr lang="ko-KR" altLang="en-US" sz="1354" dirty="0">
                  <a:solidFill>
                    <a:schemeClr val="bg1"/>
                  </a:solidFill>
                </a:rPr>
                <a:t>무엇을 바꿔야 하나</a:t>
              </a:r>
              <a:r>
                <a:rPr lang="en-US" altLang="ko-KR" sz="1354" dirty="0">
                  <a:solidFill>
                    <a:schemeClr val="bg1"/>
                  </a:solidFill>
                </a:rPr>
                <a:t>"</a:t>
              </a:r>
              <a:r>
                <a:rPr lang="ko-KR" altLang="en-US" sz="1354" dirty="0">
                  <a:solidFill>
                    <a:schemeClr val="bg1"/>
                  </a:solidFill>
                </a:rPr>
                <a:t>로 질문을 전환</a:t>
              </a:r>
              <a:endParaRPr lang="en-US" altLang="ko-KR" sz="1292" dirty="0">
                <a:solidFill>
                  <a:schemeClr val="bg1"/>
                </a:solidFill>
              </a:endParaRPr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9C1B9E29-FC47-A1A1-433A-7A2B48837C75}"/>
                </a:ext>
              </a:extLst>
            </p:cNvPr>
            <p:cNvSpPr txBox="1"/>
            <p:nvPr/>
          </p:nvSpPr>
          <p:spPr>
            <a:xfrm>
              <a:off x="886024" y="4323344"/>
              <a:ext cx="3202209" cy="56002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indent="0" algn="ctr">
                <a:lnSpc>
                  <a:spcPct val="120000"/>
                </a:lnSpc>
                <a:buFont typeface="Arial" panose="020B0604020202020204" pitchFamily="34" charset="0"/>
                <a:buNone/>
                <a:defRPr sz="1200"/>
              </a:lvl1pPr>
            </a:lstStyle>
            <a:p>
              <a:pPr algn="r">
                <a:lnSpc>
                  <a:spcPct val="130000"/>
                </a:lnSpc>
              </a:pPr>
              <a:r>
                <a:rPr lang="en-US" altLang="ko-KR" sz="1477" b="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SUPEX</a:t>
              </a:r>
              <a:r>
                <a:rPr lang="ko-KR" altLang="en-US" sz="1477" b="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가 조망하는 보이지 않는 장벽</a:t>
              </a:r>
              <a:endParaRPr lang="en-US" altLang="ko-KR" sz="1477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algn="r">
                <a:lnSpc>
                  <a:spcPct val="130000"/>
                </a:lnSpc>
              </a:pPr>
              <a:r>
                <a:rPr lang="ko-KR" altLang="en-US" sz="1354" dirty="0">
                  <a:solidFill>
                    <a:schemeClr val="bg1">
                      <a:lumMod val="75000"/>
                    </a:schemeClr>
                  </a:solidFill>
                </a:rPr>
                <a:t>높은 목표 앞에서 비로소 넘어야 할 장애로 가시화</a:t>
              </a:r>
              <a:endParaRPr lang="en-US" altLang="ko-KR" sz="1354" dirty="0">
                <a:solidFill>
                  <a:schemeClr val="bg1">
                    <a:lumMod val="75000"/>
                  </a:schemeClr>
                </a:solidFill>
              </a:endParaRPr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800AE5E8-9713-C0A1-912B-8C6DC330607D}"/>
                </a:ext>
              </a:extLst>
            </p:cNvPr>
            <p:cNvSpPr txBox="1"/>
            <p:nvPr/>
          </p:nvSpPr>
          <p:spPr>
            <a:xfrm>
              <a:off x="6007181" y="4323696"/>
              <a:ext cx="3402855" cy="56002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171450" indent="-171450">
                <a:lnSpc>
                  <a:spcPct val="140000"/>
                </a:lnSpc>
                <a:buFont typeface="Arial" panose="020B0604020202020204" pitchFamily="34" charset="0"/>
                <a:buChar char="•"/>
                <a:defRPr sz="1200">
                  <a:solidFill>
                    <a:schemeClr val="tx1">
                      <a:lumMod val="50000"/>
                      <a:lumOff val="50000"/>
                    </a:schemeClr>
                  </a:solidFill>
                </a:defRPr>
              </a:lvl1pPr>
            </a:lstStyle>
            <a:p>
              <a:pPr marL="0" indent="0">
                <a:lnSpc>
                  <a:spcPct val="130000"/>
                </a:lnSpc>
                <a:buNone/>
              </a:pPr>
              <a:r>
                <a:rPr lang="ko-KR" altLang="en-US" sz="1477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관행적 시공 방식의 한계</a:t>
              </a:r>
              <a:br>
                <a:rPr lang="en-US" altLang="ko-KR" sz="1477" dirty="0">
                  <a:solidFill>
                    <a:schemeClr val="bg1"/>
                  </a:solidFill>
                </a:rPr>
              </a:br>
              <a:r>
                <a:rPr lang="ko-KR" altLang="en-US" sz="1354" dirty="0">
                  <a:solidFill>
                    <a:schemeClr val="bg1"/>
                  </a:solidFill>
                </a:rPr>
                <a:t>기초</a:t>
              </a:r>
              <a:r>
                <a:rPr lang="en-US" altLang="ko-KR" sz="1354" dirty="0">
                  <a:solidFill>
                    <a:schemeClr val="bg1"/>
                  </a:solidFill>
                </a:rPr>
                <a:t>/</a:t>
              </a:r>
              <a:r>
                <a:rPr lang="ko-KR" altLang="en-US" sz="1354" dirty="0">
                  <a:solidFill>
                    <a:schemeClr val="bg1"/>
                  </a:solidFill>
                </a:rPr>
                <a:t>골조 구간의 현장 의존적 공법</a:t>
              </a:r>
              <a:r>
                <a:rPr lang="en-US" altLang="ko-KR" sz="1354" dirty="0">
                  <a:solidFill>
                    <a:schemeClr val="bg1"/>
                  </a:solidFill>
                </a:rPr>
                <a:t>,</a:t>
              </a:r>
              <a:r>
                <a:rPr lang="ko-KR" altLang="en-US" sz="1354" dirty="0">
                  <a:solidFill>
                    <a:schemeClr val="bg1"/>
                  </a:solidFill>
                </a:rPr>
                <a:t> 설계</a:t>
              </a:r>
              <a:r>
                <a:rPr lang="en-US" altLang="ko-KR" sz="1354" dirty="0">
                  <a:solidFill>
                    <a:schemeClr val="bg1"/>
                  </a:solidFill>
                </a:rPr>
                <a:t>-</a:t>
              </a:r>
              <a:r>
                <a:rPr lang="ko-KR" altLang="en-US" sz="1354" dirty="0">
                  <a:solidFill>
                    <a:schemeClr val="bg1"/>
                  </a:solidFill>
                </a:rPr>
                <a:t>현장 간 정보 단절</a:t>
              </a:r>
              <a:endParaRPr lang="en-US" altLang="ko-KR" sz="1292" dirty="0">
                <a:solidFill>
                  <a:schemeClr val="bg1"/>
                </a:solidFill>
              </a:endParaRPr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3BE9FE3F-1994-47E9-F24E-6984183E8CB9}"/>
                </a:ext>
              </a:extLst>
            </p:cNvPr>
            <p:cNvSpPr txBox="1"/>
            <p:nvPr/>
          </p:nvSpPr>
          <p:spPr>
            <a:xfrm>
              <a:off x="152400" y="5108676"/>
              <a:ext cx="3935834" cy="56002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indent="0" algn="ctr">
                <a:lnSpc>
                  <a:spcPct val="120000"/>
                </a:lnSpc>
                <a:buFont typeface="Arial" panose="020B0604020202020204" pitchFamily="34" charset="0"/>
                <a:buNone/>
                <a:defRPr sz="1200"/>
              </a:lvl1pPr>
            </a:lstStyle>
            <a:p>
              <a:pPr algn="r">
                <a:lnSpc>
                  <a:spcPct val="130000"/>
                </a:lnSpc>
              </a:pPr>
              <a:r>
                <a:rPr lang="ko-KR" altLang="en-US" sz="1477" b="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시스템의 개선 아닌 재설계</a:t>
              </a:r>
              <a:endParaRPr lang="en-US" altLang="ko-KR" sz="1477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algn="r">
                <a:lnSpc>
                  <a:spcPct val="130000"/>
                </a:lnSpc>
              </a:pPr>
              <a:r>
                <a:rPr lang="ko-KR" altLang="en-US" sz="1354" dirty="0">
                  <a:solidFill>
                    <a:schemeClr val="bg1">
                      <a:lumMod val="75000"/>
                    </a:schemeClr>
                  </a:solidFill>
                </a:rPr>
                <a:t>워크플로우를 근본적으로 바꾸는</a:t>
              </a:r>
              <a:r>
                <a:rPr lang="en-US" altLang="ko-KR" sz="1354" dirty="0">
                  <a:solidFill>
                    <a:schemeClr val="bg1">
                      <a:lumMod val="75000"/>
                    </a:schemeClr>
                  </a:solidFill>
                </a:rPr>
                <a:t> </a:t>
              </a:r>
              <a:r>
                <a:rPr lang="ko-KR" altLang="en-US" sz="1354" dirty="0">
                  <a:solidFill>
                    <a:schemeClr val="bg1">
                      <a:lumMod val="75000"/>
                    </a:schemeClr>
                  </a:solidFill>
                </a:rPr>
                <a:t>것이 시스템 한계를 돌파</a:t>
              </a:r>
              <a:endParaRPr lang="en-US" altLang="ko-KR" sz="1354" dirty="0">
                <a:solidFill>
                  <a:schemeClr val="bg1">
                    <a:lumMod val="75000"/>
                  </a:schemeClr>
                </a:solidFill>
              </a:endParaRPr>
            </a:p>
          </p:txBody>
        </p:sp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2F3DC57B-CCE0-C319-47A0-DE8FD6FBFF91}"/>
                </a:ext>
              </a:extLst>
            </p:cNvPr>
            <p:cNvSpPr txBox="1"/>
            <p:nvPr/>
          </p:nvSpPr>
          <p:spPr>
            <a:xfrm>
              <a:off x="6007181" y="5108676"/>
              <a:ext cx="3740981" cy="56002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171450" indent="-171450">
                <a:lnSpc>
                  <a:spcPct val="140000"/>
                </a:lnSpc>
                <a:buFont typeface="Arial" panose="020B0604020202020204" pitchFamily="34" charset="0"/>
                <a:buChar char="•"/>
                <a:defRPr sz="1200">
                  <a:solidFill>
                    <a:schemeClr val="tx1">
                      <a:lumMod val="50000"/>
                      <a:lumOff val="50000"/>
                    </a:schemeClr>
                  </a:solidFill>
                </a:defRPr>
              </a:lvl1pPr>
            </a:lstStyle>
            <a:p>
              <a:pPr marL="0" indent="0">
                <a:lnSpc>
                  <a:spcPct val="130000"/>
                </a:lnSpc>
                <a:buNone/>
              </a:pPr>
              <a:r>
                <a:rPr lang="ko-KR" altLang="en-US" sz="1477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워크플로우 리디자인</a:t>
              </a:r>
              <a:r>
                <a:rPr lang="en-US" altLang="ko-KR" sz="1477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: OSC* </a:t>
              </a:r>
              <a:r>
                <a:rPr lang="ko-KR" altLang="en-US" sz="1477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확대</a:t>
              </a:r>
              <a:br>
                <a:rPr lang="en-US" altLang="ko-KR" sz="1477" dirty="0">
                  <a:solidFill>
                    <a:schemeClr val="bg1"/>
                  </a:solidFill>
                </a:rPr>
              </a:br>
              <a:r>
                <a:rPr lang="ko-KR" altLang="en-US" sz="1354" dirty="0">
                  <a:solidFill>
                    <a:schemeClr val="bg1"/>
                  </a:solidFill>
                </a:rPr>
                <a:t>현장 작업을 공장 제작 전이</a:t>
              </a:r>
              <a:r>
                <a:rPr lang="en-US" altLang="ko-KR" sz="1354" dirty="0">
                  <a:solidFill>
                    <a:schemeClr val="bg1"/>
                  </a:solidFill>
                </a:rPr>
                <a:t>, AX</a:t>
              </a:r>
              <a:r>
                <a:rPr lang="ko-KR" altLang="en-US" sz="1354" dirty="0">
                  <a:solidFill>
                    <a:schemeClr val="bg1"/>
                  </a:solidFill>
                </a:rPr>
                <a:t>를 통한 리스크 </a:t>
              </a:r>
              <a:r>
                <a:rPr lang="ko-KR" altLang="en-US" sz="1354" dirty="0" err="1">
                  <a:solidFill>
                    <a:schemeClr val="bg1"/>
                  </a:solidFill>
                </a:rPr>
                <a:t>선제적</a:t>
              </a:r>
              <a:r>
                <a:rPr lang="ko-KR" altLang="en-US" sz="1354" dirty="0">
                  <a:solidFill>
                    <a:schemeClr val="bg1"/>
                  </a:solidFill>
                </a:rPr>
                <a:t> 통제</a:t>
              </a:r>
              <a:endParaRPr lang="en-US" altLang="ko-KR" sz="1292" dirty="0">
                <a:solidFill>
                  <a:schemeClr val="bg1"/>
                </a:solidFill>
              </a:endParaRPr>
            </a:p>
          </p:txBody>
        </p: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133ECAB0-898F-5FE6-E6F2-F42BA119BB76}"/>
                </a:ext>
              </a:extLst>
            </p:cNvPr>
            <p:cNvSpPr txBox="1"/>
            <p:nvPr/>
          </p:nvSpPr>
          <p:spPr>
            <a:xfrm>
              <a:off x="8305232" y="6031952"/>
              <a:ext cx="1190170" cy="24794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ko-KR"/>
              </a:defPPr>
              <a:lvl1pPr algn="ctr">
                <a:lnSpc>
                  <a:spcPct val="120000"/>
                </a:lnSpc>
                <a:defRPr sz="1200" spc="-6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defRPr>
              </a:lvl1pPr>
            </a:lstStyle>
            <a:p>
              <a:pPr algn="l"/>
              <a:r>
                <a:rPr lang="en-US" altLang="ko-KR" sz="1108" i="1" dirty="0">
                  <a:solidFill>
                    <a:schemeClr val="bg1"/>
                  </a:solidFill>
                </a:rPr>
                <a:t>* Off-Site</a:t>
              </a:r>
              <a:r>
                <a:rPr lang="ko-KR" altLang="en-US" sz="1108" i="1" dirty="0">
                  <a:solidFill>
                    <a:schemeClr val="bg1"/>
                  </a:solidFill>
                </a:rPr>
                <a:t> </a:t>
              </a:r>
              <a:r>
                <a:rPr lang="en-US" altLang="ko-KR" sz="1108" i="1" dirty="0">
                  <a:solidFill>
                    <a:schemeClr val="bg1"/>
                  </a:solidFill>
                </a:rPr>
                <a:t>Construction</a:t>
              </a:r>
              <a:endParaRPr lang="ko-KR" altLang="en-US" sz="1108" b="1" i="1" u="sng" dirty="0">
                <a:solidFill>
                  <a:schemeClr val="bg1"/>
                </a:solidFill>
              </a:endParaRPr>
            </a:p>
          </p:txBody>
        </p:sp>
      </p:grpSp>
      <p:sp>
        <p:nvSpPr>
          <p:cNvPr id="103" name="슬라이드 번호 개체 틀 24">
            <a:extLst>
              <a:ext uri="{FF2B5EF4-FFF2-40B4-BE49-F238E27FC236}">
                <a16:creationId xmlns:a16="http://schemas.microsoft.com/office/drawing/2014/main" id="{BFAFAF48-9CC7-9324-417B-A6329D17AAE7}"/>
              </a:ext>
            </a:extLst>
          </p:cNvPr>
          <p:cNvSpPr txBox="1">
            <a:spLocks/>
          </p:cNvSpPr>
          <p:nvPr/>
        </p:nvSpPr>
        <p:spPr>
          <a:xfrm>
            <a:off x="11372135" y="7521097"/>
            <a:ext cx="673003" cy="127856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defPPr>
              <a:defRPr lang="ko-KR"/>
            </a:defPPr>
            <a:lvl1pPr marL="0" algn="r" defTabSz="914400" rtl="0" eaLnBrk="1" latinLnBrk="0" hangingPunct="1">
              <a:spcBef>
                <a:spcPts val="0"/>
              </a:spcBef>
              <a:defRPr sz="675" kern="1200">
                <a:solidFill>
                  <a:schemeClr val="tx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DFBBC6A-3425-4C62-80BA-0DDE16A15D08}" type="slidenum">
              <a:rPr lang="ko-KR" altLang="en-US" sz="831"/>
              <a:pPr/>
              <a:t>19</a:t>
            </a:fld>
            <a:endParaRPr lang="ko-KR" altLang="en-US" sz="831" dirty="0"/>
          </a:p>
        </p:txBody>
      </p:sp>
    </p:spTree>
    <p:extLst>
      <p:ext uri="{BB962C8B-B14F-4D97-AF65-F5344CB8AC3E}">
        <p14:creationId xmlns:p14="http://schemas.microsoft.com/office/powerpoint/2010/main" val="12462623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1C2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8C93CB-9BC6-ECAE-69B9-DCC4DBCEC9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직사각형 19">
            <a:extLst>
              <a:ext uri="{FF2B5EF4-FFF2-40B4-BE49-F238E27FC236}">
                <a16:creationId xmlns:a16="http://schemas.microsoft.com/office/drawing/2014/main" id="{8E62596A-1DE6-C59B-6B2E-8478A5A70BAC}"/>
              </a:ext>
            </a:extLst>
          </p:cNvPr>
          <p:cNvSpPr/>
          <p:nvPr/>
        </p:nvSpPr>
        <p:spPr>
          <a:xfrm>
            <a:off x="1387390" y="4039675"/>
            <a:ext cx="10177266" cy="2589622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altLang="ko-KR" sz="1477" b="1" dirty="0">
              <a:solidFill>
                <a:schemeClr val="tx1"/>
              </a:solidFill>
              <a:latin typeface="Pretendard" panose="02000503000000020004" pitchFamily="50" charset="-127"/>
              <a:ea typeface="Pretendard" panose="02000503000000020004" pitchFamily="50" charset="-127"/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0CEF600E-4B7B-849F-1D66-61525EA6C700}"/>
              </a:ext>
            </a:extLst>
          </p:cNvPr>
          <p:cNvSpPr/>
          <p:nvPr/>
        </p:nvSpPr>
        <p:spPr>
          <a:xfrm>
            <a:off x="1387390" y="2879492"/>
            <a:ext cx="10177266" cy="919353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altLang="ko-KR" sz="1477" b="1" dirty="0">
              <a:solidFill>
                <a:schemeClr val="tx1"/>
              </a:solidFill>
              <a:latin typeface="Pretendard" panose="02000503000000020004" pitchFamily="50" charset="-127"/>
              <a:ea typeface="Pretendard" panose="02000503000000020004" pitchFamily="50" charset="-127"/>
            </a:endParaRPr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00FD3EC0-C0D6-F8C8-689F-98CDA395199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-791308"/>
            <a:ext cx="12191999" cy="8440615"/>
          </a:xfrm>
          <a:prstGeom prst="rect">
            <a:avLst/>
          </a:prstGeom>
        </p:spPr>
      </p:pic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7763A8A-747B-B4BF-0797-1FF9E4FAC93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09573" y="361658"/>
            <a:ext cx="5857757" cy="389209"/>
          </a:xfrm>
          <a:noFill/>
        </p:spPr>
        <p:txBody>
          <a:bodyPr wrap="none" rtlCol="0">
            <a:spAutoFit/>
          </a:bodyPr>
          <a:lstStyle/>
          <a:p>
            <a:pPr defTabSz="1125444" latinLnBrk="1">
              <a:lnSpc>
                <a:spcPct val="110000"/>
              </a:lnSpc>
            </a:pPr>
            <a:r>
              <a:rPr lang="ko-KR" altLang="en-US" sz="2462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시대의 변화에 발맞춰 </a:t>
            </a:r>
            <a:r>
              <a:rPr lang="en-US" altLang="ko-KR" sz="2462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SK</a:t>
            </a:r>
            <a:r>
              <a:rPr lang="ko-KR" altLang="en-US" sz="2462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와 함께 진화해온 </a:t>
            </a:r>
            <a:r>
              <a:rPr lang="en-US" altLang="ko-KR" sz="2462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VWBE</a:t>
            </a:r>
            <a:endParaRPr lang="ko-KR" altLang="en-US" sz="2462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bg1"/>
              </a:solidFill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cxnSp>
        <p:nvCxnSpPr>
          <p:cNvPr id="2" name="직선 화살표 연결선 1">
            <a:extLst>
              <a:ext uri="{FF2B5EF4-FFF2-40B4-BE49-F238E27FC236}">
                <a16:creationId xmlns:a16="http://schemas.microsoft.com/office/drawing/2014/main" id="{BAF401A4-98B9-8D5F-B41A-73D5338E283A}"/>
              </a:ext>
            </a:extLst>
          </p:cNvPr>
          <p:cNvCxnSpPr>
            <a:cxnSpLocks/>
          </p:cNvCxnSpPr>
          <p:nvPr/>
        </p:nvCxnSpPr>
        <p:spPr>
          <a:xfrm flipH="1">
            <a:off x="0" y="1453852"/>
            <a:ext cx="12192000" cy="0"/>
          </a:xfrm>
          <a:prstGeom prst="straightConnector1">
            <a:avLst/>
          </a:prstGeom>
          <a:noFill/>
          <a:ln>
            <a:solidFill>
              <a:schemeClr val="bg1">
                <a:lumMod val="65000"/>
              </a:schemeClr>
            </a:solidFill>
            <a:headEnd type="arrow" w="med" len="sm"/>
            <a:tailEnd type="none" w="med" len="sm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1" name="타원 10">
            <a:extLst>
              <a:ext uri="{FF2B5EF4-FFF2-40B4-BE49-F238E27FC236}">
                <a16:creationId xmlns:a16="http://schemas.microsoft.com/office/drawing/2014/main" id="{8989E05C-BAC7-8657-A37C-52105C5889DA}"/>
              </a:ext>
            </a:extLst>
          </p:cNvPr>
          <p:cNvSpPr/>
          <p:nvPr/>
        </p:nvSpPr>
        <p:spPr>
          <a:xfrm>
            <a:off x="2193407" y="1399718"/>
            <a:ext cx="108268" cy="108268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2215">
              <a:solidFill>
                <a:schemeClr val="bg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0728E86-B0B0-FACB-D34B-FA228925DEEF}"/>
              </a:ext>
            </a:extLst>
          </p:cNvPr>
          <p:cNvSpPr txBox="1"/>
          <p:nvPr/>
        </p:nvSpPr>
        <p:spPr>
          <a:xfrm>
            <a:off x="1631795" y="1634852"/>
            <a:ext cx="1189428" cy="3258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10000"/>
              </a:lnSpc>
            </a:pPr>
            <a:r>
              <a:rPr lang="en-US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1950~1970s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B649CF0-034F-C3BE-9CDE-3A4EFB038020}"/>
              </a:ext>
            </a:extLst>
          </p:cNvPr>
          <p:cNvSpPr txBox="1"/>
          <p:nvPr/>
        </p:nvSpPr>
        <p:spPr>
          <a:xfrm>
            <a:off x="1395234" y="1940797"/>
            <a:ext cx="1681807" cy="3196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전후 복구</a:t>
            </a:r>
            <a:r>
              <a:rPr lang="en-US" altLang="ko-KR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ko-KR" altLang="en-US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및 오일쇼크</a:t>
            </a:r>
            <a:endParaRPr lang="en-US" altLang="ko-KR" sz="1477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bg1"/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A9A86A9B-87AA-BE29-544B-582FCBED5A33}"/>
              </a:ext>
            </a:extLst>
          </p:cNvPr>
          <p:cNvSpPr/>
          <p:nvPr/>
        </p:nvSpPr>
        <p:spPr>
          <a:xfrm>
            <a:off x="4204774" y="1399718"/>
            <a:ext cx="108268" cy="108268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2215">
              <a:solidFill>
                <a:schemeClr val="bg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7E19356-F043-B135-1539-68E4C14BB76A}"/>
              </a:ext>
            </a:extLst>
          </p:cNvPr>
          <p:cNvSpPr txBox="1"/>
          <p:nvPr/>
        </p:nvSpPr>
        <p:spPr>
          <a:xfrm>
            <a:off x="3895696" y="1634852"/>
            <a:ext cx="683842" cy="3258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10000"/>
              </a:lnSpc>
            </a:pPr>
            <a:r>
              <a:rPr lang="en-US" altLang="ko-KR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1980s</a:t>
            </a:r>
            <a:endParaRPr lang="en-US" sz="1477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bg1"/>
              </a:solidFill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D94F5C3-C83E-A7C8-5162-0BD00F55964F}"/>
              </a:ext>
            </a:extLst>
          </p:cNvPr>
          <p:cNvSpPr txBox="1"/>
          <p:nvPr/>
        </p:nvSpPr>
        <p:spPr>
          <a:xfrm>
            <a:off x="3537718" y="1940797"/>
            <a:ext cx="1490793" cy="3196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중화학 공업 부흥기</a:t>
            </a:r>
            <a:endParaRPr lang="en-US" altLang="ko-KR" sz="1477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bg1"/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2819B3F6-3BC3-551D-2F84-F979EA2D7803}"/>
              </a:ext>
            </a:extLst>
          </p:cNvPr>
          <p:cNvSpPr/>
          <p:nvPr/>
        </p:nvSpPr>
        <p:spPr>
          <a:xfrm>
            <a:off x="6238452" y="1399718"/>
            <a:ext cx="108268" cy="108268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2215">
              <a:solidFill>
                <a:schemeClr val="bg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1B0627C-EF06-42D3-5E09-3FFCC71EAB44}"/>
              </a:ext>
            </a:extLst>
          </p:cNvPr>
          <p:cNvSpPr txBox="1"/>
          <p:nvPr/>
        </p:nvSpPr>
        <p:spPr>
          <a:xfrm>
            <a:off x="5654528" y="1634852"/>
            <a:ext cx="1232710" cy="3258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10000"/>
              </a:lnSpc>
            </a:pPr>
            <a:r>
              <a:rPr lang="en-US" altLang="ko-KR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1990~2000s</a:t>
            </a:r>
            <a:endParaRPr lang="en-US" sz="1477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bg1"/>
              </a:solidFill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BF46BA5-D77C-520F-FC1C-303D91AFC469}"/>
              </a:ext>
            </a:extLst>
          </p:cNvPr>
          <p:cNvSpPr txBox="1"/>
          <p:nvPr/>
        </p:nvSpPr>
        <p:spPr>
          <a:xfrm>
            <a:off x="5708357" y="1940798"/>
            <a:ext cx="1168460" cy="5469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IMF </a:t>
            </a:r>
            <a:r>
              <a:rPr lang="ko-KR" altLang="en-US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외환위기</a:t>
            </a:r>
            <a:r>
              <a:rPr lang="en-US" altLang="ko-KR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,</a:t>
            </a:r>
          </a:p>
          <a:p>
            <a:pPr algn="ctr"/>
            <a:r>
              <a:rPr lang="en-US" altLang="ko-KR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IT </a:t>
            </a:r>
            <a:r>
              <a:rPr lang="ko-KR" altLang="en-US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버블 붕괴</a:t>
            </a: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DAFC73FA-6010-8C6B-CA18-979E7C250435}"/>
              </a:ext>
            </a:extLst>
          </p:cNvPr>
          <p:cNvSpPr/>
          <p:nvPr/>
        </p:nvSpPr>
        <p:spPr>
          <a:xfrm>
            <a:off x="8325567" y="1399718"/>
            <a:ext cx="108268" cy="108268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2215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E66714A-4E64-0C5D-2DA4-87BC6DAE9017}"/>
              </a:ext>
            </a:extLst>
          </p:cNvPr>
          <p:cNvSpPr txBox="1"/>
          <p:nvPr/>
        </p:nvSpPr>
        <p:spPr>
          <a:xfrm>
            <a:off x="8021979" y="1634852"/>
            <a:ext cx="677430" cy="3258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10000"/>
              </a:lnSpc>
            </a:pPr>
            <a:r>
              <a:rPr lang="en-US" altLang="ko-KR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2010s</a:t>
            </a:r>
            <a:endParaRPr lang="en-US" sz="1477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bg1"/>
              </a:solidFill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25CF72B-3C50-A0C1-E804-F9FC3034A0AA}"/>
              </a:ext>
            </a:extLst>
          </p:cNvPr>
          <p:cNvSpPr txBox="1"/>
          <p:nvPr/>
        </p:nvSpPr>
        <p:spPr>
          <a:xfrm>
            <a:off x="7808736" y="1940797"/>
            <a:ext cx="1102481" cy="3196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4</a:t>
            </a:r>
            <a:r>
              <a:rPr lang="ko-KR" altLang="en-US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차 산업혁명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17378F3C-803D-C119-D90C-B48A6A509DFD}"/>
              </a:ext>
            </a:extLst>
          </p:cNvPr>
          <p:cNvSpPr/>
          <p:nvPr/>
        </p:nvSpPr>
        <p:spPr>
          <a:xfrm>
            <a:off x="593118" y="2879493"/>
            <a:ext cx="615194" cy="91935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477" b="1" dirty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</a:rPr>
              <a:t>SK</a:t>
            </a:r>
            <a:r>
              <a:rPr lang="ko-KR" altLang="en-US" sz="1477" b="1" dirty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</a:rPr>
              <a:t>의</a:t>
            </a:r>
            <a:endParaRPr lang="en-US" altLang="ko-KR" sz="1477" b="1" dirty="0">
              <a:solidFill>
                <a:schemeClr val="tx1"/>
              </a:solidFill>
              <a:latin typeface="Pretendard" panose="02000503000000020004" pitchFamily="50" charset="-127"/>
              <a:ea typeface="Pretendard" panose="02000503000000020004" pitchFamily="50" charset="-127"/>
            </a:endParaRPr>
          </a:p>
          <a:p>
            <a:pPr algn="ctr"/>
            <a:r>
              <a:rPr lang="ko-KR" altLang="en-US" sz="1477" b="1" dirty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</a:rPr>
              <a:t>전략</a:t>
            </a:r>
            <a:endParaRPr lang="en-US" altLang="ko-KR" sz="1477" b="1" dirty="0">
              <a:solidFill>
                <a:schemeClr val="tx1"/>
              </a:solidFill>
              <a:latin typeface="Pretendard" panose="02000503000000020004" pitchFamily="50" charset="-127"/>
              <a:ea typeface="Pretendard" panose="02000503000000020004" pitchFamily="50" charset="-127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FF61AFC6-C051-691F-7E30-C70BA7AA69D3}"/>
              </a:ext>
            </a:extLst>
          </p:cNvPr>
          <p:cNvSpPr/>
          <p:nvPr/>
        </p:nvSpPr>
        <p:spPr>
          <a:xfrm>
            <a:off x="593118" y="4039675"/>
            <a:ext cx="615194" cy="258962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477" b="1" dirty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</a:rPr>
              <a:t>VWBE</a:t>
            </a:r>
          </a:p>
          <a:p>
            <a:pPr algn="ctr"/>
            <a:r>
              <a:rPr lang="en-US" altLang="ko-KR" sz="1477" b="1" dirty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</a:rPr>
              <a:t>/</a:t>
            </a:r>
            <a:r>
              <a:rPr lang="ko-KR" altLang="en-US" sz="1477" b="1" dirty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</a:rPr>
              <a:t>패기</a:t>
            </a:r>
            <a:endParaRPr lang="en-US" altLang="ko-KR" sz="1477" b="1" dirty="0">
              <a:solidFill>
                <a:schemeClr val="tx1"/>
              </a:solidFill>
              <a:latin typeface="Pretendard" panose="02000503000000020004" pitchFamily="50" charset="-127"/>
              <a:ea typeface="Pretendard" panose="02000503000000020004" pitchFamily="50" charset="-127"/>
            </a:endParaRPr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EBCA46EC-9D85-621D-E46D-863F42466370}"/>
              </a:ext>
            </a:extLst>
          </p:cNvPr>
          <p:cNvSpPr/>
          <p:nvPr/>
        </p:nvSpPr>
        <p:spPr>
          <a:xfrm>
            <a:off x="10180406" y="1399718"/>
            <a:ext cx="108268" cy="108268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2215">
              <a:solidFill>
                <a:schemeClr val="bg1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8F7BE49-93C6-078A-A8E6-16004810AD76}"/>
              </a:ext>
            </a:extLst>
          </p:cNvPr>
          <p:cNvSpPr txBox="1"/>
          <p:nvPr/>
        </p:nvSpPr>
        <p:spPr>
          <a:xfrm>
            <a:off x="9961139" y="1634852"/>
            <a:ext cx="492699" cy="3258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10000"/>
              </a:lnSpc>
            </a:pPr>
            <a:r>
              <a:rPr lang="ko-KR" altLang="en-US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현재</a:t>
            </a:r>
            <a:endParaRPr lang="en-US" sz="1477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bg1"/>
              </a:solidFill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F50D2C4-E386-19A6-4753-1AF94F1948B1}"/>
              </a:ext>
            </a:extLst>
          </p:cNvPr>
          <p:cNvSpPr txBox="1"/>
          <p:nvPr/>
        </p:nvSpPr>
        <p:spPr>
          <a:xfrm>
            <a:off x="9831546" y="1940797"/>
            <a:ext cx="757580" cy="3196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AX</a:t>
            </a:r>
            <a:r>
              <a:rPr lang="ko-KR" altLang="en-US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시대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4D68355-9FA4-C645-CAAB-32D7EC44CF0C}"/>
              </a:ext>
            </a:extLst>
          </p:cNvPr>
          <p:cNvSpPr txBox="1"/>
          <p:nvPr/>
        </p:nvSpPr>
        <p:spPr>
          <a:xfrm>
            <a:off x="1395234" y="3093129"/>
            <a:ext cx="1648015" cy="5469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선경직물</a:t>
            </a:r>
            <a:r>
              <a:rPr lang="en-US" altLang="ko-KR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 </a:t>
            </a:r>
            <a:r>
              <a:rPr lang="ko-KR" altLang="en-US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창업</a:t>
            </a:r>
            <a:r>
              <a:rPr lang="en-US" altLang="ko-KR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,</a:t>
            </a:r>
          </a:p>
          <a:p>
            <a:r>
              <a:rPr lang="ko-KR" altLang="en-US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수직계열화 비전 선포</a:t>
            </a:r>
            <a:endParaRPr lang="en-US" altLang="ko-KR" sz="1477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bg1"/>
              </a:solidFill>
              <a:latin typeface="+mj-lt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8FEC576-37C8-E769-F1A1-02AAD6A30F1C}"/>
              </a:ext>
            </a:extLst>
          </p:cNvPr>
          <p:cNvSpPr txBox="1"/>
          <p:nvPr/>
        </p:nvSpPr>
        <p:spPr>
          <a:xfrm>
            <a:off x="3399094" y="3093129"/>
            <a:ext cx="1720279" cy="5469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유공 인수</a:t>
            </a:r>
            <a:endParaRPr lang="en-US" altLang="ko-KR" sz="1477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bg1"/>
              </a:solidFill>
              <a:latin typeface="+mj-lt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r>
              <a:rPr lang="ko-KR" altLang="en-US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에너지</a:t>
            </a:r>
            <a:r>
              <a:rPr lang="en-US" altLang="ko-KR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-</a:t>
            </a:r>
            <a:r>
              <a:rPr lang="ko-KR" altLang="en-US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화학 체제 완성</a:t>
            </a:r>
            <a:endParaRPr lang="en-US" altLang="ko-KR" sz="1477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bg1"/>
              </a:solidFill>
              <a:latin typeface="+mj-lt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112D13C-9D0B-9E9D-712E-5E20258922FA}"/>
              </a:ext>
            </a:extLst>
          </p:cNvPr>
          <p:cNvSpPr txBox="1"/>
          <p:nvPr/>
        </p:nvSpPr>
        <p:spPr>
          <a:xfrm>
            <a:off x="5456516" y="3093129"/>
            <a:ext cx="1532599" cy="5469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정보통신 사업 진출</a:t>
            </a:r>
            <a:r>
              <a:rPr lang="en-US" altLang="ko-KR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,</a:t>
            </a:r>
          </a:p>
          <a:p>
            <a:r>
              <a:rPr lang="ko-KR" altLang="en-US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지주사 체제 전환</a:t>
            </a:r>
            <a:endParaRPr lang="en-US" altLang="ko-KR" sz="1477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bg1"/>
              </a:solidFill>
              <a:latin typeface="+mj-lt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080CE77-BA75-961A-C2A5-C06E5FA4DFFE}"/>
              </a:ext>
            </a:extLst>
          </p:cNvPr>
          <p:cNvSpPr txBox="1"/>
          <p:nvPr/>
        </p:nvSpPr>
        <p:spPr>
          <a:xfrm>
            <a:off x="7539063" y="3093129"/>
            <a:ext cx="1232838" cy="5469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하이닉스 인수</a:t>
            </a:r>
            <a:r>
              <a:rPr lang="en-US" altLang="ko-KR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,</a:t>
            </a:r>
          </a:p>
          <a:p>
            <a:r>
              <a:rPr lang="en-US" altLang="ko-KR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Deep Change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CE06D02-482B-1EF4-977F-4EA9CA6B00A0}"/>
              </a:ext>
            </a:extLst>
          </p:cNvPr>
          <p:cNvSpPr txBox="1"/>
          <p:nvPr/>
        </p:nvSpPr>
        <p:spPr>
          <a:xfrm>
            <a:off x="9552507" y="3093129"/>
            <a:ext cx="1373902" cy="5469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AI</a:t>
            </a:r>
            <a:r>
              <a:rPr lang="ko-KR" altLang="en-US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 </a:t>
            </a:r>
            <a:r>
              <a:rPr lang="ko-KR" altLang="en-US" sz="1477" spc="-74" dirty="0" err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밸류체인</a:t>
            </a:r>
            <a:r>
              <a:rPr lang="ko-KR" altLang="en-US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 통합</a:t>
            </a:r>
            <a:r>
              <a:rPr lang="en-US" altLang="ko-KR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,</a:t>
            </a:r>
          </a:p>
          <a:p>
            <a:r>
              <a:rPr lang="ko-KR" altLang="en-US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질적 성장 추구</a:t>
            </a:r>
            <a:endParaRPr lang="en-US" altLang="ko-KR" sz="1477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bg1"/>
              </a:solidFill>
              <a:latin typeface="+mj-lt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cxnSp>
        <p:nvCxnSpPr>
          <p:cNvPr id="50" name="직선 연결선 49">
            <a:extLst>
              <a:ext uri="{FF2B5EF4-FFF2-40B4-BE49-F238E27FC236}">
                <a16:creationId xmlns:a16="http://schemas.microsoft.com/office/drawing/2014/main" id="{DFF1962E-7E23-9512-916F-A5DB50C77C95}"/>
              </a:ext>
            </a:extLst>
          </p:cNvPr>
          <p:cNvCxnSpPr>
            <a:cxnSpLocks/>
          </p:cNvCxnSpPr>
          <p:nvPr/>
        </p:nvCxnSpPr>
        <p:spPr>
          <a:xfrm>
            <a:off x="581539" y="3925816"/>
            <a:ext cx="10879100" cy="0"/>
          </a:xfrm>
          <a:prstGeom prst="line">
            <a:avLst/>
          </a:prstGeom>
          <a:solidFill>
            <a:schemeClr val="bg1"/>
          </a:solidFill>
          <a:ln w="6350">
            <a:solidFill>
              <a:schemeClr val="bg1">
                <a:lumMod val="6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85" name="그룹 84">
            <a:extLst>
              <a:ext uri="{FF2B5EF4-FFF2-40B4-BE49-F238E27FC236}">
                <a16:creationId xmlns:a16="http://schemas.microsoft.com/office/drawing/2014/main" id="{967E6491-B51C-B952-18DC-86A68A113EEE}"/>
              </a:ext>
            </a:extLst>
          </p:cNvPr>
          <p:cNvGrpSpPr/>
          <p:nvPr/>
        </p:nvGrpSpPr>
        <p:grpSpPr>
          <a:xfrm>
            <a:off x="1387389" y="4139205"/>
            <a:ext cx="1886286" cy="2178115"/>
            <a:chOff x="1131611" y="4525498"/>
            <a:chExt cx="1532607" cy="1769719"/>
          </a:xfrm>
        </p:grpSpPr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628F5F94-DA56-35F3-4660-4F06B348FD45}"/>
                </a:ext>
              </a:extLst>
            </p:cNvPr>
            <p:cNvSpPr txBox="1"/>
            <p:nvPr/>
          </p:nvSpPr>
          <p:spPr>
            <a:xfrm>
              <a:off x="1131611" y="4809955"/>
              <a:ext cx="1532607" cy="43522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>
                <a:lnSpc>
                  <a:spcPct val="110000"/>
                </a:lnSpc>
              </a:pPr>
              <a:r>
                <a:rPr lang="ko-KR" altLang="en-US" sz="1354" spc="-37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선경人이 </a:t>
              </a:r>
              <a:r>
                <a:rPr lang="ko-KR" altLang="en-US" sz="1354" spc="-37" dirty="0" err="1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갖춰야할</a:t>
              </a:r>
              <a:r>
                <a:rPr lang="ko-KR" altLang="en-US" sz="1354" spc="-37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 자세인</a:t>
              </a:r>
            </a:p>
            <a:p>
              <a:pPr algn="l">
                <a:lnSpc>
                  <a:spcPct val="110000"/>
                </a:lnSpc>
              </a:pPr>
              <a:r>
                <a:rPr lang="ko-KR" altLang="en-US" sz="1354" spc="-37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패기의 정의 정립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4F5C0BE8-3475-42A9-EB09-EB32562BD724}"/>
                </a:ext>
              </a:extLst>
            </p:cNvPr>
            <p:cNvSpPr txBox="1"/>
            <p:nvPr/>
          </p:nvSpPr>
          <p:spPr>
            <a:xfrm>
              <a:off x="1131611" y="5496508"/>
              <a:ext cx="1254562" cy="7987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사고는 적극적으로 하고</a:t>
              </a:r>
              <a:r>
                <a:rPr lang="en-US" altLang="ko-KR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,</a:t>
              </a:r>
            </a:p>
            <a:p>
              <a:pPr>
                <a:lnSpc>
                  <a:spcPct val="120000"/>
                </a:lnSpc>
              </a:pPr>
              <a:r>
                <a:rPr lang="ko-KR" alt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행동은 진취적으로 하며</a:t>
              </a:r>
              <a:r>
                <a:rPr lang="en-US" altLang="ko-KR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,</a:t>
              </a:r>
            </a:p>
            <a:p>
              <a:pPr>
                <a:lnSpc>
                  <a:spcPct val="120000"/>
                </a:lnSpc>
              </a:pPr>
              <a:r>
                <a:rPr lang="ko-KR" alt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일 처리는 빈틈없고</a:t>
              </a:r>
              <a:endParaRPr lang="en-US" altLang="ko-KR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>
                <a:lnSpc>
                  <a:spcPct val="120000"/>
                </a:lnSpc>
              </a:pPr>
              <a:r>
                <a:rPr lang="ko-KR" alt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야무지게 하는 자세</a:t>
              </a:r>
              <a:endParaRPr lang="en-US" altLang="ko-KR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C4D5E21E-DB1A-2AE1-A294-9A923B2CFFDE}"/>
                </a:ext>
              </a:extLst>
            </p:cNvPr>
            <p:cNvSpPr txBox="1"/>
            <p:nvPr/>
          </p:nvSpPr>
          <p:spPr>
            <a:xfrm>
              <a:off x="1131611" y="4525498"/>
              <a:ext cx="1138593" cy="2489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>
                <a:lnSpc>
                  <a:spcPct val="110000"/>
                </a:lnSpc>
              </a:pPr>
              <a:r>
                <a:rPr lang="ko-KR" altLang="en-US" sz="135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초판 정립 </a:t>
              </a:r>
              <a:r>
                <a:rPr lang="en-US" altLang="ko-KR" sz="135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(1979)</a:t>
              </a:r>
              <a:endParaRPr lang="en-US" sz="135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</p:grpSp>
      <p:grpSp>
        <p:nvGrpSpPr>
          <p:cNvPr id="86" name="그룹 85">
            <a:extLst>
              <a:ext uri="{FF2B5EF4-FFF2-40B4-BE49-F238E27FC236}">
                <a16:creationId xmlns:a16="http://schemas.microsoft.com/office/drawing/2014/main" id="{919429B0-C5D2-84CB-95E3-2C725F04F4E4}"/>
              </a:ext>
            </a:extLst>
          </p:cNvPr>
          <p:cNvGrpSpPr/>
          <p:nvPr/>
        </p:nvGrpSpPr>
        <p:grpSpPr>
          <a:xfrm>
            <a:off x="3377709" y="4139206"/>
            <a:ext cx="1858779" cy="2405420"/>
            <a:chOff x="2784443" y="4525498"/>
            <a:chExt cx="1510258" cy="1954404"/>
          </a:xfrm>
        </p:grpSpPr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7E636A28-DBD9-FF56-D7C3-F5D02657F6E1}"/>
                </a:ext>
              </a:extLst>
            </p:cNvPr>
            <p:cNvSpPr txBox="1"/>
            <p:nvPr/>
          </p:nvSpPr>
          <p:spPr>
            <a:xfrm>
              <a:off x="2784443" y="4809955"/>
              <a:ext cx="1040076" cy="2489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>
                <a:lnSpc>
                  <a:spcPct val="110000"/>
                </a:lnSpc>
              </a:pPr>
              <a:r>
                <a:rPr lang="ko-KR" altLang="en-US" sz="1354" spc="-37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패기의 정의 보완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CD2CE216-DBCD-8715-F9B3-CF634579CA6A}"/>
                </a:ext>
              </a:extLst>
            </p:cNvPr>
            <p:cNvSpPr txBox="1"/>
            <p:nvPr/>
          </p:nvSpPr>
          <p:spPr>
            <a:xfrm>
              <a:off x="2784443" y="5496508"/>
              <a:ext cx="1510258" cy="98339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1231" spc="-74" dirty="0" err="1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패기란</a:t>
              </a:r>
              <a:r>
                <a:rPr lang="ko-KR" alt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일과 싸워서 이기는</a:t>
              </a:r>
              <a:endParaRPr lang="en-US" altLang="ko-KR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>
                <a:lnSpc>
                  <a:spcPct val="120000"/>
                </a:lnSpc>
              </a:pPr>
              <a:r>
                <a:rPr lang="ko-KR" alt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기질로 사고는 적극적으로</a:t>
              </a:r>
              <a:endParaRPr lang="en-US" altLang="ko-KR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>
                <a:lnSpc>
                  <a:spcPct val="120000"/>
                </a:lnSpc>
              </a:pPr>
              <a:r>
                <a:rPr lang="ko-KR" alt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하고</a:t>
              </a:r>
              <a:r>
                <a:rPr lang="en-US" altLang="ko-KR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, </a:t>
              </a:r>
              <a:r>
                <a:rPr lang="ko-KR" alt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행동은 진취적으로 하며</a:t>
              </a:r>
              <a:r>
                <a:rPr lang="en-US" altLang="ko-KR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,</a:t>
              </a:r>
            </a:p>
            <a:p>
              <a:pPr>
                <a:lnSpc>
                  <a:spcPct val="120000"/>
                </a:lnSpc>
              </a:pPr>
              <a:r>
                <a:rPr lang="ko-KR" alt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일처리는 빈틈없고 야무지게</a:t>
              </a:r>
              <a:endParaRPr lang="en-US" altLang="ko-KR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>
                <a:lnSpc>
                  <a:spcPct val="120000"/>
                </a:lnSpc>
              </a:pPr>
              <a:r>
                <a:rPr lang="ko-KR" alt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하는 것</a:t>
              </a:r>
              <a:endParaRPr lang="en-US" altLang="ko-KR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A987695E-DA40-DB9C-FB2C-FDEA58353238}"/>
                </a:ext>
              </a:extLst>
            </p:cNvPr>
            <p:cNvSpPr txBox="1"/>
            <p:nvPr/>
          </p:nvSpPr>
          <p:spPr>
            <a:xfrm>
              <a:off x="2784443" y="4525498"/>
              <a:ext cx="1108637" cy="2489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>
                <a:lnSpc>
                  <a:spcPct val="110000"/>
                </a:lnSpc>
              </a:pPr>
              <a:r>
                <a:rPr lang="en-US" altLang="ko-KR" sz="135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3</a:t>
              </a:r>
              <a:r>
                <a:rPr lang="ko-KR" altLang="en-US" sz="135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차 개정 </a:t>
              </a:r>
              <a:r>
                <a:rPr lang="en-US" altLang="ko-KR" sz="135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(1982)</a:t>
              </a:r>
              <a:endParaRPr lang="en-US" sz="135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</p:grpSp>
      <p:grpSp>
        <p:nvGrpSpPr>
          <p:cNvPr id="87" name="그룹 86">
            <a:extLst>
              <a:ext uri="{FF2B5EF4-FFF2-40B4-BE49-F238E27FC236}">
                <a16:creationId xmlns:a16="http://schemas.microsoft.com/office/drawing/2014/main" id="{12CABD32-6175-E4D7-3141-EB7D997BACC7}"/>
              </a:ext>
            </a:extLst>
          </p:cNvPr>
          <p:cNvGrpSpPr/>
          <p:nvPr/>
        </p:nvGrpSpPr>
        <p:grpSpPr>
          <a:xfrm>
            <a:off x="5486009" y="4139205"/>
            <a:ext cx="2026591" cy="2178115"/>
            <a:chOff x="4437275" y="4525498"/>
            <a:chExt cx="1646605" cy="1769719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6D530A01-0C0D-E1DF-84D2-26DB15AC2940}"/>
                </a:ext>
              </a:extLst>
            </p:cNvPr>
            <p:cNvSpPr txBox="1"/>
            <p:nvPr/>
          </p:nvSpPr>
          <p:spPr>
            <a:xfrm>
              <a:off x="4437275" y="4809955"/>
              <a:ext cx="1646605" cy="62147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>
                <a:lnSpc>
                  <a:spcPct val="110000"/>
                </a:lnSpc>
              </a:pPr>
              <a:r>
                <a:rPr lang="en-US" altLang="ko-KR" sz="1354" spc="-37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VWBE, SUPEX </a:t>
              </a:r>
              <a:r>
                <a:rPr lang="ko-KR" altLang="en-US" sz="1354" spc="-37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정의 및</a:t>
              </a:r>
              <a:endParaRPr lang="en-US" altLang="ko-KR" sz="1354" spc="-37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  <a:p>
              <a:pPr algn="l">
                <a:lnSpc>
                  <a:spcPct val="110000"/>
                </a:lnSpc>
              </a:pPr>
              <a:r>
                <a:rPr lang="ko-KR" altLang="en-US" sz="1354" spc="-37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패기와 </a:t>
              </a:r>
              <a:r>
                <a:rPr lang="en-US" altLang="ko-KR" sz="1354" spc="-37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Super Excellent</a:t>
              </a:r>
            </a:p>
            <a:p>
              <a:pPr algn="l">
                <a:lnSpc>
                  <a:spcPct val="110000"/>
                </a:lnSpc>
              </a:pPr>
              <a:r>
                <a:rPr lang="ko-KR" altLang="en-US" sz="1354" spc="-37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의 연관성 정의</a:t>
              </a: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244223C5-7164-FEA4-8205-E94B698DA9C2}"/>
                </a:ext>
              </a:extLst>
            </p:cNvPr>
            <p:cNvSpPr txBox="1"/>
            <p:nvPr/>
          </p:nvSpPr>
          <p:spPr>
            <a:xfrm>
              <a:off x="4437275" y="5496508"/>
              <a:ext cx="1253885" cy="7987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ko-KR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Training</a:t>
              </a:r>
              <a:r>
                <a:rPr lang="ko-KR" alt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을 통해 </a:t>
              </a:r>
              <a:endParaRPr lang="en-US" altLang="ko-KR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>
                <a:lnSpc>
                  <a:spcPct val="120000"/>
                </a:lnSpc>
              </a:pPr>
              <a:r>
                <a:rPr lang="ko-KR" alt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패기 수준을 높이면</a:t>
              </a:r>
            </a:p>
            <a:p>
              <a:pPr>
                <a:lnSpc>
                  <a:spcPct val="120000"/>
                </a:lnSpc>
              </a:pPr>
              <a:r>
                <a:rPr lang="en-US" altLang="ko-KR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Super Excellent </a:t>
              </a:r>
              <a:r>
                <a:rPr lang="ko-KR" alt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수준을</a:t>
              </a:r>
            </a:p>
            <a:p>
              <a:pPr>
                <a:lnSpc>
                  <a:spcPct val="120000"/>
                </a:lnSpc>
              </a:pPr>
              <a:r>
                <a:rPr lang="ko-KR" alt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지속적으로 추구 가능</a:t>
              </a:r>
              <a:endParaRPr lang="en-US" altLang="ko-KR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4281D72E-E74A-6758-07FD-C84D2B43FFD3}"/>
                </a:ext>
              </a:extLst>
            </p:cNvPr>
            <p:cNvSpPr txBox="1"/>
            <p:nvPr/>
          </p:nvSpPr>
          <p:spPr>
            <a:xfrm>
              <a:off x="4437275" y="4525498"/>
              <a:ext cx="1106032" cy="2489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>
                <a:lnSpc>
                  <a:spcPct val="110000"/>
                </a:lnSpc>
              </a:pPr>
              <a:r>
                <a:rPr lang="en-US" altLang="ko-KR" sz="135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7</a:t>
              </a:r>
              <a:r>
                <a:rPr lang="ko-KR" altLang="en-US" sz="135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차 개정 </a:t>
              </a:r>
              <a:r>
                <a:rPr lang="en-US" altLang="ko-KR" sz="135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(1990)</a:t>
              </a:r>
              <a:endParaRPr lang="en-US" sz="135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</p:grpSp>
      <p:grpSp>
        <p:nvGrpSpPr>
          <p:cNvPr id="92" name="그룹 91">
            <a:extLst>
              <a:ext uri="{FF2B5EF4-FFF2-40B4-BE49-F238E27FC236}">
                <a16:creationId xmlns:a16="http://schemas.microsoft.com/office/drawing/2014/main" id="{D24B90B9-6954-B4AD-3F8C-CDA7D3EC3744}"/>
              </a:ext>
            </a:extLst>
          </p:cNvPr>
          <p:cNvGrpSpPr/>
          <p:nvPr/>
        </p:nvGrpSpPr>
        <p:grpSpPr>
          <a:xfrm>
            <a:off x="7533501" y="4139207"/>
            <a:ext cx="2026591" cy="1950810"/>
            <a:chOff x="4437275" y="4525498"/>
            <a:chExt cx="1646605" cy="1585033"/>
          </a:xfrm>
        </p:grpSpPr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42A324B9-0FC1-1BCF-63E0-458CD4705830}"/>
                </a:ext>
              </a:extLst>
            </p:cNvPr>
            <p:cNvSpPr txBox="1"/>
            <p:nvPr/>
          </p:nvSpPr>
          <p:spPr>
            <a:xfrm>
              <a:off x="4437275" y="4809955"/>
              <a:ext cx="1646605" cy="4352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>
                <a:lnSpc>
                  <a:spcPct val="110000"/>
                </a:lnSpc>
              </a:pPr>
              <a:r>
                <a:rPr lang="en-US" altLang="ko-KR" sz="1354" spc="-37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VWBE </a:t>
              </a:r>
              <a:r>
                <a:rPr lang="ko-KR" altLang="en-US" sz="1354" spc="-37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통한 </a:t>
              </a:r>
              <a:r>
                <a:rPr lang="en-US" altLang="ko-KR" sz="1354" spc="-37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SUPEX </a:t>
              </a:r>
            </a:p>
            <a:p>
              <a:pPr algn="l">
                <a:lnSpc>
                  <a:spcPct val="110000"/>
                </a:lnSpc>
              </a:pPr>
              <a:r>
                <a:rPr lang="ko-KR" altLang="en-US" sz="1354" spc="-37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추구</a:t>
              </a:r>
              <a:r>
                <a:rPr lang="en-US" altLang="ko-KR" sz="1354" spc="-37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,</a:t>
              </a:r>
              <a:r>
                <a:rPr lang="ko-KR" altLang="en-US" sz="1354" spc="-37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패기 문화 형성 강조</a:t>
              </a:r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A6233BDD-AF08-342B-8455-81806120D3A5}"/>
                </a:ext>
              </a:extLst>
            </p:cNvPr>
            <p:cNvSpPr txBox="1"/>
            <p:nvPr/>
          </p:nvSpPr>
          <p:spPr>
            <a:xfrm>
              <a:off x="4437275" y="5496508"/>
              <a:ext cx="1382410" cy="61402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자발적</a:t>
              </a:r>
              <a:r>
                <a:rPr lang="en-US" altLang="ko-KR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·</a:t>
              </a:r>
              <a:r>
                <a:rPr lang="ko-KR" alt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의욕적 두뇌 활용이 </a:t>
              </a:r>
              <a:endParaRPr lang="en-US" altLang="ko-KR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>
                <a:lnSpc>
                  <a:spcPct val="120000"/>
                </a:lnSpc>
              </a:pPr>
              <a:r>
                <a:rPr lang="ko-KR" alt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외부로 발현되는 모습이 </a:t>
              </a:r>
              <a:endParaRPr lang="en-US" altLang="ko-KR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>
                <a:lnSpc>
                  <a:spcPct val="120000"/>
                </a:lnSpc>
              </a:pPr>
              <a:r>
                <a:rPr lang="ko-KR" alt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일과 싸워서</a:t>
              </a:r>
              <a:r>
                <a:rPr lang="en-US" altLang="ko-KR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</a:t>
              </a:r>
              <a:r>
                <a:rPr lang="ko-KR" alt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이기는 패기</a:t>
              </a:r>
              <a:endParaRPr lang="en-US" altLang="ko-KR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C912F113-6C29-6CDF-1110-7BBE7DBE70ED}"/>
                </a:ext>
              </a:extLst>
            </p:cNvPr>
            <p:cNvSpPr txBox="1"/>
            <p:nvPr/>
          </p:nvSpPr>
          <p:spPr>
            <a:xfrm>
              <a:off x="4437275" y="4525498"/>
              <a:ext cx="1175062" cy="2489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>
                <a:lnSpc>
                  <a:spcPct val="110000"/>
                </a:lnSpc>
              </a:pPr>
              <a:r>
                <a:rPr lang="en-US" altLang="ko-KR" sz="135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13</a:t>
              </a:r>
              <a:r>
                <a:rPr lang="ko-KR" altLang="en-US" sz="135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차 개정 </a:t>
              </a:r>
              <a:r>
                <a:rPr lang="en-US" altLang="ko-KR" sz="135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(2016)</a:t>
              </a:r>
              <a:endParaRPr lang="en-US" sz="135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</p:grpSp>
      <p:grpSp>
        <p:nvGrpSpPr>
          <p:cNvPr id="96" name="그룹 95">
            <a:extLst>
              <a:ext uri="{FF2B5EF4-FFF2-40B4-BE49-F238E27FC236}">
                <a16:creationId xmlns:a16="http://schemas.microsoft.com/office/drawing/2014/main" id="{787E6A51-6A76-6102-AE04-9D4A2381512D}"/>
              </a:ext>
            </a:extLst>
          </p:cNvPr>
          <p:cNvGrpSpPr/>
          <p:nvPr/>
        </p:nvGrpSpPr>
        <p:grpSpPr>
          <a:xfrm>
            <a:off x="9538066" y="4139205"/>
            <a:ext cx="2026591" cy="2178115"/>
            <a:chOff x="4437275" y="4525498"/>
            <a:chExt cx="1646605" cy="1769719"/>
          </a:xfrm>
        </p:grpSpPr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49E93680-9488-ED47-024E-A08A5CF21981}"/>
                </a:ext>
              </a:extLst>
            </p:cNvPr>
            <p:cNvSpPr txBox="1"/>
            <p:nvPr/>
          </p:nvSpPr>
          <p:spPr>
            <a:xfrm>
              <a:off x="4437275" y="4809955"/>
              <a:ext cx="1646605" cy="62147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>
                <a:lnSpc>
                  <a:spcPct val="110000"/>
                </a:lnSpc>
              </a:pPr>
              <a:r>
                <a:rPr lang="ko-KR" altLang="en-US" sz="1354" spc="-37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구성원 행복</a:t>
              </a:r>
              <a:r>
                <a:rPr lang="en-US" altLang="ko-KR" sz="1354" spc="-37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-VWBE </a:t>
              </a:r>
              <a:r>
                <a:rPr lang="ko-KR" altLang="en-US" sz="1354" spc="-37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문화</a:t>
              </a:r>
              <a:endParaRPr lang="en-US" altLang="ko-KR" sz="1354" spc="-37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  <a:p>
              <a:pPr algn="l">
                <a:lnSpc>
                  <a:spcPct val="110000"/>
                </a:lnSpc>
              </a:pPr>
              <a:r>
                <a:rPr lang="en-US" altLang="ko-KR" sz="1354" spc="-37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-SUPEX Company</a:t>
              </a:r>
              <a:r>
                <a:rPr lang="ko-KR" altLang="en-US" sz="1354" spc="-37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의</a:t>
              </a:r>
              <a:endParaRPr lang="en-US" altLang="ko-KR" sz="1354" spc="-37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  <a:p>
              <a:pPr algn="l">
                <a:lnSpc>
                  <a:spcPct val="110000"/>
                </a:lnSpc>
              </a:pPr>
              <a:r>
                <a:rPr lang="ko-KR" altLang="en-US" sz="1354" spc="-37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선순환 구조 명시</a:t>
              </a:r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09DAF8D8-9981-570C-F0AC-D49C85221BCE}"/>
                </a:ext>
              </a:extLst>
            </p:cNvPr>
            <p:cNvSpPr txBox="1"/>
            <p:nvPr/>
          </p:nvSpPr>
          <p:spPr>
            <a:xfrm>
              <a:off x="4437275" y="5496508"/>
              <a:ext cx="1638105" cy="7987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ko-KR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VWBE</a:t>
              </a:r>
              <a:r>
                <a:rPr lang="ko-KR" alt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한 구성원은 </a:t>
              </a:r>
              <a:r>
                <a:rPr lang="en-US" altLang="ko-KR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SUPEX</a:t>
              </a:r>
              <a:r>
                <a:rPr lang="ko-KR" alt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를</a:t>
              </a:r>
              <a:endParaRPr lang="en-US" altLang="ko-KR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>
                <a:lnSpc>
                  <a:spcPct val="120000"/>
                </a:lnSpc>
              </a:pPr>
              <a:r>
                <a:rPr lang="ko-KR" alt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추구해 경제적 가치</a:t>
              </a:r>
              <a:r>
                <a:rPr lang="en-US" altLang="ko-KR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, </a:t>
              </a:r>
              <a:r>
                <a:rPr lang="ko-KR" alt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사회적 가치</a:t>
              </a:r>
              <a:r>
                <a:rPr lang="en-US" altLang="ko-KR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,</a:t>
              </a:r>
            </a:p>
            <a:p>
              <a:pPr>
                <a:lnSpc>
                  <a:spcPct val="120000"/>
                </a:lnSpc>
              </a:pPr>
              <a:r>
                <a:rPr lang="ko-KR" alt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구성원 행복을 창출하는 </a:t>
              </a:r>
              <a:r>
                <a:rPr lang="en-US" altLang="ko-KR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SUPEX</a:t>
              </a:r>
            </a:p>
            <a:p>
              <a:pPr>
                <a:lnSpc>
                  <a:spcPct val="120000"/>
                </a:lnSpc>
              </a:pPr>
              <a:r>
                <a:rPr lang="en-US" altLang="ko-KR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Company</a:t>
              </a:r>
              <a:r>
                <a:rPr lang="ko-KR" alt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를 만듦</a:t>
              </a:r>
              <a:endParaRPr lang="en-US" altLang="ko-KR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AA4BB8E5-CA28-C1FE-6DC4-5ACDD4835866}"/>
                </a:ext>
              </a:extLst>
            </p:cNvPr>
            <p:cNvSpPr txBox="1"/>
            <p:nvPr/>
          </p:nvSpPr>
          <p:spPr>
            <a:xfrm>
              <a:off x="4437275" y="4525498"/>
              <a:ext cx="1197202" cy="2489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>
                <a:lnSpc>
                  <a:spcPct val="110000"/>
                </a:lnSpc>
              </a:pPr>
              <a:r>
                <a:rPr lang="en-US" altLang="ko-KR" sz="135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14</a:t>
              </a:r>
              <a:r>
                <a:rPr lang="ko-KR" altLang="en-US" sz="135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차 개정 </a:t>
              </a:r>
              <a:r>
                <a:rPr lang="en-US" altLang="ko-KR" sz="135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(2020)</a:t>
              </a:r>
              <a:endParaRPr lang="en-US" sz="135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04D2C950-C712-6AC0-4E64-195D0D2799E0}"/>
              </a:ext>
            </a:extLst>
          </p:cNvPr>
          <p:cNvSpPr txBox="1"/>
          <p:nvPr/>
        </p:nvSpPr>
        <p:spPr>
          <a:xfrm>
            <a:off x="652537" y="-499299"/>
            <a:ext cx="1756763" cy="4037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lnSpc>
                <a:spcPct val="110000"/>
              </a:lnSpc>
            </a:pPr>
            <a:r>
              <a:rPr lang="en-US" altLang="ko-KR" sz="1969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VWBE</a:t>
            </a:r>
            <a:r>
              <a:rPr lang="ko-KR" altLang="en-US" sz="1969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의 변천사</a:t>
            </a:r>
            <a:endParaRPr lang="en-US" sz="1969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bg1"/>
              </a:solidFill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8A4D960A-55DC-6FBB-6883-5BFBA48F9237}"/>
              </a:ext>
            </a:extLst>
          </p:cNvPr>
          <p:cNvSpPr/>
          <p:nvPr/>
        </p:nvSpPr>
        <p:spPr>
          <a:xfrm>
            <a:off x="237189" y="-460109"/>
            <a:ext cx="354501" cy="35450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231" spc="25" dirty="0">
                <a:solidFill>
                  <a:schemeClr val="tx1"/>
                </a:solidFill>
                <a:latin typeface="Montserrat ExtraBold" panose="00000900000000000000" pitchFamily="2" charset="0"/>
              </a:rPr>
              <a:t>1</a:t>
            </a:r>
          </a:p>
        </p:txBody>
      </p:sp>
      <p:sp>
        <p:nvSpPr>
          <p:cNvPr id="26" name="슬라이드 번호 개체 틀 25">
            <a:extLst>
              <a:ext uri="{FF2B5EF4-FFF2-40B4-BE49-F238E27FC236}">
                <a16:creationId xmlns:a16="http://schemas.microsoft.com/office/drawing/2014/main" id="{39BF37E7-0A63-B24E-1AFD-2D8A282D3E01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3DFBBC6A-3425-4C62-80BA-0DDE16A15D08}" type="slidenum">
              <a:rPr lang="ko-KR" altLang="en-US" smtClean="0">
                <a:solidFill>
                  <a:schemeClr val="bg1"/>
                </a:solidFill>
              </a:rPr>
              <a:pPr/>
              <a:t>20</a:t>
            </a:fld>
            <a:endParaRPr lang="ko-KR" altLang="en-US" dirty="0">
              <a:solidFill>
                <a:schemeClr val="bg1"/>
              </a:solidFill>
            </a:endParaRP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9D7CAEA1-DC0A-0053-6A8A-04D53FE712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56572" y="-436776"/>
            <a:ext cx="1277994" cy="996601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5B8C52E3-341D-6B9A-1DB9-E9F93D0AD04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73295" y="811807"/>
            <a:ext cx="1406966" cy="11255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47927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22242C-9B09-ACC3-2E25-2D14E4F757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F00987FD-154E-691F-31E5-C8F106D4338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749"/>
          <a:stretch>
            <a:fillRect/>
          </a:stretch>
        </p:blipFill>
        <p:spPr>
          <a:xfrm>
            <a:off x="0" y="-791308"/>
            <a:ext cx="12192000" cy="84406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774953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그룹 6">
            <a:extLst>
              <a:ext uri="{FF2B5EF4-FFF2-40B4-BE49-F238E27FC236}">
                <a16:creationId xmlns:a16="http://schemas.microsoft.com/office/drawing/2014/main" id="{3728A003-EFF7-BFF0-9FD9-72C1FFA157EC}"/>
              </a:ext>
            </a:extLst>
          </p:cNvPr>
          <p:cNvGrpSpPr/>
          <p:nvPr/>
        </p:nvGrpSpPr>
        <p:grpSpPr>
          <a:xfrm>
            <a:off x="0" y="-791308"/>
            <a:ext cx="12192000" cy="8440615"/>
            <a:chOff x="0" y="0"/>
            <a:chExt cx="9906000" cy="6858000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78423E29-EDAE-C2D8-9164-727A49D5E10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alphaModFix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6749"/>
            <a:stretch>
              <a:fillRect/>
            </a:stretch>
          </p:blipFill>
          <p:spPr>
            <a:xfrm>
              <a:off x="0" y="3610466"/>
              <a:ext cx="9906000" cy="3247534"/>
            </a:xfrm>
            <a:prstGeom prst="rect">
              <a:avLst/>
            </a:prstGeom>
          </p:spPr>
        </p:pic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E0807159-CEF0-90E9-4F13-2B8D4A44C510}"/>
                </a:ext>
              </a:extLst>
            </p:cNvPr>
            <p:cNvSpPr/>
            <p:nvPr/>
          </p:nvSpPr>
          <p:spPr>
            <a:xfrm>
              <a:off x="0" y="0"/>
              <a:ext cx="9906000" cy="361046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215"/>
            </a:p>
          </p:txBody>
        </p:sp>
      </p:grpSp>
    </p:spTree>
    <p:extLst>
      <p:ext uri="{BB962C8B-B14F-4D97-AF65-F5344CB8AC3E}">
        <p14:creationId xmlns:p14="http://schemas.microsoft.com/office/powerpoint/2010/main" val="1443451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44">
            <a:extLst>
              <a:ext uri="{FF2B5EF4-FFF2-40B4-BE49-F238E27FC236}">
                <a16:creationId xmlns:a16="http://schemas.microsoft.com/office/drawing/2014/main" id="{BD6BF05A-7A46-4216-9A3D-CEFDC84B47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66762" y="5892489"/>
            <a:ext cx="3258476" cy="649778"/>
          </a:xfrm>
          <a:prstGeom prst="rect">
            <a:avLst/>
          </a:prstGeom>
          <a:noFill/>
          <a:ln w="28575">
            <a:noFill/>
            <a:miter lim="800000"/>
            <a:headEnd/>
            <a:tailEnd/>
          </a:ln>
        </p:spPr>
        <p:txBody>
          <a:bodyPr wrap="none" lIns="0" tIns="0" rIns="0" bIns="0" anchor="t"/>
          <a:lstStyle/>
          <a:p>
            <a:pPr algn="ctr" defTabSz="843823" latinLnBrk="0">
              <a:lnSpc>
                <a:spcPct val="130000"/>
              </a:lnSpc>
              <a:spcAft>
                <a:spcPts val="554"/>
              </a:spcAft>
              <a:defRPr/>
            </a:pPr>
            <a:r>
              <a:rPr lang="en-US" altLang="ko-KR" sz="1969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SK</a:t>
            </a:r>
            <a:r>
              <a:rPr lang="ko-KR" altLang="en-US" sz="1969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에코플랜트 조형준 프로</a:t>
            </a:r>
            <a:br>
              <a:rPr lang="en-US" altLang="ko-KR" sz="1969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</a:br>
            <a:r>
              <a:rPr lang="en-US" altLang="ko-KR" sz="1969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`26.</a:t>
            </a:r>
            <a:r>
              <a:rPr lang="ko-KR" altLang="en-US" sz="1969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 </a:t>
            </a:r>
            <a:r>
              <a:rPr lang="en-US" altLang="ko-KR" sz="1969" b="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04</a:t>
            </a:r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1DDB92C-2FB4-42C6-94D8-1360A530D397}"/>
              </a:ext>
            </a:extLst>
          </p:cNvPr>
          <p:cNvSpPr txBox="1">
            <a:spLocks/>
          </p:cNvSpPr>
          <p:nvPr/>
        </p:nvSpPr>
        <p:spPr>
          <a:xfrm>
            <a:off x="1767906" y="2413472"/>
            <a:ext cx="8656188" cy="1135439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algn="l" defTabSz="914400" rtl="0" eaLnBrk="1" latinLnBrk="0" hangingPunct="1">
              <a:spcBef>
                <a:spcPts val="0"/>
              </a:spcBef>
              <a:buNone/>
              <a:defRPr sz="2000" b="1" kern="1200">
                <a:solidFill>
                  <a:srgbClr val="EA002C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algn="ctr">
              <a:lnSpc>
                <a:spcPct val="130000"/>
              </a:lnSpc>
              <a:defRPr/>
            </a:pPr>
            <a:r>
              <a:rPr lang="ko-KR" altLang="en-US" sz="3446" dirty="0">
                <a:solidFill>
                  <a:schemeClr val="tx1"/>
                </a:solidFill>
                <a:latin typeface="+mj-ea"/>
                <a:cs typeface="Pretendard" panose="02000503000000020004" pitchFamily="50" charset="-127"/>
              </a:rPr>
              <a:t>보이지 않는 장벽을 넘는 경영</a:t>
            </a:r>
            <a:br>
              <a:rPr lang="en-US" altLang="ko-KR" sz="3446" dirty="0">
                <a:solidFill>
                  <a:schemeClr val="tx1"/>
                </a:solidFill>
                <a:latin typeface="+mj-ea"/>
                <a:cs typeface="Pretendard" panose="02000503000000020004" pitchFamily="50" charset="-127"/>
              </a:rPr>
            </a:br>
            <a:r>
              <a:rPr lang="en-US" altLang="ko-KR" sz="2462" b="0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(</a:t>
            </a:r>
            <a:r>
              <a:rPr lang="ko-KR" altLang="en-US" sz="2462" b="0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패기</a:t>
            </a:r>
            <a:r>
              <a:rPr lang="en-US" altLang="ko-KR" sz="2462" b="0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, VWBE, </a:t>
            </a:r>
            <a:r>
              <a:rPr lang="ko-KR" altLang="en-US" sz="2462" b="0" spc="-74" dirty="0" err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일처리</a:t>
            </a:r>
            <a:r>
              <a:rPr lang="ko-KR" altLang="en-US" sz="2462" b="0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 </a:t>
            </a:r>
            <a:r>
              <a:rPr lang="en-US" altLang="ko-KR" sz="2462" b="0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5</a:t>
            </a:r>
            <a:r>
              <a:rPr lang="ko-KR" altLang="en-US" sz="2462" b="0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단계로 보는 </a:t>
            </a:r>
            <a:r>
              <a:rPr lang="en-US" altLang="ko-KR" sz="2462" b="0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SUPEX</a:t>
            </a:r>
            <a:r>
              <a:rPr lang="ko-KR" altLang="en-US" sz="2462" b="0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의 실행 논리</a:t>
            </a:r>
            <a:r>
              <a:rPr lang="en-US" altLang="ko-KR" sz="2462" b="0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09E31A1-00E6-483A-E6D2-36ABEE1EFAC8}"/>
              </a:ext>
            </a:extLst>
          </p:cNvPr>
          <p:cNvSpPr txBox="1"/>
          <p:nvPr/>
        </p:nvSpPr>
        <p:spPr>
          <a:xfrm>
            <a:off x="176845" y="-626924"/>
            <a:ext cx="3078728" cy="3258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ko-KR"/>
            </a:defPPr>
            <a:lvl1pPr>
              <a:lnSpc>
                <a:spcPct val="110000"/>
              </a:lnSpc>
              <a:defRPr sz="1600" spc="-6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defRPr>
            </a:lvl1pPr>
          </a:lstStyle>
          <a:p>
            <a:r>
              <a:rPr lang="en-US" altLang="ko-KR" sz="1477" dirty="0">
                <a:solidFill>
                  <a:schemeClr val="bg1">
                    <a:lumMod val="65000"/>
                  </a:schemeClr>
                </a:solidFill>
              </a:rPr>
              <a:t>’26</a:t>
            </a:r>
            <a:r>
              <a:rPr lang="ko-KR" altLang="en-US" sz="1477" dirty="0">
                <a:solidFill>
                  <a:schemeClr val="bg1">
                    <a:lumMod val="65000"/>
                  </a:schemeClr>
                </a:solidFill>
              </a:rPr>
              <a:t>년 </a:t>
            </a:r>
            <a:r>
              <a:rPr lang="en-US" altLang="ko-KR" sz="1477" dirty="0">
                <a:solidFill>
                  <a:schemeClr val="bg1">
                    <a:lumMod val="65000"/>
                  </a:schemeClr>
                </a:solidFill>
              </a:rPr>
              <a:t>FLP </a:t>
            </a:r>
            <a:r>
              <a:rPr lang="ko-KR" altLang="en-US" sz="1477" dirty="0">
                <a:solidFill>
                  <a:schemeClr val="bg1">
                    <a:lumMod val="65000"/>
                  </a:schemeClr>
                </a:solidFill>
              </a:rPr>
              <a:t>과정 </a:t>
            </a:r>
            <a:r>
              <a:rPr lang="en-US" altLang="ko-KR" sz="1477" dirty="0">
                <a:solidFill>
                  <a:schemeClr val="bg1">
                    <a:lumMod val="65000"/>
                  </a:schemeClr>
                </a:solidFill>
              </a:rPr>
              <a:t>Module 1 – SKMS</a:t>
            </a:r>
            <a:r>
              <a:rPr lang="ko-KR" altLang="en-US" sz="1477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altLang="ko-KR" sz="1477" dirty="0">
                <a:solidFill>
                  <a:schemeClr val="bg1">
                    <a:lumMod val="65000"/>
                  </a:schemeClr>
                </a:solidFill>
              </a:rPr>
              <a:t>Talk</a:t>
            </a:r>
            <a:endParaRPr lang="en-US" sz="1477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072524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F53C0D-F14E-9F2B-4111-7C196ED8EE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3937B3A-5262-628B-F3E5-C9AEA9B51A8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09573" y="361658"/>
            <a:ext cx="5857757" cy="389209"/>
          </a:xfrm>
          <a:noFill/>
        </p:spPr>
        <p:txBody>
          <a:bodyPr wrap="none" rtlCol="0">
            <a:spAutoFit/>
          </a:bodyPr>
          <a:lstStyle/>
          <a:p>
            <a:pPr defTabSz="1125444" latinLnBrk="1">
              <a:lnSpc>
                <a:spcPct val="110000"/>
              </a:lnSpc>
            </a:pPr>
            <a:r>
              <a:rPr lang="ko-KR" altLang="en-US" sz="2462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시대의 변화에 발맞춰 </a:t>
            </a:r>
            <a:r>
              <a:rPr lang="en-US" altLang="ko-KR" sz="2462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SK</a:t>
            </a:r>
            <a:r>
              <a:rPr lang="ko-KR" altLang="en-US" sz="2462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와 함께 진화해온 </a:t>
            </a:r>
            <a:r>
              <a:rPr lang="en-US" altLang="ko-KR" sz="2462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VWBE</a:t>
            </a:r>
            <a:endParaRPr lang="ko-KR" altLang="en-US" sz="2462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cxnSp>
        <p:nvCxnSpPr>
          <p:cNvPr id="2" name="직선 화살표 연결선 1">
            <a:extLst>
              <a:ext uri="{FF2B5EF4-FFF2-40B4-BE49-F238E27FC236}">
                <a16:creationId xmlns:a16="http://schemas.microsoft.com/office/drawing/2014/main" id="{8CA39D88-D78D-76D6-F143-9FA108101C09}"/>
              </a:ext>
            </a:extLst>
          </p:cNvPr>
          <p:cNvCxnSpPr>
            <a:cxnSpLocks/>
          </p:cNvCxnSpPr>
          <p:nvPr/>
        </p:nvCxnSpPr>
        <p:spPr>
          <a:xfrm flipH="1">
            <a:off x="0" y="1453852"/>
            <a:ext cx="12192000" cy="0"/>
          </a:xfrm>
          <a:prstGeom prst="straightConnector1">
            <a:avLst/>
          </a:prstGeom>
          <a:noFill/>
          <a:ln>
            <a:solidFill>
              <a:schemeClr val="bg1">
                <a:lumMod val="65000"/>
              </a:schemeClr>
            </a:solidFill>
            <a:headEnd type="arrow" w="med" len="sm"/>
            <a:tailEnd type="none" w="med" len="sm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1" name="타원 10">
            <a:extLst>
              <a:ext uri="{FF2B5EF4-FFF2-40B4-BE49-F238E27FC236}">
                <a16:creationId xmlns:a16="http://schemas.microsoft.com/office/drawing/2014/main" id="{ACE49841-6131-1746-0243-83E2D24E4FCD}"/>
              </a:ext>
            </a:extLst>
          </p:cNvPr>
          <p:cNvSpPr/>
          <p:nvPr/>
        </p:nvSpPr>
        <p:spPr>
          <a:xfrm>
            <a:off x="2193407" y="1399718"/>
            <a:ext cx="108268" cy="108268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2215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037F6D3-6D18-EC51-3A20-46B6C7469F8A}"/>
              </a:ext>
            </a:extLst>
          </p:cNvPr>
          <p:cNvSpPr txBox="1"/>
          <p:nvPr/>
        </p:nvSpPr>
        <p:spPr>
          <a:xfrm>
            <a:off x="1631795" y="1634852"/>
            <a:ext cx="1189428" cy="3258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10000"/>
              </a:lnSpc>
            </a:pPr>
            <a:r>
              <a:rPr lang="en-US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1950~1970s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2D2C852-6F53-8E9E-825A-70D87C0BAE0A}"/>
              </a:ext>
            </a:extLst>
          </p:cNvPr>
          <p:cNvSpPr txBox="1"/>
          <p:nvPr/>
        </p:nvSpPr>
        <p:spPr>
          <a:xfrm>
            <a:off x="1395234" y="1940797"/>
            <a:ext cx="1681807" cy="3196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전후 복구</a:t>
            </a:r>
            <a:r>
              <a:rPr lang="en-US" altLang="ko-KR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ko-KR" altLang="en-US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및 오일쇼크</a:t>
            </a:r>
            <a:endParaRPr lang="en-US" altLang="ko-KR" sz="1477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85000"/>
                  <a:lumOff val="15000"/>
                  <a:alpha val="60000"/>
                </a:scheme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DA979C6E-D15D-16F7-70BA-CF37B9820584}"/>
              </a:ext>
            </a:extLst>
          </p:cNvPr>
          <p:cNvSpPr/>
          <p:nvPr/>
        </p:nvSpPr>
        <p:spPr>
          <a:xfrm>
            <a:off x="4204774" y="1399718"/>
            <a:ext cx="108268" cy="108268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2215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9835CD6-FC93-757E-5B88-8D095C3AE443}"/>
              </a:ext>
            </a:extLst>
          </p:cNvPr>
          <p:cNvSpPr txBox="1"/>
          <p:nvPr/>
        </p:nvSpPr>
        <p:spPr>
          <a:xfrm>
            <a:off x="3895696" y="1634852"/>
            <a:ext cx="683842" cy="3258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10000"/>
              </a:lnSpc>
            </a:pPr>
            <a:r>
              <a:rPr lang="en-US" altLang="ko-KR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1980s</a:t>
            </a:r>
            <a:endParaRPr lang="en-US" sz="1477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DB48B07-C8DE-352E-DBE5-8C5F636060E8}"/>
              </a:ext>
            </a:extLst>
          </p:cNvPr>
          <p:cNvSpPr txBox="1"/>
          <p:nvPr/>
        </p:nvSpPr>
        <p:spPr>
          <a:xfrm>
            <a:off x="3537718" y="1940797"/>
            <a:ext cx="1490793" cy="3196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중화학 공업 부흥기</a:t>
            </a:r>
            <a:endParaRPr lang="en-US" altLang="ko-KR" sz="1477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85000"/>
                  <a:lumOff val="15000"/>
                  <a:alpha val="60000"/>
                </a:scheme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6250BED2-15F6-B926-8C26-42D9D7A83D55}"/>
              </a:ext>
            </a:extLst>
          </p:cNvPr>
          <p:cNvSpPr/>
          <p:nvPr/>
        </p:nvSpPr>
        <p:spPr>
          <a:xfrm>
            <a:off x="6238452" y="1399718"/>
            <a:ext cx="108268" cy="108268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2215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424862-E0D0-EAE9-C91F-3F4000DC21AE}"/>
              </a:ext>
            </a:extLst>
          </p:cNvPr>
          <p:cNvSpPr txBox="1"/>
          <p:nvPr/>
        </p:nvSpPr>
        <p:spPr>
          <a:xfrm>
            <a:off x="5654528" y="1634852"/>
            <a:ext cx="1232710" cy="3258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10000"/>
              </a:lnSpc>
            </a:pPr>
            <a:r>
              <a:rPr lang="en-US" altLang="ko-KR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1990~2000s</a:t>
            </a:r>
            <a:endParaRPr lang="en-US" sz="1477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63E8948-B503-5F6F-717E-A98F6C49B900}"/>
              </a:ext>
            </a:extLst>
          </p:cNvPr>
          <p:cNvSpPr txBox="1"/>
          <p:nvPr/>
        </p:nvSpPr>
        <p:spPr>
          <a:xfrm>
            <a:off x="5708357" y="1940798"/>
            <a:ext cx="1168460" cy="5469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IMF </a:t>
            </a:r>
            <a:r>
              <a:rPr lang="ko-KR" altLang="en-US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외환위기</a:t>
            </a:r>
            <a:r>
              <a:rPr lang="en-US" altLang="ko-KR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,</a:t>
            </a:r>
          </a:p>
          <a:p>
            <a:pPr algn="ctr"/>
            <a:r>
              <a:rPr lang="en-US" altLang="ko-KR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IT </a:t>
            </a:r>
            <a:r>
              <a:rPr lang="ko-KR" altLang="en-US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버블 붕괴</a:t>
            </a: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FF5BC028-AC23-2A82-C06C-7A847CEF094A}"/>
              </a:ext>
            </a:extLst>
          </p:cNvPr>
          <p:cNvSpPr/>
          <p:nvPr/>
        </p:nvSpPr>
        <p:spPr>
          <a:xfrm>
            <a:off x="8325567" y="1399718"/>
            <a:ext cx="108268" cy="108268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2215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7347713-06BC-060E-E58B-EBD130B72E4A}"/>
              </a:ext>
            </a:extLst>
          </p:cNvPr>
          <p:cNvSpPr txBox="1"/>
          <p:nvPr/>
        </p:nvSpPr>
        <p:spPr>
          <a:xfrm>
            <a:off x="8021979" y="1634852"/>
            <a:ext cx="677430" cy="3258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10000"/>
              </a:lnSpc>
            </a:pPr>
            <a:r>
              <a:rPr lang="en-US" altLang="ko-KR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2010s</a:t>
            </a:r>
            <a:endParaRPr lang="en-US" sz="1477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221C9EF-F287-C1D3-6216-E71E966B0922}"/>
              </a:ext>
            </a:extLst>
          </p:cNvPr>
          <p:cNvSpPr txBox="1"/>
          <p:nvPr/>
        </p:nvSpPr>
        <p:spPr>
          <a:xfrm>
            <a:off x="7808736" y="1940797"/>
            <a:ext cx="1102481" cy="3196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4</a:t>
            </a:r>
            <a:r>
              <a:rPr lang="ko-KR" altLang="en-US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차 산업혁명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E3BCF23F-B325-106A-A101-15DDAF59EFD3}"/>
              </a:ext>
            </a:extLst>
          </p:cNvPr>
          <p:cNvSpPr/>
          <p:nvPr/>
        </p:nvSpPr>
        <p:spPr>
          <a:xfrm>
            <a:off x="593118" y="2879493"/>
            <a:ext cx="615194" cy="91935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477" b="1" dirty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</a:rPr>
              <a:t>SK</a:t>
            </a:r>
            <a:r>
              <a:rPr lang="ko-KR" altLang="en-US" sz="1477" b="1" dirty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</a:rPr>
              <a:t>의</a:t>
            </a:r>
            <a:endParaRPr lang="en-US" altLang="ko-KR" sz="1477" b="1" dirty="0">
              <a:solidFill>
                <a:schemeClr val="tx1"/>
              </a:solidFill>
              <a:latin typeface="Pretendard" panose="02000503000000020004" pitchFamily="50" charset="-127"/>
              <a:ea typeface="Pretendard" panose="02000503000000020004" pitchFamily="50" charset="-127"/>
            </a:endParaRPr>
          </a:p>
          <a:p>
            <a:pPr algn="ctr"/>
            <a:r>
              <a:rPr lang="ko-KR" altLang="en-US" sz="1477" b="1" dirty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</a:rPr>
              <a:t>전략</a:t>
            </a:r>
            <a:endParaRPr lang="en-US" altLang="ko-KR" sz="1477" b="1" dirty="0">
              <a:solidFill>
                <a:schemeClr val="tx1"/>
              </a:solidFill>
              <a:latin typeface="Pretendard" panose="02000503000000020004" pitchFamily="50" charset="-127"/>
              <a:ea typeface="Pretendard" panose="02000503000000020004" pitchFamily="50" charset="-127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066681A3-6821-40FD-A16C-ED1940E4BD9C}"/>
              </a:ext>
            </a:extLst>
          </p:cNvPr>
          <p:cNvSpPr/>
          <p:nvPr/>
        </p:nvSpPr>
        <p:spPr>
          <a:xfrm>
            <a:off x="593118" y="4039675"/>
            <a:ext cx="615194" cy="238169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477" b="1" dirty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</a:rPr>
              <a:t>VWBE</a:t>
            </a:r>
          </a:p>
          <a:p>
            <a:pPr algn="ctr"/>
            <a:r>
              <a:rPr lang="en-US" altLang="ko-KR" sz="1477" b="1" dirty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</a:rPr>
              <a:t>/</a:t>
            </a:r>
            <a:r>
              <a:rPr lang="ko-KR" altLang="en-US" sz="1477" b="1" dirty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</a:rPr>
              <a:t>패기</a:t>
            </a:r>
            <a:endParaRPr lang="en-US" altLang="ko-KR" sz="1477" b="1" dirty="0">
              <a:solidFill>
                <a:schemeClr val="tx1"/>
              </a:solidFill>
              <a:latin typeface="Pretendard" panose="02000503000000020004" pitchFamily="50" charset="-127"/>
              <a:ea typeface="Pretendard" panose="02000503000000020004" pitchFamily="50" charset="-127"/>
            </a:endParaRPr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C36C9611-6DA1-2847-83FD-4CD225BB7490}"/>
              </a:ext>
            </a:extLst>
          </p:cNvPr>
          <p:cNvSpPr/>
          <p:nvPr/>
        </p:nvSpPr>
        <p:spPr>
          <a:xfrm>
            <a:off x="10180406" y="1399718"/>
            <a:ext cx="108268" cy="108268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2215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15C89B1-9716-09CC-DBCE-1CD488F3D20C}"/>
              </a:ext>
            </a:extLst>
          </p:cNvPr>
          <p:cNvSpPr txBox="1"/>
          <p:nvPr/>
        </p:nvSpPr>
        <p:spPr>
          <a:xfrm>
            <a:off x="9961139" y="1634852"/>
            <a:ext cx="492699" cy="3258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10000"/>
              </a:lnSpc>
            </a:pPr>
            <a:r>
              <a:rPr lang="ko-KR" altLang="en-US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현재</a:t>
            </a:r>
            <a:endParaRPr lang="en-US" sz="1477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EA30E56-FF82-B954-DFE3-D8CA2AA8371E}"/>
              </a:ext>
            </a:extLst>
          </p:cNvPr>
          <p:cNvSpPr txBox="1"/>
          <p:nvPr/>
        </p:nvSpPr>
        <p:spPr>
          <a:xfrm>
            <a:off x="9831546" y="1940797"/>
            <a:ext cx="757580" cy="3196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AX</a:t>
            </a:r>
            <a:r>
              <a:rPr lang="ko-KR" altLang="en-US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시대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95754FD-1E47-0B33-E09B-9CD816B4C5A2}"/>
              </a:ext>
            </a:extLst>
          </p:cNvPr>
          <p:cNvSpPr txBox="1"/>
          <p:nvPr/>
        </p:nvSpPr>
        <p:spPr>
          <a:xfrm>
            <a:off x="1395234" y="3093129"/>
            <a:ext cx="1648015" cy="5469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alpha val="60000"/>
                  </a:schemeClr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선경직물</a:t>
            </a:r>
            <a:r>
              <a:rPr lang="en-US" altLang="ko-KR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alpha val="60000"/>
                  </a:schemeClr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 </a:t>
            </a:r>
            <a:r>
              <a:rPr lang="ko-KR" altLang="en-US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alpha val="60000"/>
                  </a:schemeClr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창업</a:t>
            </a:r>
            <a:r>
              <a:rPr lang="en-US" altLang="ko-KR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alpha val="60000"/>
                  </a:schemeClr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,</a:t>
            </a:r>
          </a:p>
          <a:p>
            <a:r>
              <a:rPr lang="ko-KR" altLang="en-US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alpha val="60000"/>
                  </a:schemeClr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수직계열화 비전 선포</a:t>
            </a:r>
            <a:endParaRPr lang="en-US" altLang="ko-KR" sz="1477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alpha val="60000"/>
                </a:schemeClr>
              </a:solidFill>
              <a:latin typeface="+mj-lt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74C0DD7-C98D-48E0-C5CB-0FFC3C98AB46}"/>
              </a:ext>
            </a:extLst>
          </p:cNvPr>
          <p:cNvSpPr txBox="1"/>
          <p:nvPr/>
        </p:nvSpPr>
        <p:spPr>
          <a:xfrm>
            <a:off x="3399094" y="3093129"/>
            <a:ext cx="1720279" cy="5469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alpha val="60000"/>
                  </a:schemeClr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유공 인수</a:t>
            </a:r>
            <a:endParaRPr lang="en-US" altLang="ko-KR" sz="1477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alpha val="60000"/>
                </a:schemeClr>
              </a:solidFill>
              <a:latin typeface="+mj-lt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r>
              <a:rPr lang="ko-KR" altLang="en-US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alpha val="60000"/>
                  </a:schemeClr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에너지</a:t>
            </a:r>
            <a:r>
              <a:rPr lang="en-US" altLang="ko-KR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alpha val="60000"/>
                  </a:schemeClr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-</a:t>
            </a:r>
            <a:r>
              <a:rPr lang="ko-KR" altLang="en-US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alpha val="60000"/>
                  </a:schemeClr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화학 체제 완성</a:t>
            </a:r>
            <a:endParaRPr lang="en-US" altLang="ko-KR" sz="1477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alpha val="60000"/>
                </a:schemeClr>
              </a:solidFill>
              <a:latin typeface="+mj-lt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F7535F2-788D-727F-6C80-C4305FF011FC}"/>
              </a:ext>
            </a:extLst>
          </p:cNvPr>
          <p:cNvSpPr txBox="1"/>
          <p:nvPr/>
        </p:nvSpPr>
        <p:spPr>
          <a:xfrm>
            <a:off x="5456516" y="3093129"/>
            <a:ext cx="1532599" cy="5469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alpha val="60000"/>
                  </a:schemeClr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정보통신 사업 진출</a:t>
            </a:r>
            <a:r>
              <a:rPr lang="en-US" altLang="ko-KR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alpha val="60000"/>
                  </a:schemeClr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,</a:t>
            </a:r>
          </a:p>
          <a:p>
            <a:r>
              <a:rPr lang="ko-KR" altLang="en-US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alpha val="60000"/>
                  </a:schemeClr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지주사 체제 전환</a:t>
            </a:r>
            <a:endParaRPr lang="en-US" altLang="ko-KR" sz="1477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alpha val="60000"/>
                </a:schemeClr>
              </a:solidFill>
              <a:latin typeface="+mj-lt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F284405-6AC3-3147-DEDD-F88DFCB00781}"/>
              </a:ext>
            </a:extLst>
          </p:cNvPr>
          <p:cNvSpPr txBox="1"/>
          <p:nvPr/>
        </p:nvSpPr>
        <p:spPr>
          <a:xfrm>
            <a:off x="7539063" y="3093129"/>
            <a:ext cx="1232838" cy="5469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alpha val="60000"/>
                  </a:schemeClr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하이닉스 인수</a:t>
            </a:r>
            <a:r>
              <a:rPr lang="en-US" altLang="ko-KR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alpha val="60000"/>
                  </a:schemeClr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,</a:t>
            </a:r>
          </a:p>
          <a:p>
            <a:r>
              <a:rPr lang="en-US" altLang="ko-KR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alpha val="60000"/>
                  </a:schemeClr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Deep Change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675FCFD-157E-8881-B465-BE974410DD11}"/>
              </a:ext>
            </a:extLst>
          </p:cNvPr>
          <p:cNvSpPr txBox="1"/>
          <p:nvPr/>
        </p:nvSpPr>
        <p:spPr>
          <a:xfrm>
            <a:off x="9552507" y="3093129"/>
            <a:ext cx="1373902" cy="5469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alpha val="60000"/>
                  </a:schemeClr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AI</a:t>
            </a:r>
            <a:r>
              <a:rPr lang="ko-KR" altLang="en-US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alpha val="60000"/>
                  </a:schemeClr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 </a:t>
            </a:r>
            <a:r>
              <a:rPr lang="ko-KR" altLang="en-US" sz="1477" spc="-74" dirty="0" err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alpha val="60000"/>
                  </a:schemeClr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밸류체인</a:t>
            </a:r>
            <a:r>
              <a:rPr lang="ko-KR" altLang="en-US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alpha val="60000"/>
                  </a:schemeClr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 통합</a:t>
            </a:r>
            <a:r>
              <a:rPr lang="en-US" altLang="ko-KR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alpha val="60000"/>
                  </a:schemeClr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,</a:t>
            </a:r>
          </a:p>
          <a:p>
            <a:r>
              <a:rPr lang="ko-KR" altLang="en-US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alpha val="60000"/>
                  </a:schemeClr>
                </a:solidFill>
                <a:latin typeface="+mj-lt"/>
                <a:ea typeface="Pretendard" panose="02000503000000020004" pitchFamily="50" charset="-127"/>
                <a:cs typeface="Pretendard" panose="02000503000000020004" pitchFamily="50" charset="-127"/>
              </a:rPr>
              <a:t>질적 성장 추구</a:t>
            </a:r>
            <a:endParaRPr lang="en-US" altLang="ko-KR" sz="1477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alpha val="60000"/>
                </a:schemeClr>
              </a:solidFill>
              <a:latin typeface="+mj-lt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cxnSp>
        <p:nvCxnSpPr>
          <p:cNvPr id="50" name="직선 연결선 49">
            <a:extLst>
              <a:ext uri="{FF2B5EF4-FFF2-40B4-BE49-F238E27FC236}">
                <a16:creationId xmlns:a16="http://schemas.microsoft.com/office/drawing/2014/main" id="{DD0B1849-867B-64AD-F44B-3DA7AE8C83A6}"/>
              </a:ext>
            </a:extLst>
          </p:cNvPr>
          <p:cNvCxnSpPr>
            <a:cxnSpLocks/>
          </p:cNvCxnSpPr>
          <p:nvPr/>
        </p:nvCxnSpPr>
        <p:spPr>
          <a:xfrm>
            <a:off x="581539" y="3925816"/>
            <a:ext cx="10879100" cy="0"/>
          </a:xfrm>
          <a:prstGeom prst="line">
            <a:avLst/>
          </a:prstGeom>
          <a:solidFill>
            <a:schemeClr val="bg1"/>
          </a:solidFill>
          <a:ln w="6350">
            <a:solidFill>
              <a:schemeClr val="bg1">
                <a:lumMod val="6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85" name="그룹 84">
            <a:extLst>
              <a:ext uri="{FF2B5EF4-FFF2-40B4-BE49-F238E27FC236}">
                <a16:creationId xmlns:a16="http://schemas.microsoft.com/office/drawing/2014/main" id="{3725C029-E96E-EDB1-74BA-6B4B98AB0DA8}"/>
              </a:ext>
            </a:extLst>
          </p:cNvPr>
          <p:cNvGrpSpPr/>
          <p:nvPr/>
        </p:nvGrpSpPr>
        <p:grpSpPr>
          <a:xfrm>
            <a:off x="1387389" y="4139205"/>
            <a:ext cx="1886286" cy="2178115"/>
            <a:chOff x="1131611" y="4525498"/>
            <a:chExt cx="1532607" cy="1769719"/>
          </a:xfrm>
        </p:grpSpPr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EA6333BF-27D2-8D33-F1A6-4BD32250FE70}"/>
                </a:ext>
              </a:extLst>
            </p:cNvPr>
            <p:cNvSpPr txBox="1"/>
            <p:nvPr/>
          </p:nvSpPr>
          <p:spPr>
            <a:xfrm>
              <a:off x="1131611" y="4809955"/>
              <a:ext cx="1532607" cy="43522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>
                <a:lnSpc>
                  <a:spcPct val="110000"/>
                </a:lnSpc>
              </a:pPr>
              <a:r>
                <a:rPr lang="ko-KR" altLang="en-US" sz="1354" spc="-37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선경人이 </a:t>
              </a:r>
              <a:r>
                <a:rPr lang="ko-KR" altLang="en-US" sz="1354" spc="-37" dirty="0" err="1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갖춰야할</a:t>
              </a:r>
              <a:r>
                <a:rPr lang="ko-KR" altLang="en-US" sz="1354" spc="-37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 자세인</a:t>
              </a:r>
            </a:p>
            <a:p>
              <a:pPr algn="l">
                <a:lnSpc>
                  <a:spcPct val="110000"/>
                </a:lnSpc>
              </a:pPr>
              <a:r>
                <a:rPr lang="ko-KR" altLang="en-US" sz="1354" spc="-37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패기의 정의 정립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B2226820-5890-2543-38FF-A57349A5A33E}"/>
                </a:ext>
              </a:extLst>
            </p:cNvPr>
            <p:cNvSpPr txBox="1"/>
            <p:nvPr/>
          </p:nvSpPr>
          <p:spPr>
            <a:xfrm>
              <a:off x="1131611" y="5496508"/>
              <a:ext cx="1254562" cy="7987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사고는 적극적으로 하고</a:t>
              </a:r>
              <a:r>
                <a:rPr lang="en-US" altLang="ko-KR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,</a:t>
              </a:r>
            </a:p>
            <a:p>
              <a:pPr>
                <a:lnSpc>
                  <a:spcPct val="120000"/>
                </a:lnSpc>
              </a:pPr>
              <a:r>
                <a:rPr lang="ko-KR" alt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행동은 진취적으로 하며</a:t>
              </a:r>
              <a:r>
                <a:rPr lang="en-US" altLang="ko-KR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,</a:t>
              </a:r>
            </a:p>
            <a:p>
              <a:pPr>
                <a:lnSpc>
                  <a:spcPct val="120000"/>
                </a:lnSpc>
              </a:pPr>
              <a:r>
                <a:rPr lang="ko-KR" alt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일 처리는 빈틈없고</a:t>
              </a:r>
              <a:endParaRPr lang="en-US" altLang="ko-KR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>
                <a:lnSpc>
                  <a:spcPct val="120000"/>
                </a:lnSpc>
              </a:pPr>
              <a:r>
                <a:rPr lang="ko-KR" alt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야무지게 하는 자세</a:t>
              </a:r>
              <a:endParaRPr lang="en-US" altLang="ko-KR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2E590249-AA4A-9FBD-3034-60EB28345475}"/>
                </a:ext>
              </a:extLst>
            </p:cNvPr>
            <p:cNvSpPr txBox="1"/>
            <p:nvPr/>
          </p:nvSpPr>
          <p:spPr>
            <a:xfrm>
              <a:off x="1131611" y="4525498"/>
              <a:ext cx="1138593" cy="2489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>
                <a:lnSpc>
                  <a:spcPct val="110000"/>
                </a:lnSpc>
              </a:pPr>
              <a:r>
                <a:rPr lang="ko-KR" altLang="en-US" sz="135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초판 정립 </a:t>
              </a:r>
              <a:r>
                <a:rPr lang="en-US" altLang="ko-KR" sz="135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(1979)</a:t>
              </a:r>
              <a:endParaRPr lang="en-US" sz="135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</p:grpSp>
      <p:grpSp>
        <p:nvGrpSpPr>
          <p:cNvPr id="86" name="그룹 85">
            <a:extLst>
              <a:ext uri="{FF2B5EF4-FFF2-40B4-BE49-F238E27FC236}">
                <a16:creationId xmlns:a16="http://schemas.microsoft.com/office/drawing/2014/main" id="{65B26359-D3BD-0268-6DE5-D7C9290BC5FE}"/>
              </a:ext>
            </a:extLst>
          </p:cNvPr>
          <p:cNvGrpSpPr/>
          <p:nvPr/>
        </p:nvGrpSpPr>
        <p:grpSpPr>
          <a:xfrm>
            <a:off x="3377709" y="4139206"/>
            <a:ext cx="1858779" cy="2405420"/>
            <a:chOff x="2784443" y="4525498"/>
            <a:chExt cx="1510258" cy="1954404"/>
          </a:xfrm>
        </p:grpSpPr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60218950-8CD6-2781-1F6E-D5E1BC8A6835}"/>
                </a:ext>
              </a:extLst>
            </p:cNvPr>
            <p:cNvSpPr txBox="1"/>
            <p:nvPr/>
          </p:nvSpPr>
          <p:spPr>
            <a:xfrm>
              <a:off x="2784443" y="4809955"/>
              <a:ext cx="1040076" cy="2489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>
                <a:lnSpc>
                  <a:spcPct val="110000"/>
                </a:lnSpc>
              </a:pPr>
              <a:r>
                <a:rPr lang="ko-KR" altLang="en-US" sz="1354" spc="-37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패기의 정의 보완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D62642F1-A549-A4B0-9686-6850268352FD}"/>
                </a:ext>
              </a:extLst>
            </p:cNvPr>
            <p:cNvSpPr txBox="1"/>
            <p:nvPr/>
          </p:nvSpPr>
          <p:spPr>
            <a:xfrm>
              <a:off x="2784443" y="5496508"/>
              <a:ext cx="1510258" cy="98339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1231" spc="-74" dirty="0" err="1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패기란</a:t>
              </a:r>
              <a:r>
                <a:rPr lang="ko-KR" alt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일과 싸워서 이기는</a:t>
              </a:r>
              <a:endParaRPr lang="en-US" altLang="ko-KR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>
                <a:lnSpc>
                  <a:spcPct val="120000"/>
                </a:lnSpc>
              </a:pPr>
              <a:r>
                <a:rPr lang="ko-KR" alt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기질로 사고는 적극적으로</a:t>
              </a:r>
              <a:endParaRPr lang="en-US" altLang="ko-KR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>
                <a:lnSpc>
                  <a:spcPct val="120000"/>
                </a:lnSpc>
              </a:pPr>
              <a:r>
                <a:rPr lang="ko-KR" alt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하고</a:t>
              </a:r>
              <a:r>
                <a:rPr lang="en-US" altLang="ko-KR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, </a:t>
              </a:r>
              <a:r>
                <a:rPr lang="ko-KR" alt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행동은 진취적으로 하며</a:t>
              </a:r>
              <a:r>
                <a:rPr lang="en-US" altLang="ko-KR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,</a:t>
              </a:r>
            </a:p>
            <a:p>
              <a:pPr>
                <a:lnSpc>
                  <a:spcPct val="120000"/>
                </a:lnSpc>
              </a:pPr>
              <a:r>
                <a:rPr lang="ko-KR" alt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일처리는 빈틈없고 야무지게</a:t>
              </a:r>
              <a:endParaRPr lang="en-US" altLang="ko-KR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>
                <a:lnSpc>
                  <a:spcPct val="120000"/>
                </a:lnSpc>
              </a:pPr>
              <a:r>
                <a:rPr lang="ko-KR" alt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하는 것</a:t>
              </a:r>
              <a:endParaRPr lang="en-US" altLang="ko-KR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C2C59DBE-9CAC-2C64-29FB-8568F14CAE76}"/>
                </a:ext>
              </a:extLst>
            </p:cNvPr>
            <p:cNvSpPr txBox="1"/>
            <p:nvPr/>
          </p:nvSpPr>
          <p:spPr>
            <a:xfrm>
              <a:off x="2784443" y="4525498"/>
              <a:ext cx="1108637" cy="2489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>
                <a:lnSpc>
                  <a:spcPct val="110000"/>
                </a:lnSpc>
              </a:pPr>
              <a:r>
                <a:rPr lang="en-US" altLang="ko-KR" sz="135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3</a:t>
              </a:r>
              <a:r>
                <a:rPr lang="ko-KR" altLang="en-US" sz="135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차 개정 </a:t>
              </a:r>
              <a:r>
                <a:rPr lang="en-US" altLang="ko-KR" sz="135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(1982)</a:t>
              </a:r>
              <a:endParaRPr lang="en-US" sz="135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</p:grpSp>
      <p:grpSp>
        <p:nvGrpSpPr>
          <p:cNvPr id="87" name="그룹 86">
            <a:extLst>
              <a:ext uri="{FF2B5EF4-FFF2-40B4-BE49-F238E27FC236}">
                <a16:creationId xmlns:a16="http://schemas.microsoft.com/office/drawing/2014/main" id="{AB9F64EC-7EC7-B435-87D5-E9A14BB516D7}"/>
              </a:ext>
            </a:extLst>
          </p:cNvPr>
          <p:cNvGrpSpPr/>
          <p:nvPr/>
        </p:nvGrpSpPr>
        <p:grpSpPr>
          <a:xfrm>
            <a:off x="5486009" y="4139205"/>
            <a:ext cx="2026591" cy="2178115"/>
            <a:chOff x="4437275" y="4525498"/>
            <a:chExt cx="1646605" cy="1769719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D35DA325-1425-A6AC-8C01-3D00E4C158DA}"/>
                </a:ext>
              </a:extLst>
            </p:cNvPr>
            <p:cNvSpPr txBox="1"/>
            <p:nvPr/>
          </p:nvSpPr>
          <p:spPr>
            <a:xfrm>
              <a:off x="4437275" y="4809955"/>
              <a:ext cx="1646605" cy="62147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>
                <a:lnSpc>
                  <a:spcPct val="110000"/>
                </a:lnSpc>
              </a:pPr>
              <a:r>
                <a:rPr lang="en-US" altLang="ko-KR" sz="1354" spc="-37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VWBE, SUPEX </a:t>
              </a:r>
              <a:r>
                <a:rPr lang="ko-KR" altLang="en-US" sz="1354" spc="-37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정의 및</a:t>
              </a:r>
              <a:endParaRPr lang="en-US" altLang="ko-KR" sz="1354" spc="-37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  <a:p>
              <a:pPr algn="l">
                <a:lnSpc>
                  <a:spcPct val="110000"/>
                </a:lnSpc>
              </a:pPr>
              <a:r>
                <a:rPr lang="ko-KR" altLang="en-US" sz="1354" spc="-37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패기와 </a:t>
              </a:r>
              <a:r>
                <a:rPr lang="en-US" altLang="ko-KR" sz="1354" spc="-37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Super Excellent</a:t>
              </a:r>
            </a:p>
            <a:p>
              <a:pPr algn="l">
                <a:lnSpc>
                  <a:spcPct val="110000"/>
                </a:lnSpc>
              </a:pPr>
              <a:r>
                <a:rPr lang="ko-KR" altLang="en-US" sz="1354" spc="-37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의 연관성 정의</a:t>
              </a: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852B2558-5C88-9DEC-01BB-25D8777DB05B}"/>
                </a:ext>
              </a:extLst>
            </p:cNvPr>
            <p:cNvSpPr txBox="1"/>
            <p:nvPr/>
          </p:nvSpPr>
          <p:spPr>
            <a:xfrm>
              <a:off x="4437275" y="5496508"/>
              <a:ext cx="1253885" cy="7987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ko-KR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Training</a:t>
              </a:r>
              <a:r>
                <a:rPr lang="ko-KR" alt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을 통해 </a:t>
              </a:r>
              <a:endParaRPr lang="en-US" altLang="ko-KR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>
                <a:lnSpc>
                  <a:spcPct val="120000"/>
                </a:lnSpc>
              </a:pPr>
              <a:r>
                <a:rPr lang="ko-KR" alt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패기 수준을 높이면</a:t>
              </a:r>
            </a:p>
            <a:p>
              <a:pPr>
                <a:lnSpc>
                  <a:spcPct val="120000"/>
                </a:lnSpc>
              </a:pPr>
              <a:r>
                <a:rPr lang="en-US" altLang="ko-KR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Super Excellent </a:t>
              </a:r>
              <a:r>
                <a:rPr lang="ko-KR" alt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수준을</a:t>
              </a:r>
            </a:p>
            <a:p>
              <a:pPr>
                <a:lnSpc>
                  <a:spcPct val="120000"/>
                </a:lnSpc>
              </a:pPr>
              <a:r>
                <a:rPr lang="ko-KR" alt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지속적으로 추구 가능</a:t>
              </a:r>
              <a:endParaRPr lang="en-US" altLang="ko-KR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16EAAB17-3946-FAC5-971F-BE02550C7B21}"/>
                </a:ext>
              </a:extLst>
            </p:cNvPr>
            <p:cNvSpPr txBox="1"/>
            <p:nvPr/>
          </p:nvSpPr>
          <p:spPr>
            <a:xfrm>
              <a:off x="4437275" y="4525498"/>
              <a:ext cx="1106032" cy="2489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>
                <a:lnSpc>
                  <a:spcPct val="110000"/>
                </a:lnSpc>
              </a:pPr>
              <a:r>
                <a:rPr lang="en-US" altLang="ko-KR" sz="135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7</a:t>
              </a:r>
              <a:r>
                <a:rPr lang="ko-KR" altLang="en-US" sz="135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차 개정 </a:t>
              </a:r>
              <a:r>
                <a:rPr lang="en-US" altLang="ko-KR" sz="135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(1990)</a:t>
              </a:r>
              <a:endParaRPr lang="en-US" sz="135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</p:grpSp>
      <p:grpSp>
        <p:nvGrpSpPr>
          <p:cNvPr id="92" name="그룹 91">
            <a:extLst>
              <a:ext uri="{FF2B5EF4-FFF2-40B4-BE49-F238E27FC236}">
                <a16:creationId xmlns:a16="http://schemas.microsoft.com/office/drawing/2014/main" id="{0F7D1C66-9D35-FF89-1214-917DDF0C4E9F}"/>
              </a:ext>
            </a:extLst>
          </p:cNvPr>
          <p:cNvGrpSpPr/>
          <p:nvPr/>
        </p:nvGrpSpPr>
        <p:grpSpPr>
          <a:xfrm>
            <a:off x="7533501" y="4139207"/>
            <a:ext cx="2026591" cy="1950810"/>
            <a:chOff x="4437275" y="4525498"/>
            <a:chExt cx="1646605" cy="1585033"/>
          </a:xfrm>
        </p:grpSpPr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6936DFD6-45BE-F13C-8DFF-4EA7F5E376AA}"/>
                </a:ext>
              </a:extLst>
            </p:cNvPr>
            <p:cNvSpPr txBox="1"/>
            <p:nvPr/>
          </p:nvSpPr>
          <p:spPr>
            <a:xfrm>
              <a:off x="4437275" y="4809955"/>
              <a:ext cx="1646605" cy="4352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>
                <a:lnSpc>
                  <a:spcPct val="110000"/>
                </a:lnSpc>
              </a:pPr>
              <a:r>
                <a:rPr lang="en-US" altLang="ko-KR" sz="1354" spc="-37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VWBE </a:t>
              </a:r>
              <a:r>
                <a:rPr lang="ko-KR" altLang="en-US" sz="1354" spc="-37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통한 </a:t>
              </a:r>
              <a:r>
                <a:rPr lang="en-US" altLang="ko-KR" sz="1354" spc="-37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SUPEX </a:t>
              </a:r>
            </a:p>
            <a:p>
              <a:pPr algn="l">
                <a:lnSpc>
                  <a:spcPct val="110000"/>
                </a:lnSpc>
              </a:pPr>
              <a:r>
                <a:rPr lang="ko-KR" altLang="en-US" sz="1354" spc="-37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추구</a:t>
              </a:r>
              <a:r>
                <a:rPr lang="en-US" altLang="ko-KR" sz="1354" spc="-37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,</a:t>
              </a:r>
              <a:r>
                <a:rPr lang="ko-KR" altLang="en-US" sz="1354" spc="-37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패기 문화 형성 강조</a:t>
              </a:r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922EF77A-AFEE-1A94-B1AF-55CB3667A418}"/>
                </a:ext>
              </a:extLst>
            </p:cNvPr>
            <p:cNvSpPr txBox="1"/>
            <p:nvPr/>
          </p:nvSpPr>
          <p:spPr>
            <a:xfrm>
              <a:off x="4437275" y="5496508"/>
              <a:ext cx="1382410" cy="61402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자발적</a:t>
              </a:r>
              <a:r>
                <a:rPr lang="en-US" altLang="ko-KR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·</a:t>
              </a:r>
              <a:r>
                <a:rPr lang="ko-KR" alt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의욕적 두뇌 활용이 </a:t>
              </a:r>
              <a:endParaRPr lang="en-US" altLang="ko-KR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>
                <a:lnSpc>
                  <a:spcPct val="120000"/>
                </a:lnSpc>
              </a:pPr>
              <a:r>
                <a:rPr lang="ko-KR" alt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외부로 발현되는 모습이 </a:t>
              </a:r>
              <a:endParaRPr lang="en-US" altLang="ko-KR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>
                <a:lnSpc>
                  <a:spcPct val="120000"/>
                </a:lnSpc>
              </a:pPr>
              <a:r>
                <a:rPr lang="ko-KR" alt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일과 싸워서</a:t>
              </a:r>
              <a:r>
                <a:rPr lang="en-US" altLang="ko-KR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</a:t>
              </a:r>
              <a:r>
                <a:rPr lang="ko-KR" alt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이기는 패기</a:t>
              </a:r>
              <a:endParaRPr lang="en-US" altLang="ko-KR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6ED91E27-A679-09F3-6F1E-D5632A6E88CE}"/>
                </a:ext>
              </a:extLst>
            </p:cNvPr>
            <p:cNvSpPr txBox="1"/>
            <p:nvPr/>
          </p:nvSpPr>
          <p:spPr>
            <a:xfrm>
              <a:off x="4437275" y="4525498"/>
              <a:ext cx="1175062" cy="2489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>
                <a:lnSpc>
                  <a:spcPct val="110000"/>
                </a:lnSpc>
              </a:pPr>
              <a:r>
                <a:rPr lang="en-US" altLang="ko-KR" sz="135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13</a:t>
              </a:r>
              <a:r>
                <a:rPr lang="ko-KR" altLang="en-US" sz="135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차 개정 </a:t>
              </a:r>
              <a:r>
                <a:rPr lang="en-US" altLang="ko-KR" sz="135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(2016)</a:t>
              </a:r>
              <a:endParaRPr lang="en-US" sz="135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</p:grpSp>
      <p:grpSp>
        <p:nvGrpSpPr>
          <p:cNvPr id="96" name="그룹 95">
            <a:extLst>
              <a:ext uri="{FF2B5EF4-FFF2-40B4-BE49-F238E27FC236}">
                <a16:creationId xmlns:a16="http://schemas.microsoft.com/office/drawing/2014/main" id="{32393765-0443-63D7-092E-B05CE709E4A6}"/>
              </a:ext>
            </a:extLst>
          </p:cNvPr>
          <p:cNvGrpSpPr/>
          <p:nvPr/>
        </p:nvGrpSpPr>
        <p:grpSpPr>
          <a:xfrm>
            <a:off x="9538066" y="4139205"/>
            <a:ext cx="2026591" cy="2178115"/>
            <a:chOff x="4437275" y="4525498"/>
            <a:chExt cx="1646605" cy="1769719"/>
          </a:xfrm>
        </p:grpSpPr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FC5F36EF-278F-78BD-07DB-311E8F4F7C44}"/>
                </a:ext>
              </a:extLst>
            </p:cNvPr>
            <p:cNvSpPr txBox="1"/>
            <p:nvPr/>
          </p:nvSpPr>
          <p:spPr>
            <a:xfrm>
              <a:off x="4437275" y="4809955"/>
              <a:ext cx="1646605" cy="62147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>
                <a:lnSpc>
                  <a:spcPct val="110000"/>
                </a:lnSpc>
              </a:pPr>
              <a:r>
                <a:rPr lang="ko-KR" altLang="en-US" sz="1354" spc="-37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구성원 행복</a:t>
              </a:r>
              <a:r>
                <a:rPr lang="en-US" altLang="ko-KR" sz="1354" spc="-37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-VWBE </a:t>
              </a:r>
              <a:r>
                <a:rPr lang="ko-KR" altLang="en-US" sz="1354" spc="-37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문화</a:t>
              </a:r>
              <a:endParaRPr lang="en-US" altLang="ko-KR" sz="1354" spc="-37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  <a:p>
              <a:pPr algn="l">
                <a:lnSpc>
                  <a:spcPct val="110000"/>
                </a:lnSpc>
              </a:pPr>
              <a:r>
                <a:rPr lang="en-US" altLang="ko-KR" sz="1354" spc="-37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-SUPEX Company</a:t>
              </a:r>
              <a:r>
                <a:rPr lang="ko-KR" altLang="en-US" sz="1354" spc="-37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의</a:t>
              </a:r>
              <a:endParaRPr lang="en-US" altLang="ko-KR" sz="1354" spc="-37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  <a:p>
              <a:pPr algn="l">
                <a:lnSpc>
                  <a:spcPct val="110000"/>
                </a:lnSpc>
              </a:pPr>
              <a:r>
                <a:rPr lang="ko-KR" altLang="en-US" sz="1354" spc="-37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선순환 구조 명시</a:t>
              </a:r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9E4C400F-00D7-7356-5934-C2DEBA3ED2DE}"/>
                </a:ext>
              </a:extLst>
            </p:cNvPr>
            <p:cNvSpPr txBox="1"/>
            <p:nvPr/>
          </p:nvSpPr>
          <p:spPr>
            <a:xfrm>
              <a:off x="4437275" y="5496508"/>
              <a:ext cx="1638105" cy="7987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ko-KR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VWBE</a:t>
              </a:r>
              <a:r>
                <a:rPr lang="ko-KR" alt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한 구성원은 </a:t>
              </a:r>
              <a:r>
                <a:rPr lang="en-US" altLang="ko-KR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SUPEX</a:t>
              </a:r>
              <a:r>
                <a:rPr lang="ko-KR" alt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를</a:t>
              </a:r>
              <a:endParaRPr lang="en-US" altLang="ko-KR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>
                <a:lnSpc>
                  <a:spcPct val="120000"/>
                </a:lnSpc>
              </a:pPr>
              <a:r>
                <a:rPr lang="ko-KR" alt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추구해 경제적 가치</a:t>
              </a:r>
              <a:r>
                <a:rPr lang="en-US" altLang="ko-KR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, </a:t>
              </a:r>
              <a:r>
                <a:rPr lang="ko-KR" alt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사회적 가치</a:t>
              </a:r>
              <a:r>
                <a:rPr lang="en-US" altLang="ko-KR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,</a:t>
              </a:r>
            </a:p>
            <a:p>
              <a:pPr>
                <a:lnSpc>
                  <a:spcPct val="120000"/>
                </a:lnSpc>
              </a:pPr>
              <a:r>
                <a:rPr lang="ko-KR" alt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구성원 행복을 창출하는 </a:t>
              </a:r>
              <a:r>
                <a:rPr lang="en-US" altLang="ko-KR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SUPEX</a:t>
              </a:r>
            </a:p>
            <a:p>
              <a:pPr>
                <a:lnSpc>
                  <a:spcPct val="120000"/>
                </a:lnSpc>
              </a:pPr>
              <a:r>
                <a:rPr lang="en-US" altLang="ko-KR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Company</a:t>
              </a:r>
              <a:r>
                <a:rPr lang="ko-KR" alt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를 만듦</a:t>
              </a:r>
              <a:endParaRPr lang="en-US" altLang="ko-KR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18C24A58-E073-B292-D358-BA12E8304E80}"/>
                </a:ext>
              </a:extLst>
            </p:cNvPr>
            <p:cNvSpPr txBox="1"/>
            <p:nvPr/>
          </p:nvSpPr>
          <p:spPr>
            <a:xfrm>
              <a:off x="4437275" y="4525498"/>
              <a:ext cx="1197202" cy="2489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>
                <a:lnSpc>
                  <a:spcPct val="110000"/>
                </a:lnSpc>
              </a:pPr>
              <a:r>
                <a:rPr lang="en-US" altLang="ko-KR" sz="135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14</a:t>
              </a:r>
              <a:r>
                <a:rPr lang="ko-KR" altLang="en-US" sz="135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차 개정 </a:t>
              </a:r>
              <a:r>
                <a:rPr lang="en-US" altLang="ko-KR" sz="135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(2020)</a:t>
              </a:r>
              <a:endParaRPr lang="en-US" sz="135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3A80A0DE-9EAB-9DCF-2951-00B527964002}"/>
              </a:ext>
            </a:extLst>
          </p:cNvPr>
          <p:cNvSpPr txBox="1"/>
          <p:nvPr/>
        </p:nvSpPr>
        <p:spPr>
          <a:xfrm>
            <a:off x="652537" y="-499299"/>
            <a:ext cx="1756763" cy="4037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lnSpc>
                <a:spcPct val="110000"/>
              </a:lnSpc>
            </a:pPr>
            <a:r>
              <a:rPr lang="en-US" altLang="ko-KR" sz="1969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VWBE</a:t>
            </a:r>
            <a:r>
              <a:rPr lang="ko-KR" altLang="en-US" sz="1969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의 변천사</a:t>
            </a:r>
            <a:endParaRPr lang="en-US" sz="1969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AF92B174-887E-49CD-7CB4-B6EE256263EA}"/>
              </a:ext>
            </a:extLst>
          </p:cNvPr>
          <p:cNvSpPr/>
          <p:nvPr/>
        </p:nvSpPr>
        <p:spPr>
          <a:xfrm>
            <a:off x="237189" y="-460109"/>
            <a:ext cx="354501" cy="35450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231" spc="25" dirty="0">
                <a:latin typeface="Montserrat ExtraBold" panose="00000900000000000000" pitchFamily="2" charset="0"/>
              </a:rPr>
              <a:t>1</a:t>
            </a:r>
          </a:p>
        </p:txBody>
      </p:sp>
      <p:sp>
        <p:nvSpPr>
          <p:cNvPr id="26" name="슬라이드 번호 개체 틀 25">
            <a:extLst>
              <a:ext uri="{FF2B5EF4-FFF2-40B4-BE49-F238E27FC236}">
                <a16:creationId xmlns:a16="http://schemas.microsoft.com/office/drawing/2014/main" id="{61762C86-4CD5-466A-7120-CBCE53CCA042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3DFBBC6A-3425-4C62-80BA-0DDE16A15D08}" type="slidenum">
              <a:rPr lang="ko-KR" altLang="en-US" smtClean="0"/>
              <a:pPr/>
              <a:t>24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727853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D8F14E-2704-9B58-DF55-C70A6F4ACD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사각형: 둥근 모서리 67">
            <a:extLst>
              <a:ext uri="{FF2B5EF4-FFF2-40B4-BE49-F238E27FC236}">
                <a16:creationId xmlns:a16="http://schemas.microsoft.com/office/drawing/2014/main" id="{064A7788-D6B4-0977-6AAE-F532215E3E61}"/>
              </a:ext>
            </a:extLst>
          </p:cNvPr>
          <p:cNvSpPr/>
          <p:nvPr/>
        </p:nvSpPr>
        <p:spPr>
          <a:xfrm>
            <a:off x="928037" y="1381626"/>
            <a:ext cx="4902033" cy="5469269"/>
          </a:xfrm>
          <a:prstGeom prst="roundRect">
            <a:avLst>
              <a:gd name="adj" fmla="val 5997"/>
            </a:avLst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15"/>
          </a:p>
        </p:txBody>
      </p: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ED8AE01D-EF80-EC3B-54D3-54074A9C73C4}"/>
              </a:ext>
            </a:extLst>
          </p:cNvPr>
          <p:cNvGrpSpPr/>
          <p:nvPr/>
        </p:nvGrpSpPr>
        <p:grpSpPr>
          <a:xfrm>
            <a:off x="1254369" y="1696864"/>
            <a:ext cx="4390966" cy="4949325"/>
            <a:chOff x="941300" y="1678875"/>
            <a:chExt cx="3691514" cy="4160931"/>
          </a:xfrm>
        </p:grpSpPr>
        <p:sp>
          <p:nvSpPr>
            <p:cNvPr id="29" name="Rectangle 1">
              <a:extLst>
                <a:ext uri="{FF2B5EF4-FFF2-40B4-BE49-F238E27FC236}">
                  <a16:creationId xmlns:a16="http://schemas.microsoft.com/office/drawing/2014/main" id="{6DA81CA8-4732-7F00-E3CF-A847FD3B086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92083" y="5582187"/>
              <a:ext cx="1940731" cy="25761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10000"/>
                </a:lnSpc>
              </a:pPr>
              <a:r>
                <a:rPr lang="en-US" altLang="ko-KR" sz="1354" spc="-37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- SKMS 14</a:t>
              </a:r>
              <a:r>
                <a:rPr lang="ko-KR" altLang="en-US" sz="1354" spc="-37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차 실행원리</a:t>
              </a:r>
              <a:r>
                <a:rPr lang="en-US" altLang="ko-KR" sz="1354" spc="-37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 (2020)</a:t>
              </a:r>
            </a:p>
          </p:txBody>
        </p:sp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450CF1B6-615E-8E81-96A5-41177814357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2124" t="2324" r="3841" b="17459"/>
            <a:stretch/>
          </p:blipFill>
          <p:spPr>
            <a:xfrm>
              <a:off x="941300" y="1678875"/>
              <a:ext cx="3597311" cy="3832747"/>
            </a:xfrm>
            <a:prstGeom prst="rect">
              <a:avLst/>
            </a:prstGeom>
          </p:spPr>
        </p:pic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47C79E96-8D9A-8728-88DC-11A108C59A20}"/>
                </a:ext>
              </a:extLst>
            </p:cNvPr>
            <p:cNvSpPr/>
            <p:nvPr/>
          </p:nvSpPr>
          <p:spPr>
            <a:xfrm>
              <a:off x="1135380" y="2267202"/>
              <a:ext cx="2340440" cy="167640"/>
            </a:xfrm>
            <a:prstGeom prst="rect">
              <a:avLst/>
            </a:prstGeom>
            <a:solidFill>
              <a:srgbClr val="FFC000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215"/>
            </a:p>
          </p:txBody>
        </p: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BB4DB88D-B41D-0E0F-3BFA-557984ABA21A}"/>
                </a:ext>
              </a:extLst>
            </p:cNvPr>
            <p:cNvSpPr/>
            <p:nvPr/>
          </p:nvSpPr>
          <p:spPr>
            <a:xfrm>
              <a:off x="1135380" y="2472942"/>
              <a:ext cx="1395968" cy="167640"/>
            </a:xfrm>
            <a:prstGeom prst="rect">
              <a:avLst/>
            </a:prstGeom>
            <a:solidFill>
              <a:srgbClr val="FFC000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215"/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D1902DDB-0DB4-1C2A-C588-0AD4A34FE4CF}"/>
                </a:ext>
              </a:extLst>
            </p:cNvPr>
            <p:cNvSpPr/>
            <p:nvPr/>
          </p:nvSpPr>
          <p:spPr>
            <a:xfrm>
              <a:off x="1124047" y="3318098"/>
              <a:ext cx="2934928" cy="167640"/>
            </a:xfrm>
            <a:prstGeom prst="rect">
              <a:avLst/>
            </a:prstGeom>
            <a:solidFill>
              <a:srgbClr val="FFC000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215" dirty="0"/>
            </a:p>
          </p:txBody>
        </p:sp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2D54CC1E-F310-9A4F-1F01-2F07CB13D500}"/>
                </a:ext>
              </a:extLst>
            </p:cNvPr>
            <p:cNvSpPr/>
            <p:nvPr/>
          </p:nvSpPr>
          <p:spPr>
            <a:xfrm>
              <a:off x="1124047" y="3533693"/>
              <a:ext cx="2543986" cy="167640"/>
            </a:xfrm>
            <a:prstGeom prst="rect">
              <a:avLst/>
            </a:prstGeom>
            <a:solidFill>
              <a:srgbClr val="FFC000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215" dirty="0"/>
            </a:p>
          </p:txBody>
        </p:sp>
      </p:grp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834CAE0-D1DD-E6ED-B7CA-B9BE120AD944}"/>
              </a:ext>
            </a:extLst>
          </p:cNvPr>
          <p:cNvSpPr txBox="1">
            <a:spLocks/>
          </p:cNvSpPr>
          <p:nvPr/>
        </p:nvSpPr>
        <p:spPr>
          <a:xfrm>
            <a:off x="3277644" y="361658"/>
            <a:ext cx="5880328" cy="389209"/>
          </a:xfrm>
          <a:prstGeom prst="rect">
            <a:avLst/>
          </a:prstGeom>
          <a:noFill/>
        </p:spPr>
        <p:txBody>
          <a:bodyPr vert="horz" wrap="none" lIns="0" tIns="0" rIns="0" bIns="0" rtlCol="0" anchor="t" anchorCtr="0">
            <a:spAutoFit/>
          </a:bodyPr>
          <a:lstStyle>
            <a:lvl1pPr marL="0" indent="0" algn="ctr" defTabSz="685800" rtl="0" eaLnBrk="1" latinLnBrk="0" hangingPunct="1">
              <a:spcBef>
                <a:spcPts val="0"/>
              </a:spcBef>
              <a:buFont typeface="Wingdings" panose="05000000000000000000" pitchFamily="2" charset="2"/>
              <a:buNone/>
              <a:defRPr lang="ko-KR" altLang="en-US" sz="1800" b="1" kern="1200" baseline="0" dirty="0" smtClean="0">
                <a:solidFill>
                  <a:schemeClr val="accent6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1pPr>
            <a:lvl2pPr marL="130969" indent="0" algn="l" defTabSz="685800" rtl="0" eaLnBrk="1" latinLnBrk="0" hangingPunct="1">
              <a:spcBef>
                <a:spcPts val="0"/>
              </a:spcBef>
              <a:buFont typeface="Arial" panose="020B0604020202020204" pitchFamily="34" charset="0"/>
              <a:buNone/>
              <a:defRPr sz="1350" kern="120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2pPr>
            <a:lvl3pPr marL="403622" indent="-130969" algn="l" defTabSz="685800" rtl="0" eaLnBrk="1" latinLnBrk="0" hangingPunct="1">
              <a:spcBef>
                <a:spcPts val="0"/>
              </a:spcBef>
              <a:buFont typeface="바탕" panose="02030600000101010101" pitchFamily="18" charset="-127"/>
              <a:buChar char="∙"/>
              <a:defRPr sz="1350" kern="120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3pPr>
            <a:lvl4pPr marL="12001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15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5430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15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18859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defTabSz="1125444" latinLnBrk="1">
              <a:lnSpc>
                <a:spcPct val="110000"/>
              </a:lnSpc>
            </a:pPr>
            <a:r>
              <a:rPr lang="en-US" altLang="ko-KR" sz="2462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VWBE</a:t>
            </a:r>
            <a:r>
              <a:rPr lang="ko-KR" altLang="en-US" sz="2462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와 패기</a:t>
            </a:r>
            <a:r>
              <a:rPr lang="en-US" altLang="ko-KR" sz="2462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: </a:t>
            </a:r>
            <a:r>
              <a:rPr lang="ko-KR" altLang="en-US" sz="2462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지적 몰입이 만드는 한계 돌파의 힘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E7C5F98-DEBB-320F-7108-C55E7CF7D75C}"/>
              </a:ext>
            </a:extLst>
          </p:cNvPr>
          <p:cNvSpPr txBox="1"/>
          <p:nvPr/>
        </p:nvSpPr>
        <p:spPr>
          <a:xfrm>
            <a:off x="652536" y="-499299"/>
            <a:ext cx="2223622" cy="4037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lnSpc>
                <a:spcPct val="110000"/>
              </a:lnSpc>
            </a:pPr>
            <a:r>
              <a:rPr lang="en-US" altLang="ko-KR" sz="1969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VWBE</a:t>
            </a:r>
            <a:r>
              <a:rPr lang="ko-KR" altLang="en-US" sz="1969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와 패기의 구조</a:t>
            </a:r>
            <a:endParaRPr lang="en-US" sz="1969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96F8B04F-D89E-19FA-F10E-118D34042D0B}"/>
              </a:ext>
            </a:extLst>
          </p:cNvPr>
          <p:cNvSpPr/>
          <p:nvPr/>
        </p:nvSpPr>
        <p:spPr>
          <a:xfrm>
            <a:off x="237189" y="-460109"/>
            <a:ext cx="354501" cy="35450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231" spc="25" dirty="0">
                <a:latin typeface="Montserrat ExtraBold" panose="00000900000000000000" pitchFamily="2" charset="0"/>
              </a:rPr>
              <a:t>2</a:t>
            </a:r>
          </a:p>
        </p:txBody>
      </p:sp>
      <p:sp>
        <p:nvSpPr>
          <p:cNvPr id="19" name="슬라이드 번호 개체 틀 18">
            <a:extLst>
              <a:ext uri="{FF2B5EF4-FFF2-40B4-BE49-F238E27FC236}">
                <a16:creationId xmlns:a16="http://schemas.microsoft.com/office/drawing/2014/main" id="{B6BF93A3-9B67-BA4E-C066-A88C514956B6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3DFBBC6A-3425-4C62-80BA-0DDE16A15D08}" type="slidenum">
              <a:rPr lang="ko-KR" altLang="en-US" smtClean="0"/>
              <a:pPr/>
              <a:t>25</a:t>
            </a:fld>
            <a:endParaRPr lang="ko-KR" altLang="en-US" dirty="0"/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5B309713-BF63-E202-BD24-A8E16275D5FB}"/>
              </a:ext>
            </a:extLst>
          </p:cNvPr>
          <p:cNvSpPr/>
          <p:nvPr/>
        </p:nvSpPr>
        <p:spPr>
          <a:xfrm>
            <a:off x="6929956" y="1857085"/>
            <a:ext cx="3518754" cy="1496721"/>
          </a:xfrm>
          <a:prstGeom prst="roundRect">
            <a:avLst>
              <a:gd name="adj" fmla="val 5997"/>
            </a:avLst>
          </a:prstGeom>
          <a:solidFill>
            <a:schemeClr val="bg1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15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79EABF7-C2AE-F26C-7663-4A31642B4AFE}"/>
              </a:ext>
            </a:extLst>
          </p:cNvPr>
          <p:cNvSpPr txBox="1"/>
          <p:nvPr/>
        </p:nvSpPr>
        <p:spPr>
          <a:xfrm>
            <a:off x="8388482" y="2024655"/>
            <a:ext cx="601703" cy="4037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ko-KR" altLang="en-US" sz="1969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패기</a:t>
            </a:r>
            <a:endParaRPr lang="en-US" sz="1969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29ED4CD-31B3-E62D-13A4-1D1053749962}"/>
              </a:ext>
            </a:extLst>
          </p:cNvPr>
          <p:cNvSpPr txBox="1"/>
          <p:nvPr/>
        </p:nvSpPr>
        <p:spPr>
          <a:xfrm>
            <a:off x="7335693" y="2461514"/>
            <a:ext cx="2707280" cy="6156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VWBE </a:t>
            </a:r>
            <a:r>
              <a:rPr lang="ko-KR" altLang="en-US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라는 보이지 않는 두뇌 활동이</a:t>
            </a:r>
            <a:endParaRPr lang="en-US" altLang="ko-KR" sz="1477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85000"/>
                  <a:lumOff val="15000"/>
                  <a:alpha val="60000"/>
                </a:schemeClr>
              </a:solidFill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pPr algn="ctr">
              <a:lnSpc>
                <a:spcPct val="120000"/>
              </a:lnSpc>
            </a:pPr>
            <a:r>
              <a:rPr lang="ko-KR" altLang="en-US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구체적인 활동으로 이어진 상태</a:t>
            </a:r>
            <a:endParaRPr lang="en-US" altLang="ko-KR" sz="1477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85000"/>
                  <a:lumOff val="15000"/>
                  <a:alpha val="60000"/>
                </a:schemeClr>
              </a:solidFill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307439E-A854-75F3-F50D-7590A656C940}"/>
              </a:ext>
            </a:extLst>
          </p:cNvPr>
          <p:cNvSpPr txBox="1"/>
          <p:nvPr/>
        </p:nvSpPr>
        <p:spPr>
          <a:xfrm>
            <a:off x="7249997" y="1253305"/>
            <a:ext cx="2878673" cy="4037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ko-KR" altLang="en-US" sz="1969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보이는</a:t>
            </a:r>
            <a:r>
              <a:rPr lang="en-US" altLang="ko-KR" sz="1969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 </a:t>
            </a:r>
            <a:r>
              <a:rPr lang="ko-KR" altLang="en-US" sz="1969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행동</a:t>
            </a:r>
            <a:r>
              <a:rPr lang="en-US" altLang="ko-KR" sz="1969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/</a:t>
            </a:r>
            <a:r>
              <a:rPr lang="ko-KR" altLang="en-US" sz="1969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결과 </a:t>
            </a:r>
            <a:r>
              <a:rPr lang="en-US" altLang="ko-KR" sz="1969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(External)</a:t>
            </a: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A041C70A-853B-7B4C-7902-6420F7B7DD4E}"/>
              </a:ext>
            </a:extLst>
          </p:cNvPr>
          <p:cNvSpPr/>
          <p:nvPr/>
        </p:nvSpPr>
        <p:spPr>
          <a:xfrm>
            <a:off x="6929956" y="4840046"/>
            <a:ext cx="3518754" cy="1496721"/>
          </a:xfrm>
          <a:prstGeom prst="roundRect">
            <a:avLst>
              <a:gd name="adj" fmla="val 5997"/>
            </a:avLst>
          </a:prstGeom>
          <a:solidFill>
            <a:schemeClr val="bg1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15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B645633-931E-3A0E-32EC-33BE0A6CBF42}"/>
              </a:ext>
            </a:extLst>
          </p:cNvPr>
          <p:cNvSpPr txBox="1"/>
          <p:nvPr/>
        </p:nvSpPr>
        <p:spPr>
          <a:xfrm>
            <a:off x="8252900" y="5042011"/>
            <a:ext cx="872868" cy="4037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en-US" altLang="ko-KR" sz="1969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VWBE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F328187-977F-2F26-AA2B-1604884DE385}"/>
              </a:ext>
            </a:extLst>
          </p:cNvPr>
          <p:cNvSpPr txBox="1"/>
          <p:nvPr/>
        </p:nvSpPr>
        <p:spPr>
          <a:xfrm>
            <a:off x="7345375" y="5478870"/>
            <a:ext cx="2687915" cy="6156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ko-KR" altLang="en-US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내면에서 일어나는 사고의 정렬 과정</a:t>
            </a:r>
            <a:r>
              <a:rPr lang="en-US" altLang="ko-KR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,</a:t>
            </a:r>
          </a:p>
          <a:p>
            <a:pPr algn="ctr">
              <a:lnSpc>
                <a:spcPct val="120000"/>
              </a:lnSpc>
            </a:pPr>
            <a:r>
              <a:rPr lang="ko-KR" altLang="en-US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장애요인을 찾아내는 지적 몰입 활동</a:t>
            </a:r>
            <a:endParaRPr lang="en-US" altLang="ko-KR" sz="1477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85000"/>
                  <a:lumOff val="15000"/>
                  <a:alpha val="60000"/>
                </a:schemeClr>
              </a:solidFill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570BD9A-F35B-97C6-8178-5627AD80EC18}"/>
              </a:ext>
            </a:extLst>
          </p:cNvPr>
          <p:cNvSpPr txBox="1"/>
          <p:nvPr/>
        </p:nvSpPr>
        <p:spPr>
          <a:xfrm>
            <a:off x="7300493" y="6458416"/>
            <a:ext cx="2777683" cy="4037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ko-KR" altLang="en-US" sz="1969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보이지</a:t>
            </a:r>
            <a:r>
              <a:rPr lang="en-US" altLang="ko-KR" sz="1969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 </a:t>
            </a:r>
            <a:r>
              <a:rPr lang="ko-KR" altLang="en-US" sz="1969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않는 엔진 </a:t>
            </a:r>
            <a:r>
              <a:rPr lang="en-US" altLang="ko-KR" sz="1969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(Internal)</a:t>
            </a:r>
          </a:p>
        </p:txBody>
      </p: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535D3634-69BA-B321-13A7-0532E66DA464}"/>
              </a:ext>
            </a:extLst>
          </p:cNvPr>
          <p:cNvGrpSpPr/>
          <p:nvPr/>
        </p:nvGrpSpPr>
        <p:grpSpPr>
          <a:xfrm>
            <a:off x="8122122" y="3259131"/>
            <a:ext cx="1134412" cy="1580914"/>
            <a:chOff x="6599227" y="3290982"/>
            <a:chExt cx="921710" cy="1284493"/>
          </a:xfrm>
        </p:grpSpPr>
        <p:cxnSp>
          <p:nvCxnSpPr>
            <p:cNvPr id="28" name="직선 화살표 연결선 27">
              <a:extLst>
                <a:ext uri="{FF2B5EF4-FFF2-40B4-BE49-F238E27FC236}">
                  <a16:creationId xmlns:a16="http://schemas.microsoft.com/office/drawing/2014/main" id="{28F80F88-B007-3984-1AB0-346CA8C2B9D7}"/>
                </a:ext>
              </a:extLst>
            </p:cNvPr>
            <p:cNvCxnSpPr>
              <a:cxnSpLocks/>
              <a:stCxn id="16" idx="2"/>
              <a:endCxn id="21" idx="0"/>
            </p:cNvCxnSpPr>
            <p:nvPr/>
          </p:nvCxnSpPr>
          <p:spPr>
            <a:xfrm>
              <a:off x="7060083" y="3367905"/>
              <a:ext cx="0" cy="1207570"/>
            </a:xfrm>
            <a:prstGeom prst="straightConnector1">
              <a:avLst/>
            </a:prstGeom>
            <a:noFill/>
            <a:ln w="12700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E6041BE7-4D42-9134-115B-2D2D2B3D2B20}"/>
                </a:ext>
              </a:extLst>
            </p:cNvPr>
            <p:cNvSpPr txBox="1"/>
            <p:nvPr/>
          </p:nvSpPr>
          <p:spPr>
            <a:xfrm>
              <a:off x="6599227" y="3840827"/>
              <a:ext cx="921710" cy="296331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1723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외부로 발현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DA9974C9-FD90-1FF1-F74C-C5EF0D998507}"/>
                </a:ext>
              </a:extLst>
            </p:cNvPr>
            <p:cNvSpPr txBox="1"/>
            <p:nvPr/>
          </p:nvSpPr>
          <p:spPr>
            <a:xfrm rot="16200000">
              <a:off x="6903486" y="3262303"/>
              <a:ext cx="270648" cy="3280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171450" indent="-171450">
                <a:lnSpc>
                  <a:spcPct val="110000"/>
                </a:lnSpc>
                <a:buFont typeface="Wingdings" panose="05000000000000000000" pitchFamily="2" charset="2"/>
                <a:buChar char="§"/>
                <a:defRPr sz="1200" spc="-8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defRPr>
              </a:lvl1pPr>
            </a:lstStyle>
            <a:p>
              <a:pPr marL="0" indent="0" algn="r">
                <a:buNone/>
              </a:pPr>
              <a:r>
                <a:rPr lang="en-US" altLang="ko-KR" sz="1969" dirty="0">
                  <a:solidFill>
                    <a:schemeClr val="bg1">
                      <a:lumMod val="65000"/>
                    </a:schemeClr>
                  </a:solidFill>
                  <a:latin typeface="+mj-lt"/>
                </a:rPr>
                <a:t>&gt;</a:t>
              </a:r>
              <a:endParaRPr lang="en-US" sz="1969" dirty="0">
                <a:solidFill>
                  <a:schemeClr val="bg1">
                    <a:lumMod val="65000"/>
                  </a:schemeClr>
                </a:solidFill>
                <a:latin typeface="+mj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556615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5C78EB-ACA5-9213-15A8-B924EDC76F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>
            <a:extLst>
              <a:ext uri="{FF2B5EF4-FFF2-40B4-BE49-F238E27FC236}">
                <a16:creationId xmlns:a16="http://schemas.microsoft.com/office/drawing/2014/main" id="{3FCB72A5-F4CB-F06C-5E83-E1BFDE89885A}"/>
              </a:ext>
            </a:extLst>
          </p:cNvPr>
          <p:cNvGrpSpPr/>
          <p:nvPr/>
        </p:nvGrpSpPr>
        <p:grpSpPr>
          <a:xfrm>
            <a:off x="7309020" y="2900236"/>
            <a:ext cx="3325477" cy="3163680"/>
            <a:chOff x="5938578" y="2999379"/>
            <a:chExt cx="2701950" cy="2570490"/>
          </a:xfrm>
        </p:grpSpPr>
        <p:sp>
          <p:nvSpPr>
            <p:cNvPr id="35" name="타원 34">
              <a:extLst>
                <a:ext uri="{FF2B5EF4-FFF2-40B4-BE49-F238E27FC236}">
                  <a16:creationId xmlns:a16="http://schemas.microsoft.com/office/drawing/2014/main" id="{E7F80223-E3F9-9F44-B683-AA5EF60CD47B}"/>
                </a:ext>
              </a:extLst>
            </p:cNvPr>
            <p:cNvSpPr/>
            <p:nvPr/>
          </p:nvSpPr>
          <p:spPr>
            <a:xfrm>
              <a:off x="5938578" y="2999379"/>
              <a:ext cx="2516791" cy="2516791"/>
            </a:xfrm>
            <a:prstGeom prst="ellipse">
              <a:avLst/>
            </a:prstGeom>
            <a:noFill/>
            <a:ln w="12700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69" dirty="0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35374DE2-074F-29FB-789B-B9C0939B7B6B}"/>
                </a:ext>
              </a:extLst>
            </p:cNvPr>
            <p:cNvSpPr txBox="1"/>
            <p:nvPr/>
          </p:nvSpPr>
          <p:spPr>
            <a:xfrm rot="19755188">
              <a:off x="6334625" y="3047206"/>
              <a:ext cx="270648" cy="3280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171450" indent="-171450">
                <a:lnSpc>
                  <a:spcPct val="110000"/>
                </a:lnSpc>
                <a:buFont typeface="Wingdings" panose="05000000000000000000" pitchFamily="2" charset="2"/>
                <a:buChar char="§"/>
                <a:defRPr sz="1200" spc="-8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defRPr>
              </a:lvl1pPr>
            </a:lstStyle>
            <a:p>
              <a:pPr marL="0" indent="0" algn="r">
                <a:buNone/>
              </a:pPr>
              <a:r>
                <a:rPr lang="en-US" altLang="ko-KR" sz="1969" dirty="0">
                  <a:solidFill>
                    <a:schemeClr val="bg1">
                      <a:lumMod val="65000"/>
                    </a:schemeClr>
                  </a:solidFill>
                  <a:latin typeface="+mj-lt"/>
                </a:rPr>
                <a:t>&gt;</a:t>
              </a:r>
              <a:endParaRPr lang="en-US" sz="1969" dirty="0">
                <a:solidFill>
                  <a:schemeClr val="bg1">
                    <a:lumMod val="65000"/>
                  </a:schemeClr>
                </a:solidFill>
                <a:latin typeface="+mj-lt"/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3544E229-0621-9841-888D-D06A3E580C2D}"/>
                </a:ext>
              </a:extLst>
            </p:cNvPr>
            <p:cNvSpPr txBox="1"/>
            <p:nvPr/>
          </p:nvSpPr>
          <p:spPr>
            <a:xfrm rot="5125165">
              <a:off x="8341201" y="4019532"/>
              <a:ext cx="270648" cy="3280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171450" indent="-171450">
                <a:lnSpc>
                  <a:spcPct val="110000"/>
                </a:lnSpc>
                <a:buFont typeface="Wingdings" panose="05000000000000000000" pitchFamily="2" charset="2"/>
                <a:buChar char="§"/>
                <a:defRPr sz="1200" spc="-8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defRPr>
              </a:lvl1pPr>
            </a:lstStyle>
            <a:p>
              <a:pPr marL="0" indent="0" algn="r">
                <a:buNone/>
              </a:pPr>
              <a:r>
                <a:rPr lang="en-US" altLang="ko-KR" sz="1969" dirty="0">
                  <a:solidFill>
                    <a:schemeClr val="bg1">
                      <a:lumMod val="65000"/>
                    </a:schemeClr>
                  </a:solidFill>
                  <a:latin typeface="+mj-lt"/>
                </a:rPr>
                <a:t>&gt;</a:t>
              </a:r>
              <a:endParaRPr lang="en-US" sz="1969" dirty="0">
                <a:solidFill>
                  <a:schemeClr val="bg1">
                    <a:lumMod val="65000"/>
                  </a:schemeClr>
                </a:solidFill>
                <a:latin typeface="+mj-lt"/>
              </a:endParaRP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A9FCEA47-F8C8-D4B8-6F7F-172C4C0CE369}"/>
                </a:ext>
              </a:extLst>
            </p:cNvPr>
            <p:cNvSpPr txBox="1"/>
            <p:nvPr/>
          </p:nvSpPr>
          <p:spPr>
            <a:xfrm rot="12662630">
              <a:off x="6503694" y="5241863"/>
              <a:ext cx="270648" cy="3280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171450" indent="-171450">
                <a:lnSpc>
                  <a:spcPct val="110000"/>
                </a:lnSpc>
                <a:buFont typeface="Wingdings" panose="05000000000000000000" pitchFamily="2" charset="2"/>
                <a:buChar char="§"/>
                <a:defRPr sz="1200" spc="-8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defRPr>
              </a:lvl1pPr>
            </a:lstStyle>
            <a:p>
              <a:pPr marL="0" indent="0" algn="r">
                <a:buNone/>
              </a:pPr>
              <a:r>
                <a:rPr lang="en-US" altLang="ko-KR" sz="1969" dirty="0">
                  <a:solidFill>
                    <a:schemeClr val="bg1">
                      <a:lumMod val="65000"/>
                    </a:schemeClr>
                  </a:solidFill>
                  <a:latin typeface="+mj-lt"/>
                </a:rPr>
                <a:t>&gt;</a:t>
              </a:r>
              <a:endParaRPr lang="en-US" sz="1969" dirty="0">
                <a:solidFill>
                  <a:schemeClr val="bg1">
                    <a:lumMod val="65000"/>
                  </a:schemeClr>
                </a:solidFill>
                <a:latin typeface="+mj-lt"/>
              </a:endParaRPr>
            </a:p>
          </p:txBody>
        </p:sp>
      </p:grpSp>
      <p:grpSp>
        <p:nvGrpSpPr>
          <p:cNvPr id="4" name="그룹 3">
            <a:extLst>
              <a:ext uri="{FF2B5EF4-FFF2-40B4-BE49-F238E27FC236}">
                <a16:creationId xmlns:a16="http://schemas.microsoft.com/office/drawing/2014/main" id="{F154EBA4-E82B-BF0A-7424-2DC5CC2A65F8}"/>
              </a:ext>
            </a:extLst>
          </p:cNvPr>
          <p:cNvGrpSpPr/>
          <p:nvPr/>
        </p:nvGrpSpPr>
        <p:grpSpPr>
          <a:xfrm>
            <a:off x="5698720" y="1026022"/>
            <a:ext cx="5599354" cy="5977690"/>
            <a:chOff x="4630210" y="1476580"/>
            <a:chExt cx="4549475" cy="4856873"/>
          </a:xfrm>
        </p:grpSpPr>
        <p:grpSp>
          <p:nvGrpSpPr>
            <p:cNvPr id="11" name="그룹 10">
              <a:extLst>
                <a:ext uri="{FF2B5EF4-FFF2-40B4-BE49-F238E27FC236}">
                  <a16:creationId xmlns:a16="http://schemas.microsoft.com/office/drawing/2014/main" id="{A82BFF13-E863-610B-8803-24F51B6461E5}"/>
                </a:ext>
              </a:extLst>
            </p:cNvPr>
            <p:cNvGrpSpPr/>
            <p:nvPr/>
          </p:nvGrpSpPr>
          <p:grpSpPr>
            <a:xfrm flipH="1">
              <a:off x="4630210" y="3331833"/>
              <a:ext cx="1836708" cy="551236"/>
              <a:chOff x="4388591" y="6846205"/>
              <a:chExt cx="410770" cy="183711"/>
            </a:xfrm>
          </p:grpSpPr>
          <p:cxnSp>
            <p:nvCxnSpPr>
              <p:cNvPr id="30" name="직선 연결선 29">
                <a:extLst>
                  <a:ext uri="{FF2B5EF4-FFF2-40B4-BE49-F238E27FC236}">
                    <a16:creationId xmlns:a16="http://schemas.microsoft.com/office/drawing/2014/main" id="{205EBCE2-4CB8-0E90-1561-6A70C5B88EC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570338" y="6846205"/>
                <a:ext cx="229023" cy="0"/>
              </a:xfrm>
              <a:prstGeom prst="line">
                <a:avLst/>
              </a:prstGeom>
              <a:solidFill>
                <a:schemeClr val="bg1"/>
              </a:solidFill>
              <a:ln w="635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31" name="직선 연결선 30">
                <a:extLst>
                  <a:ext uri="{FF2B5EF4-FFF2-40B4-BE49-F238E27FC236}">
                    <a16:creationId xmlns:a16="http://schemas.microsoft.com/office/drawing/2014/main" id="{9BC9A3C4-F0A7-6317-7793-4798D1BE59F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388591" y="6846205"/>
                <a:ext cx="181747" cy="183711"/>
              </a:xfrm>
              <a:prstGeom prst="line">
                <a:avLst/>
              </a:prstGeom>
              <a:solidFill>
                <a:schemeClr val="bg1"/>
              </a:solidFill>
              <a:ln w="635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grpSp>
          <p:nvGrpSpPr>
            <p:cNvPr id="3" name="그룹 2">
              <a:extLst>
                <a:ext uri="{FF2B5EF4-FFF2-40B4-BE49-F238E27FC236}">
                  <a16:creationId xmlns:a16="http://schemas.microsoft.com/office/drawing/2014/main" id="{13973298-00E1-8E77-2AFF-A6368D9547C6}"/>
                </a:ext>
              </a:extLst>
            </p:cNvPr>
            <p:cNvGrpSpPr/>
            <p:nvPr/>
          </p:nvGrpSpPr>
          <p:grpSpPr>
            <a:xfrm>
              <a:off x="5278618" y="1476580"/>
              <a:ext cx="3901067" cy="4856873"/>
              <a:chOff x="5278618" y="1476580"/>
              <a:chExt cx="3901067" cy="4856873"/>
            </a:xfrm>
          </p:grpSpPr>
          <p:sp>
            <p:nvSpPr>
              <p:cNvPr id="36" name="타원 35">
                <a:extLst>
                  <a:ext uri="{FF2B5EF4-FFF2-40B4-BE49-F238E27FC236}">
                    <a16:creationId xmlns:a16="http://schemas.microsoft.com/office/drawing/2014/main" id="{8B9870BE-BA76-C79B-13F5-17925D35C5AA}"/>
                  </a:ext>
                </a:extLst>
              </p:cNvPr>
              <p:cNvSpPr/>
              <p:nvPr/>
            </p:nvSpPr>
            <p:spPr>
              <a:xfrm>
                <a:off x="6379132" y="3439933"/>
                <a:ext cx="1635682" cy="1635682"/>
              </a:xfrm>
              <a:prstGeom prst="ellipse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 w="28575"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969"/>
              </a:p>
            </p:txBody>
          </p:sp>
          <p:sp>
            <p:nvSpPr>
              <p:cNvPr id="37" name="타원 36">
                <a:extLst>
                  <a:ext uri="{FF2B5EF4-FFF2-40B4-BE49-F238E27FC236}">
                    <a16:creationId xmlns:a16="http://schemas.microsoft.com/office/drawing/2014/main" id="{645D9488-4EC2-7F10-F667-AC825E4B07A5}"/>
                  </a:ext>
                </a:extLst>
              </p:cNvPr>
              <p:cNvSpPr/>
              <p:nvPr/>
            </p:nvSpPr>
            <p:spPr>
              <a:xfrm>
                <a:off x="6521071" y="2501021"/>
                <a:ext cx="1351804" cy="1351804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215"/>
              </a:p>
            </p:txBody>
          </p:sp>
          <p:sp>
            <p:nvSpPr>
              <p:cNvPr id="38" name="타원 37">
                <a:extLst>
                  <a:ext uri="{FF2B5EF4-FFF2-40B4-BE49-F238E27FC236}">
                    <a16:creationId xmlns:a16="http://schemas.microsoft.com/office/drawing/2014/main" id="{542E4479-09B8-65E5-8A9D-EF1B303371BB}"/>
                  </a:ext>
                </a:extLst>
              </p:cNvPr>
              <p:cNvSpPr/>
              <p:nvPr/>
            </p:nvSpPr>
            <p:spPr>
              <a:xfrm>
                <a:off x="5462156" y="4204134"/>
                <a:ext cx="1351804" cy="1351804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215"/>
              </a:p>
            </p:txBody>
          </p:sp>
          <p:sp>
            <p:nvSpPr>
              <p:cNvPr id="39" name="타원 38">
                <a:extLst>
                  <a:ext uri="{FF2B5EF4-FFF2-40B4-BE49-F238E27FC236}">
                    <a16:creationId xmlns:a16="http://schemas.microsoft.com/office/drawing/2014/main" id="{437510D3-202D-2CA4-0D25-65BA2EEEF417}"/>
                  </a:ext>
                </a:extLst>
              </p:cNvPr>
              <p:cNvSpPr/>
              <p:nvPr/>
            </p:nvSpPr>
            <p:spPr>
              <a:xfrm>
                <a:off x="7579987" y="4204134"/>
                <a:ext cx="1351804" cy="1351804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215"/>
              </a:p>
            </p:txBody>
          </p: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ED59B6DA-AD7E-1D9C-52CC-5955ED7EE94E}"/>
                  </a:ext>
                </a:extLst>
              </p:cNvPr>
              <p:cNvSpPr txBox="1"/>
              <p:nvPr/>
            </p:nvSpPr>
            <p:spPr>
              <a:xfrm>
                <a:off x="6688762" y="3972299"/>
                <a:ext cx="1016424" cy="59886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>
                  <a:lnSpc>
                    <a:spcPct val="110000"/>
                  </a:lnSpc>
                </a:pPr>
                <a:r>
                  <a:rPr lang="ko-KR" altLang="en-US" sz="1969" spc="-37" dirty="0">
                    <a:ln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Pretendard ExtraBold" panose="02000903000000020004" pitchFamily="50" charset="-127"/>
                    <a:ea typeface="Pretendard ExtraBold" panose="02000903000000020004" pitchFamily="50" charset="-127"/>
                    <a:cs typeface="Pretendard ExtraBold" panose="02000903000000020004" pitchFamily="50" charset="-127"/>
                  </a:rPr>
                  <a:t>경영철학에</a:t>
                </a:r>
                <a:endParaRPr lang="en-US" altLang="ko-KR" sz="1969" spc="-37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Pretendard ExtraBold" panose="02000903000000020004" pitchFamily="50" charset="-127"/>
                  <a:ea typeface="Pretendard ExtraBold" panose="02000903000000020004" pitchFamily="50" charset="-127"/>
                  <a:cs typeface="Pretendard ExtraBold" panose="02000903000000020004" pitchFamily="50" charset="-127"/>
                </a:endParaRPr>
              </a:p>
              <a:p>
                <a:pPr algn="ctr">
                  <a:lnSpc>
                    <a:spcPct val="110000"/>
                  </a:lnSpc>
                </a:pPr>
                <a:r>
                  <a:rPr lang="ko-KR" altLang="en-US" sz="1969" spc="-37">
                    <a:ln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Pretendard ExtraBold" panose="02000903000000020004" pitchFamily="50" charset="-127"/>
                    <a:ea typeface="Pretendard ExtraBold" panose="02000903000000020004" pitchFamily="50" charset="-127"/>
                    <a:cs typeface="Pretendard ExtraBold" panose="02000903000000020004" pitchFamily="50" charset="-127"/>
                  </a:rPr>
                  <a:t>대한 </a:t>
                </a:r>
                <a:r>
                  <a:rPr lang="ko-KR" altLang="en-US" sz="1969" spc="-37" dirty="0">
                    <a:ln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Pretendard ExtraBold" panose="02000903000000020004" pitchFamily="50" charset="-127"/>
                    <a:ea typeface="Pretendard ExtraBold" panose="02000903000000020004" pitchFamily="50" charset="-127"/>
                    <a:cs typeface="Pretendard ExtraBold" panose="02000903000000020004" pitchFamily="50" charset="-127"/>
                  </a:rPr>
                  <a:t>믿음</a:t>
                </a:r>
                <a:endParaRPr lang="en-US" altLang="ko-KR" sz="1969" spc="-37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Pretendard ExtraBold" panose="02000903000000020004" pitchFamily="50" charset="-127"/>
                  <a:ea typeface="Pretendard ExtraBold" panose="02000903000000020004" pitchFamily="50" charset="-127"/>
                  <a:cs typeface="Pretendard ExtraBold" panose="02000903000000020004" pitchFamily="50" charset="-127"/>
                </a:endParaRPr>
              </a:p>
            </p:txBody>
          </p: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C8634F40-54A5-EE3E-9A76-BCD5D02F203E}"/>
                  </a:ext>
                </a:extLst>
              </p:cNvPr>
              <p:cNvSpPr txBox="1"/>
              <p:nvPr/>
            </p:nvSpPr>
            <p:spPr>
              <a:xfrm>
                <a:off x="6859217" y="2872151"/>
                <a:ext cx="658305" cy="59886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>
                  <a:lnSpc>
                    <a:spcPct val="110000"/>
                  </a:lnSpc>
                </a:pPr>
                <a:r>
                  <a:rPr lang="ko-KR" altLang="en-US" sz="1969" b="1" spc="-74" dirty="0">
                    <a:ln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구성원</a:t>
                </a:r>
                <a:endParaRPr lang="en-US" altLang="ko-KR" sz="1969" b="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endParaRPr>
              </a:p>
              <a:p>
                <a:pPr algn="ctr">
                  <a:lnSpc>
                    <a:spcPct val="110000"/>
                  </a:lnSpc>
                </a:pPr>
                <a:r>
                  <a:rPr lang="ko-KR" altLang="en-US" sz="1969" b="1" spc="-74" dirty="0">
                    <a:ln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행복</a:t>
                </a:r>
                <a:endParaRPr lang="en-US" sz="1969" b="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endParaRPr>
              </a:p>
            </p:txBody>
          </p: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C09C8444-2D54-92FD-BE18-B4BEDF407D21}"/>
                  </a:ext>
                </a:extLst>
              </p:cNvPr>
              <p:cNvSpPr txBox="1"/>
              <p:nvPr/>
            </p:nvSpPr>
            <p:spPr>
              <a:xfrm>
                <a:off x="5593395" y="4553260"/>
                <a:ext cx="1023405" cy="59886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>
                  <a:lnSpc>
                    <a:spcPct val="110000"/>
                  </a:lnSpc>
                </a:pPr>
                <a:r>
                  <a:rPr lang="en-US" sz="1969" b="1" spc="-74">
                    <a:ln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 SUPEX</a:t>
                </a:r>
              </a:p>
              <a:p>
                <a:pPr algn="ctr">
                  <a:lnSpc>
                    <a:spcPct val="110000"/>
                  </a:lnSpc>
                </a:pPr>
                <a:r>
                  <a:rPr lang="en-US" sz="1969" b="1" spc="-74">
                    <a:ln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Company</a:t>
                </a:r>
                <a:endParaRPr lang="en-US" sz="1969" b="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endParaRPr>
              </a:p>
            </p:txBody>
          </p: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90439EB9-1D18-A21F-762D-41992A530CF4}"/>
                  </a:ext>
                </a:extLst>
              </p:cNvPr>
              <p:cNvSpPr txBox="1"/>
              <p:nvPr/>
            </p:nvSpPr>
            <p:spPr>
              <a:xfrm>
                <a:off x="7892923" y="4618698"/>
                <a:ext cx="722229" cy="59886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>
                  <a:lnSpc>
                    <a:spcPct val="110000"/>
                  </a:lnSpc>
                </a:pPr>
                <a:r>
                  <a:rPr lang="en-US" sz="1969" b="1" spc="-74" dirty="0">
                    <a:ln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VWBE</a:t>
                </a:r>
              </a:p>
              <a:p>
                <a:pPr algn="ctr">
                  <a:lnSpc>
                    <a:spcPct val="110000"/>
                  </a:lnSpc>
                </a:pPr>
                <a:r>
                  <a:rPr lang="ko-KR" altLang="en-US" sz="1969" b="1" spc="-74" dirty="0">
                    <a:ln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문화</a:t>
                </a:r>
                <a:endParaRPr lang="en-US" sz="1969" b="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endParaRP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898D6D0C-39B1-D1F4-DF39-BCC81E5E4F07}"/>
                  </a:ext>
                </a:extLst>
              </p:cNvPr>
              <p:cNvSpPr txBox="1"/>
              <p:nvPr/>
            </p:nvSpPr>
            <p:spPr>
              <a:xfrm>
                <a:off x="6653653" y="1476580"/>
                <a:ext cx="1081807" cy="32800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en-US"/>
                </a:defPPr>
                <a:lvl1pPr marL="171450" indent="-171450">
                  <a:lnSpc>
                    <a:spcPct val="110000"/>
                  </a:lnSpc>
                  <a:buFont typeface="Wingdings" panose="05000000000000000000" pitchFamily="2" charset="2"/>
                  <a:buChar char="§"/>
                  <a:defRPr sz="1200" spc="-80">
                    <a:ln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defRPr>
                </a:lvl1pPr>
              </a:lstStyle>
              <a:p>
                <a:pPr marL="0" indent="0" algn="r">
                  <a:buNone/>
                </a:pPr>
                <a:r>
                  <a:rPr lang="en-US" altLang="ko-KR" sz="1969" dirty="0"/>
                  <a:t>[ </a:t>
                </a:r>
                <a:r>
                  <a:rPr lang="ko-KR" altLang="en-US" sz="1969" dirty="0"/>
                  <a:t>실행 원리 </a:t>
                </a:r>
                <a:r>
                  <a:rPr lang="en-US" altLang="ko-KR" sz="1969" dirty="0"/>
                  <a:t>]</a:t>
                </a:r>
                <a:endParaRPr lang="en-US" sz="1969" dirty="0"/>
              </a:p>
            </p:txBody>
          </p:sp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F3A8A009-956B-9565-B33C-EC14879634BA}"/>
                  </a:ext>
                </a:extLst>
              </p:cNvPr>
              <p:cNvSpPr txBox="1"/>
              <p:nvPr/>
            </p:nvSpPr>
            <p:spPr>
              <a:xfrm>
                <a:off x="6156292" y="1814048"/>
                <a:ext cx="2086509" cy="32800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en-US"/>
                </a:defPPr>
                <a:lvl1pPr marL="171450" indent="-171450">
                  <a:lnSpc>
                    <a:spcPct val="110000"/>
                  </a:lnSpc>
                  <a:buFont typeface="Wingdings" panose="05000000000000000000" pitchFamily="2" charset="2"/>
                  <a:buChar char="§"/>
                  <a:defRPr sz="1200" spc="-80">
                    <a:ln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defRPr>
                </a:lvl1pPr>
              </a:lstStyle>
              <a:p>
                <a:pPr marL="0" indent="0" algn="r">
                  <a:buNone/>
                </a:pPr>
                <a:r>
                  <a:rPr lang="ko-KR" altLang="en-US" sz="1969"/>
                  <a:t>구성원 행복으로의</a:t>
                </a:r>
                <a:r>
                  <a:rPr lang="en-US" altLang="ko-KR" sz="1969" dirty="0"/>
                  <a:t> </a:t>
                </a:r>
                <a:r>
                  <a:rPr lang="ko-KR" altLang="en-US" sz="1969" dirty="0"/>
                  <a:t>선순환</a:t>
                </a:r>
                <a:endParaRPr lang="en-US" sz="1969" dirty="0"/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1A1D7BDB-DC4E-E7CA-F1ED-70BF9540B121}"/>
                  </a:ext>
                </a:extLst>
              </p:cNvPr>
              <p:cNvSpPr txBox="1"/>
              <p:nvPr/>
            </p:nvSpPr>
            <p:spPr>
              <a:xfrm>
                <a:off x="5278618" y="5833212"/>
                <a:ext cx="3901067" cy="5002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ko-KR"/>
                </a:defPPr>
                <a:lvl1pPr algn="ctr">
                  <a:lnSpc>
                    <a:spcPct val="120000"/>
                  </a:lnSpc>
                  <a:defRPr sz="1200" spc="-60">
                    <a:ln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  <a:alpha val="60000"/>
                      </a:schemeClr>
                    </a:solidFill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defRPr>
                </a:lvl1pPr>
              </a:lstStyle>
              <a:p>
                <a:r>
                  <a:rPr lang="en-US" altLang="ko-KR" sz="1477" dirty="0"/>
                  <a:t>SUPEX </a:t>
                </a:r>
                <a:r>
                  <a:rPr lang="ko-KR" altLang="en-US" sz="1477" dirty="0"/>
                  <a:t>를 통해 구성원의 행복 함께 커질 수 있다는 믿음에서 출발</a:t>
                </a:r>
                <a:r>
                  <a:rPr lang="en-US" altLang="ko-KR" sz="1477" dirty="0"/>
                  <a:t>, </a:t>
                </a:r>
              </a:p>
              <a:p>
                <a:r>
                  <a:rPr lang="en-US" altLang="ko-KR" sz="1477" b="1" u="sng" dirty="0">
                    <a:solidFill>
                      <a:schemeClr val="tx1">
                        <a:alpha val="60000"/>
                      </a:schemeClr>
                    </a:solidFill>
                  </a:rPr>
                  <a:t>VWBE</a:t>
                </a:r>
                <a:r>
                  <a:rPr lang="ko-KR" altLang="en-US" sz="1477" b="1" u="sng" dirty="0">
                    <a:solidFill>
                      <a:schemeClr val="tx1">
                        <a:alpha val="60000"/>
                      </a:schemeClr>
                    </a:solidFill>
                  </a:rPr>
                  <a:t>는 이 선순환을 돌리는 가장 핵심적인 동력원</a:t>
                </a:r>
              </a:p>
            </p:txBody>
          </p:sp>
        </p:grpSp>
      </p:grp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1363DD10-EEA7-A9EF-793D-E927C05E5CE3}"/>
              </a:ext>
            </a:extLst>
          </p:cNvPr>
          <p:cNvSpPr/>
          <p:nvPr/>
        </p:nvSpPr>
        <p:spPr>
          <a:xfrm>
            <a:off x="928037" y="2073046"/>
            <a:ext cx="4902033" cy="4966389"/>
          </a:xfrm>
          <a:prstGeom prst="roundRect">
            <a:avLst>
              <a:gd name="adj" fmla="val 5997"/>
            </a:avLst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15"/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902056F4-E216-AC78-2D1A-CBE476BE56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36884" y="6560315"/>
            <a:ext cx="2308452" cy="3064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10000"/>
              </a:lnSpc>
            </a:pPr>
            <a:r>
              <a:rPr lang="en-US" altLang="ko-KR" sz="1354" spc="-37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- SKMS 14</a:t>
            </a:r>
            <a:r>
              <a:rPr lang="ko-KR" altLang="en-US" sz="1354" spc="-37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차 경영철학</a:t>
            </a:r>
            <a:r>
              <a:rPr lang="en-US" altLang="ko-KR" sz="1354" spc="-37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 (2020)</a:t>
            </a: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28DEDA4C-381E-5B9E-140B-BE039B615C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5508" y="4165107"/>
            <a:ext cx="4336310" cy="2291481"/>
          </a:xfrm>
          <a:prstGeom prst="rect">
            <a:avLst/>
          </a:prstGeom>
        </p:spPr>
      </p:pic>
      <p:grpSp>
        <p:nvGrpSpPr>
          <p:cNvPr id="54" name="그룹 53">
            <a:extLst>
              <a:ext uri="{FF2B5EF4-FFF2-40B4-BE49-F238E27FC236}">
                <a16:creationId xmlns:a16="http://schemas.microsoft.com/office/drawing/2014/main" id="{80A1CD24-0C59-78E6-AEA7-A457064EA828}"/>
              </a:ext>
            </a:extLst>
          </p:cNvPr>
          <p:cNvGrpSpPr/>
          <p:nvPr/>
        </p:nvGrpSpPr>
        <p:grpSpPr>
          <a:xfrm>
            <a:off x="1220636" y="2377100"/>
            <a:ext cx="4322038" cy="1545737"/>
            <a:chOff x="991767" y="1728589"/>
            <a:chExt cx="3511656" cy="1255911"/>
          </a:xfrm>
        </p:grpSpPr>
        <p:pic>
          <p:nvPicPr>
            <p:cNvPr id="17" name="그림 16">
              <a:extLst>
                <a:ext uri="{FF2B5EF4-FFF2-40B4-BE49-F238E27FC236}">
                  <a16:creationId xmlns:a16="http://schemas.microsoft.com/office/drawing/2014/main" id="{C118232E-9C30-2BF0-8577-53DD9B390DE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2235" t="2979" r="1601" b="56001"/>
            <a:stretch/>
          </p:blipFill>
          <p:spPr>
            <a:xfrm>
              <a:off x="991767" y="1728589"/>
              <a:ext cx="3511656" cy="1255911"/>
            </a:xfrm>
            <a:prstGeom prst="rect">
              <a:avLst/>
            </a:prstGeom>
          </p:spPr>
        </p:pic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064B524A-4F83-4CBC-65CA-F7DAA7DD810E}"/>
                </a:ext>
              </a:extLst>
            </p:cNvPr>
            <p:cNvSpPr/>
            <p:nvPr/>
          </p:nvSpPr>
          <p:spPr>
            <a:xfrm>
              <a:off x="2667272" y="2478364"/>
              <a:ext cx="1466578" cy="162015"/>
            </a:xfrm>
            <a:prstGeom prst="rect">
              <a:avLst/>
            </a:prstGeom>
            <a:solidFill>
              <a:srgbClr val="FFC000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215"/>
            </a:p>
          </p:txBody>
        </p: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CF5B7DAD-1A58-21E2-1775-67FFA458AEFC}"/>
                </a:ext>
              </a:extLst>
            </p:cNvPr>
            <p:cNvSpPr/>
            <p:nvPr/>
          </p:nvSpPr>
          <p:spPr>
            <a:xfrm>
              <a:off x="1148035" y="2697853"/>
              <a:ext cx="2266678" cy="162015"/>
            </a:xfrm>
            <a:prstGeom prst="rect">
              <a:avLst/>
            </a:prstGeom>
            <a:solidFill>
              <a:srgbClr val="FFC000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215"/>
            </a:p>
          </p:txBody>
        </p:sp>
      </p:grp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698C89C0-B952-23E9-3079-10035B2D63E9}"/>
              </a:ext>
            </a:extLst>
          </p:cNvPr>
          <p:cNvSpPr/>
          <p:nvPr/>
        </p:nvSpPr>
        <p:spPr>
          <a:xfrm>
            <a:off x="1370463" y="5386187"/>
            <a:ext cx="3576677" cy="199403"/>
          </a:xfrm>
          <a:prstGeom prst="rect">
            <a:avLst/>
          </a:prstGeom>
          <a:solidFill>
            <a:srgbClr val="FFC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215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371A2228-1C2A-6051-63BD-3B0AE1B088FD}"/>
              </a:ext>
            </a:extLst>
          </p:cNvPr>
          <p:cNvSpPr/>
          <p:nvPr/>
        </p:nvSpPr>
        <p:spPr>
          <a:xfrm>
            <a:off x="2969846" y="5130533"/>
            <a:ext cx="2188308" cy="199403"/>
          </a:xfrm>
          <a:prstGeom prst="rect">
            <a:avLst/>
          </a:prstGeom>
          <a:solidFill>
            <a:srgbClr val="FFC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215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BE2D3ED6-8DD1-3CE5-F1B2-A9F576767F6C}"/>
              </a:ext>
            </a:extLst>
          </p:cNvPr>
          <p:cNvSpPr/>
          <p:nvPr/>
        </p:nvSpPr>
        <p:spPr>
          <a:xfrm>
            <a:off x="1370462" y="5738026"/>
            <a:ext cx="3717353" cy="199403"/>
          </a:xfrm>
          <a:prstGeom prst="rect">
            <a:avLst/>
          </a:prstGeom>
          <a:solidFill>
            <a:srgbClr val="FFC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215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0FEE3D1E-98CA-5679-4F30-645D92AEC525}"/>
              </a:ext>
            </a:extLst>
          </p:cNvPr>
          <p:cNvSpPr/>
          <p:nvPr/>
        </p:nvSpPr>
        <p:spPr>
          <a:xfrm>
            <a:off x="1370463" y="6005772"/>
            <a:ext cx="1912335" cy="199403"/>
          </a:xfrm>
          <a:prstGeom prst="rect">
            <a:avLst/>
          </a:prstGeom>
          <a:solidFill>
            <a:srgbClr val="FFC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215"/>
          </a:p>
        </p:txBody>
      </p:sp>
      <p:sp>
        <p:nvSpPr>
          <p:cNvPr id="49" name="텍스트 개체 틀 3">
            <a:extLst>
              <a:ext uri="{FF2B5EF4-FFF2-40B4-BE49-F238E27FC236}">
                <a16:creationId xmlns:a16="http://schemas.microsoft.com/office/drawing/2014/main" id="{0B4D0773-03A5-5B99-107E-762A37D27B88}"/>
              </a:ext>
            </a:extLst>
          </p:cNvPr>
          <p:cNvSpPr txBox="1">
            <a:spLocks/>
          </p:cNvSpPr>
          <p:nvPr/>
        </p:nvSpPr>
        <p:spPr>
          <a:xfrm>
            <a:off x="3395063" y="361658"/>
            <a:ext cx="5408532" cy="389209"/>
          </a:xfrm>
          <a:prstGeom prst="rect">
            <a:avLst/>
          </a:prstGeom>
          <a:noFill/>
        </p:spPr>
        <p:txBody>
          <a:bodyPr vert="horz" wrap="none" lIns="0" tIns="0" rIns="0" bIns="0" rtlCol="0" anchor="t" anchorCtr="0">
            <a:spAutoFit/>
          </a:bodyPr>
          <a:lstStyle>
            <a:lvl1pPr marL="0" indent="0" algn="ctr" defTabSz="685800" rtl="0" eaLnBrk="1" latinLnBrk="0" hangingPunct="1">
              <a:spcBef>
                <a:spcPts val="0"/>
              </a:spcBef>
              <a:buFont typeface="Wingdings" panose="05000000000000000000" pitchFamily="2" charset="2"/>
              <a:buNone/>
              <a:defRPr lang="ko-KR" altLang="en-US" sz="1800" b="1" kern="1200" baseline="0" dirty="0" smtClean="0">
                <a:solidFill>
                  <a:schemeClr val="accent6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1pPr>
            <a:lvl2pPr marL="130969" indent="0" algn="l" defTabSz="685800" rtl="0" eaLnBrk="1" latinLnBrk="0" hangingPunct="1">
              <a:spcBef>
                <a:spcPts val="0"/>
              </a:spcBef>
              <a:buFont typeface="Arial" panose="020B0604020202020204" pitchFamily="34" charset="0"/>
              <a:buNone/>
              <a:defRPr sz="1350" kern="120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2pPr>
            <a:lvl3pPr marL="403622" indent="-130969" algn="l" defTabSz="685800" rtl="0" eaLnBrk="1" latinLnBrk="0" hangingPunct="1">
              <a:spcBef>
                <a:spcPts val="0"/>
              </a:spcBef>
              <a:buFont typeface="바탕" panose="02030600000101010101" pitchFamily="18" charset="-127"/>
              <a:buChar char="∙"/>
              <a:defRPr sz="1350" kern="120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3pPr>
            <a:lvl4pPr marL="12001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15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5430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15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18859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defTabSz="1125444" latinLnBrk="1">
              <a:lnSpc>
                <a:spcPct val="110000"/>
              </a:lnSpc>
            </a:pPr>
            <a:r>
              <a:rPr lang="en-US" altLang="ko-KR" sz="2462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VWBE</a:t>
            </a:r>
            <a:r>
              <a:rPr lang="ko-KR" altLang="en-US" sz="2462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로부터 우리에게 다시 돌아오는 큰 행복</a:t>
            </a:r>
            <a:endParaRPr lang="en-US" altLang="ko-KR" sz="2462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5B2C701-C9F2-3232-69F9-0A9E67880B1D}"/>
              </a:ext>
            </a:extLst>
          </p:cNvPr>
          <p:cNvSpPr txBox="1"/>
          <p:nvPr/>
        </p:nvSpPr>
        <p:spPr>
          <a:xfrm>
            <a:off x="652536" y="-499299"/>
            <a:ext cx="2223622" cy="4037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lnSpc>
                <a:spcPct val="110000"/>
              </a:lnSpc>
            </a:pPr>
            <a:r>
              <a:rPr lang="en-US" altLang="ko-KR" sz="1969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VWBE</a:t>
            </a:r>
            <a:r>
              <a:rPr lang="ko-KR" altLang="en-US" sz="1969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의 선순환</a:t>
            </a:r>
            <a:r>
              <a:rPr lang="en-US" altLang="ko-KR" sz="1969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 </a:t>
            </a:r>
            <a:r>
              <a:rPr lang="ko-KR" altLang="en-US" sz="1969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구조</a:t>
            </a:r>
            <a:endParaRPr lang="en-US" sz="1969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A78D1B40-3FF4-3B88-FE8F-53B4E5F6E5F2}"/>
              </a:ext>
            </a:extLst>
          </p:cNvPr>
          <p:cNvSpPr/>
          <p:nvPr/>
        </p:nvSpPr>
        <p:spPr>
          <a:xfrm>
            <a:off x="237189" y="-460109"/>
            <a:ext cx="354501" cy="35450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231" spc="25" dirty="0">
                <a:latin typeface="Montserrat ExtraBold" panose="00000900000000000000" pitchFamily="2" charset="0"/>
              </a:rPr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CE70968-6B1C-B637-77C4-8EA0581A8585}"/>
              </a:ext>
            </a:extLst>
          </p:cNvPr>
          <p:cNvSpPr txBox="1"/>
          <p:nvPr/>
        </p:nvSpPr>
        <p:spPr>
          <a:xfrm>
            <a:off x="2832976" y="1026021"/>
            <a:ext cx="1331455" cy="4037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171450" indent="-171450">
              <a:lnSpc>
                <a:spcPct val="110000"/>
              </a:lnSpc>
              <a:buFont typeface="Wingdings" panose="05000000000000000000" pitchFamily="2" charset="2"/>
              <a:buChar char="§"/>
              <a:defRPr sz="1200" spc="-8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defRPr>
            </a:lvl1pPr>
          </a:lstStyle>
          <a:p>
            <a:pPr marL="0" indent="0" algn="r">
              <a:buNone/>
            </a:pPr>
            <a:r>
              <a:rPr lang="en-US" altLang="ko-KR" sz="1969" dirty="0"/>
              <a:t>[ </a:t>
            </a:r>
            <a:r>
              <a:rPr lang="ko-KR" altLang="en-US" sz="1969" dirty="0"/>
              <a:t>경영 철학 </a:t>
            </a:r>
            <a:r>
              <a:rPr lang="en-US" altLang="ko-KR" sz="1969" dirty="0"/>
              <a:t>]</a:t>
            </a:r>
            <a:endParaRPr lang="en-US" sz="1969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3B551AE-880C-4C23-5563-576D0D08D3E4}"/>
              </a:ext>
            </a:extLst>
          </p:cNvPr>
          <p:cNvSpPr txBox="1"/>
          <p:nvPr/>
        </p:nvSpPr>
        <p:spPr>
          <a:xfrm>
            <a:off x="2081592" y="1441367"/>
            <a:ext cx="2809102" cy="4037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171450" indent="-171450">
              <a:lnSpc>
                <a:spcPct val="110000"/>
              </a:lnSpc>
              <a:buFont typeface="Wingdings" panose="05000000000000000000" pitchFamily="2" charset="2"/>
              <a:buChar char="§"/>
              <a:defRPr sz="1200" spc="-8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defRPr>
            </a:lvl1pPr>
          </a:lstStyle>
          <a:p>
            <a:pPr marL="0" indent="0" algn="ctr">
              <a:buNone/>
            </a:pPr>
            <a:r>
              <a:rPr lang="en-US" altLang="ko-KR" sz="1969" dirty="0"/>
              <a:t>VWBE</a:t>
            </a:r>
            <a:r>
              <a:rPr lang="ko-KR" altLang="en-US" sz="1969" dirty="0"/>
              <a:t>를 통한 </a:t>
            </a:r>
            <a:r>
              <a:rPr lang="en-US" altLang="ko-KR" sz="1969" dirty="0"/>
              <a:t>SUPEX </a:t>
            </a:r>
            <a:r>
              <a:rPr lang="ko-KR" altLang="en-US" sz="1969" dirty="0"/>
              <a:t>추구</a:t>
            </a:r>
            <a:endParaRPr lang="en-US" sz="1969" dirty="0"/>
          </a:p>
        </p:txBody>
      </p:sp>
      <p:sp>
        <p:nvSpPr>
          <p:cNvPr id="60" name="슬라이드 번호 개체 틀 59">
            <a:extLst>
              <a:ext uri="{FF2B5EF4-FFF2-40B4-BE49-F238E27FC236}">
                <a16:creationId xmlns:a16="http://schemas.microsoft.com/office/drawing/2014/main" id="{7A10F14B-A1CC-7E8B-4CFF-3943FC020A5B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3DFBBC6A-3425-4C62-80BA-0DDE16A15D08}" type="slidenum">
              <a:rPr lang="ko-KR" altLang="en-US" smtClean="0"/>
              <a:pPr/>
              <a:t>26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481221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7C58C3-C4DA-648C-9742-C789044CA3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직사각형 54">
            <a:extLst>
              <a:ext uri="{FF2B5EF4-FFF2-40B4-BE49-F238E27FC236}">
                <a16:creationId xmlns:a16="http://schemas.microsoft.com/office/drawing/2014/main" id="{3C7ABE1E-4095-C75B-2EEA-7934DC3A62F6}"/>
              </a:ext>
            </a:extLst>
          </p:cNvPr>
          <p:cNvSpPr/>
          <p:nvPr/>
        </p:nvSpPr>
        <p:spPr>
          <a:xfrm>
            <a:off x="652537" y="4424805"/>
            <a:ext cx="5248747" cy="1988298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125444">
              <a:defRPr/>
            </a:pPr>
            <a:endParaRPr lang="ko-KR" altLang="en-US" sz="2215">
              <a:solidFill>
                <a:prstClr val="white"/>
              </a:solidFill>
              <a:latin typeface="Pretendard"/>
              <a:ea typeface="Pretendard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88F031-4D89-A1C6-B861-0EB0376EA74D}"/>
              </a:ext>
            </a:extLst>
          </p:cNvPr>
          <p:cNvSpPr txBox="1"/>
          <p:nvPr/>
        </p:nvSpPr>
        <p:spPr>
          <a:xfrm>
            <a:off x="652537" y="-499299"/>
            <a:ext cx="3731471" cy="4037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ko-KR"/>
            </a:defPPr>
            <a:lvl1pPr>
              <a:lnSpc>
                <a:spcPct val="110000"/>
              </a:lnSpc>
              <a:defRPr sz="1600" spc="-6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defRPr>
            </a:lvl1pPr>
          </a:lstStyle>
          <a:p>
            <a:r>
              <a:rPr lang="en-US" altLang="ko-KR" sz="1969" dirty="0"/>
              <a:t>SUPEX </a:t>
            </a:r>
            <a:r>
              <a:rPr lang="ko-KR" altLang="en-US" sz="1969" dirty="0"/>
              <a:t>추구 실행 체계</a:t>
            </a:r>
            <a:r>
              <a:rPr lang="en-US" altLang="ko-KR" sz="1969" dirty="0"/>
              <a:t>: </a:t>
            </a:r>
            <a:r>
              <a:rPr lang="ko-KR" altLang="en-US" sz="1969" dirty="0" err="1"/>
              <a:t>일처리</a:t>
            </a:r>
            <a:r>
              <a:rPr lang="ko-KR" altLang="en-US" sz="1969" dirty="0"/>
              <a:t> </a:t>
            </a:r>
            <a:r>
              <a:rPr lang="en-US" altLang="ko-KR" sz="1969" dirty="0"/>
              <a:t>5</a:t>
            </a:r>
            <a:r>
              <a:rPr lang="ko-KR" altLang="en-US" sz="1969" dirty="0"/>
              <a:t>단계</a:t>
            </a:r>
            <a:endParaRPr lang="en-US" sz="1969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EDD09D5-8CC8-0B84-3055-4E3D0019BC17}"/>
              </a:ext>
            </a:extLst>
          </p:cNvPr>
          <p:cNvSpPr/>
          <p:nvPr/>
        </p:nvSpPr>
        <p:spPr>
          <a:xfrm>
            <a:off x="237189" y="-460109"/>
            <a:ext cx="354501" cy="35450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231" spc="25" dirty="0">
                <a:latin typeface="Montserrat ExtraBold" panose="00000900000000000000" pitchFamily="2" charset="0"/>
              </a:rPr>
              <a:t>4</a:t>
            </a:r>
          </a:p>
        </p:txBody>
      </p:sp>
      <p:sp>
        <p:nvSpPr>
          <p:cNvPr id="2" name="슬라이드 번호 개체 틀 24">
            <a:extLst>
              <a:ext uri="{FF2B5EF4-FFF2-40B4-BE49-F238E27FC236}">
                <a16:creationId xmlns:a16="http://schemas.microsoft.com/office/drawing/2014/main" id="{6A6FF934-9B1B-F209-5146-385164CDB9AA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11184566" y="7333539"/>
            <a:ext cx="673003" cy="127846"/>
          </a:xfrm>
        </p:spPr>
        <p:txBody>
          <a:bodyPr/>
          <a:lstStyle/>
          <a:p>
            <a:fld id="{3DFBBC6A-3425-4C62-80BA-0DDE16A15D08}" type="slidenum">
              <a:rPr lang="ko-KR" altLang="en-US" smtClean="0"/>
              <a:pPr/>
              <a:t>27</a:t>
            </a:fld>
            <a:endParaRPr lang="ko-KR" altLang="en-US" dirty="0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6E30C49A-2204-9667-672C-4CD084098AD2}"/>
              </a:ext>
            </a:extLst>
          </p:cNvPr>
          <p:cNvSpPr/>
          <p:nvPr/>
        </p:nvSpPr>
        <p:spPr>
          <a:xfrm>
            <a:off x="6613937" y="1456191"/>
            <a:ext cx="4963978" cy="5112638"/>
          </a:xfrm>
          <a:prstGeom prst="roundRect">
            <a:avLst>
              <a:gd name="adj" fmla="val 5997"/>
            </a:avLst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15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6657C8F-ADFD-6D9E-4A14-D7721E9528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0377" y="1741569"/>
            <a:ext cx="4522763" cy="4302795"/>
          </a:xfrm>
          <a:prstGeom prst="rect">
            <a:avLst/>
          </a:prstGeom>
        </p:spPr>
      </p:pic>
      <p:sp>
        <p:nvSpPr>
          <p:cNvPr id="15" name="Rectangle 1">
            <a:extLst>
              <a:ext uri="{FF2B5EF4-FFF2-40B4-BE49-F238E27FC236}">
                <a16:creationId xmlns:a16="http://schemas.microsoft.com/office/drawing/2014/main" id="{8BF30EE4-7FF7-2C1D-5D52-1E47E1B73F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9815668" y="6153691"/>
            <a:ext cx="1663725" cy="3064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10000"/>
              </a:lnSpc>
            </a:pPr>
            <a:r>
              <a:rPr lang="en-US" altLang="ko-KR" sz="1354" spc="-37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- SKMS 11</a:t>
            </a:r>
            <a:r>
              <a:rPr lang="ko-KR" altLang="en-US" sz="1354" spc="-37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차</a:t>
            </a:r>
            <a:r>
              <a:rPr lang="en-US" altLang="ko-KR" sz="1354" spc="-37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 (2004)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2BD5455B-10E8-2721-73AA-130ECE7C8B13}"/>
              </a:ext>
            </a:extLst>
          </p:cNvPr>
          <p:cNvSpPr/>
          <p:nvPr/>
        </p:nvSpPr>
        <p:spPr>
          <a:xfrm>
            <a:off x="7228661" y="5532981"/>
            <a:ext cx="3826201" cy="145542"/>
          </a:xfrm>
          <a:prstGeom prst="rect">
            <a:avLst/>
          </a:prstGeom>
          <a:solidFill>
            <a:srgbClr val="FFC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215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4253F59E-D6A8-4CFB-33D2-24962CC14DA1}"/>
              </a:ext>
            </a:extLst>
          </p:cNvPr>
          <p:cNvSpPr/>
          <p:nvPr/>
        </p:nvSpPr>
        <p:spPr>
          <a:xfrm>
            <a:off x="7228662" y="5722442"/>
            <a:ext cx="3134539" cy="145542"/>
          </a:xfrm>
          <a:prstGeom prst="rect">
            <a:avLst/>
          </a:prstGeom>
          <a:solidFill>
            <a:srgbClr val="FFC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215"/>
          </a:p>
        </p:txBody>
      </p:sp>
      <p:sp>
        <p:nvSpPr>
          <p:cNvPr id="30" name="텍스트 개체 틀 3">
            <a:extLst>
              <a:ext uri="{FF2B5EF4-FFF2-40B4-BE49-F238E27FC236}">
                <a16:creationId xmlns:a16="http://schemas.microsoft.com/office/drawing/2014/main" id="{2E338CA1-AD11-2B46-73FF-35240E589F5E}"/>
              </a:ext>
            </a:extLst>
          </p:cNvPr>
          <p:cNvSpPr txBox="1">
            <a:spLocks/>
          </p:cNvSpPr>
          <p:nvPr/>
        </p:nvSpPr>
        <p:spPr>
          <a:xfrm>
            <a:off x="4088121" y="361658"/>
            <a:ext cx="3956917" cy="389209"/>
          </a:xfrm>
          <a:prstGeom prst="rect">
            <a:avLst/>
          </a:prstGeom>
          <a:noFill/>
        </p:spPr>
        <p:txBody>
          <a:bodyPr vert="horz" wrap="none" lIns="0" tIns="0" rIns="0" bIns="0" rtlCol="0" anchor="t" anchorCtr="0">
            <a:spAutoFit/>
          </a:bodyPr>
          <a:lstStyle>
            <a:lvl1pPr marL="0" indent="0" algn="ctr" defTabSz="685800" rtl="0" eaLnBrk="1" latinLnBrk="0" hangingPunct="1">
              <a:spcBef>
                <a:spcPts val="0"/>
              </a:spcBef>
              <a:buFont typeface="Wingdings" panose="05000000000000000000" pitchFamily="2" charset="2"/>
              <a:buNone/>
              <a:defRPr lang="ko-KR" altLang="en-US" sz="1800" b="1" kern="1200" baseline="0" dirty="0" smtClean="0">
                <a:solidFill>
                  <a:schemeClr val="accent6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1pPr>
            <a:lvl2pPr marL="130969" indent="0" algn="l" defTabSz="685800" rtl="0" eaLnBrk="1" latinLnBrk="0" hangingPunct="1">
              <a:spcBef>
                <a:spcPts val="0"/>
              </a:spcBef>
              <a:buFont typeface="Arial" panose="020B0604020202020204" pitchFamily="34" charset="0"/>
              <a:buNone/>
              <a:defRPr sz="1350" kern="120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2pPr>
            <a:lvl3pPr marL="403622" indent="-130969" algn="l" defTabSz="685800" rtl="0" eaLnBrk="1" latinLnBrk="0" hangingPunct="1">
              <a:spcBef>
                <a:spcPts val="0"/>
              </a:spcBef>
              <a:buFont typeface="바탕" panose="02030600000101010101" pitchFamily="18" charset="-127"/>
              <a:buChar char="∙"/>
              <a:defRPr sz="1350" kern="120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3pPr>
            <a:lvl4pPr marL="12001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15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5430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15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18859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defTabSz="1125444" latinLnBrk="1">
              <a:lnSpc>
                <a:spcPct val="110000"/>
              </a:lnSpc>
            </a:pPr>
            <a:r>
              <a:rPr lang="ko-KR" altLang="en-US" sz="2462" spc="-74" dirty="0" err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일처리</a:t>
            </a:r>
            <a:r>
              <a:rPr lang="ko-KR" altLang="en-US" sz="2462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 </a:t>
            </a:r>
            <a:r>
              <a:rPr lang="en-US" altLang="ko-KR" sz="2462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5</a:t>
            </a:r>
            <a:r>
              <a:rPr lang="ko-KR" altLang="en-US" sz="2462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단계는 왜 등장하였을까</a:t>
            </a:r>
            <a:r>
              <a:rPr lang="en-US" altLang="ko-KR" sz="2462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?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CC5681D-70D8-F4CA-496E-2C7A7777043B}"/>
              </a:ext>
            </a:extLst>
          </p:cNvPr>
          <p:cNvSpPr txBox="1"/>
          <p:nvPr/>
        </p:nvSpPr>
        <p:spPr>
          <a:xfrm>
            <a:off x="2222158" y="4232280"/>
            <a:ext cx="2144177" cy="325858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>
            <a:defPPr>
              <a:defRPr lang="en-US"/>
            </a:defPPr>
            <a:lvl1pPr marL="171450" indent="-171450">
              <a:lnSpc>
                <a:spcPct val="110000"/>
              </a:lnSpc>
              <a:buFont typeface="Wingdings" panose="05000000000000000000" pitchFamily="2" charset="2"/>
              <a:buChar char="§"/>
              <a:defRPr sz="1200" spc="-8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defRPr>
            </a:lvl1pPr>
          </a:lstStyle>
          <a:p>
            <a:pPr marL="0" indent="0" algn="ctr">
              <a:buNone/>
            </a:pPr>
            <a:r>
              <a:rPr lang="en-US" altLang="ko-KR" sz="1477" dirty="0"/>
              <a:t>[</a:t>
            </a:r>
            <a:r>
              <a:rPr lang="ko-KR" altLang="en-US" sz="1477" dirty="0" err="1"/>
              <a:t>선경경영관리체계실천방안</a:t>
            </a:r>
            <a:r>
              <a:rPr lang="en-US" altLang="ko-KR" sz="1477" dirty="0"/>
              <a:t>]</a:t>
            </a:r>
            <a:endParaRPr lang="en-US" sz="1477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B5CEFF0-9082-6A0C-4549-42A8233D701A}"/>
              </a:ext>
            </a:extLst>
          </p:cNvPr>
          <p:cNvSpPr txBox="1"/>
          <p:nvPr/>
        </p:nvSpPr>
        <p:spPr>
          <a:xfrm>
            <a:off x="1999443" y="1456191"/>
            <a:ext cx="2467920" cy="4037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171450" indent="-171450">
              <a:lnSpc>
                <a:spcPct val="110000"/>
              </a:lnSpc>
              <a:buFont typeface="Wingdings" panose="05000000000000000000" pitchFamily="2" charset="2"/>
              <a:buChar char="§"/>
              <a:defRPr sz="1200" spc="-8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defRPr>
            </a:lvl1pPr>
          </a:lstStyle>
          <a:p>
            <a:pPr marL="0" indent="0" algn="ctr">
              <a:buNone/>
            </a:pPr>
            <a:r>
              <a:rPr lang="en-US" altLang="ko-KR" sz="1969" dirty="0"/>
              <a:t>[</a:t>
            </a:r>
            <a:r>
              <a:rPr lang="en-US" altLang="ko-KR" sz="1969" spc="-74" dirty="0"/>
              <a:t>1990</a:t>
            </a:r>
            <a:r>
              <a:rPr lang="ko-KR" altLang="en-US" sz="1969" spc="-74" dirty="0"/>
              <a:t>년대 </a:t>
            </a:r>
            <a:r>
              <a:rPr lang="ko-KR" altLang="en-US" sz="1969" dirty="0"/>
              <a:t>시대적 배경</a:t>
            </a:r>
            <a:r>
              <a:rPr lang="en-US" altLang="ko-KR" sz="1969" dirty="0"/>
              <a:t>]</a:t>
            </a:r>
            <a:endParaRPr lang="en-US" sz="1969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0E0EC54-8231-4610-E23E-80EEE3CBAD77}"/>
              </a:ext>
            </a:extLst>
          </p:cNvPr>
          <p:cNvSpPr txBox="1"/>
          <p:nvPr/>
        </p:nvSpPr>
        <p:spPr>
          <a:xfrm>
            <a:off x="802930" y="1912160"/>
            <a:ext cx="4860946" cy="3647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ko-KR"/>
            </a:defPPr>
            <a:lvl1pPr indent="0" algn="ctr">
              <a:lnSpc>
                <a:spcPct val="110000"/>
              </a:lnSpc>
              <a:buFont typeface="Wingdings" panose="05000000000000000000" pitchFamily="2" charset="2"/>
              <a:buNone/>
              <a:defRPr sz="1600" spc="-8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defRPr>
            </a:lvl1pPr>
          </a:lstStyle>
          <a:p>
            <a:r>
              <a:rPr lang="ko-KR" altLang="en-US" sz="1723" dirty="0"/>
              <a:t>기업들에게 성장만이 아니라 </a:t>
            </a:r>
            <a:r>
              <a:rPr lang="en-US" altLang="ko-KR" sz="1723" dirty="0"/>
              <a:t>‘</a:t>
            </a:r>
            <a:r>
              <a:rPr lang="ko-KR" altLang="en-US" sz="1723" dirty="0"/>
              <a:t>복잡성 관리</a:t>
            </a:r>
            <a:r>
              <a:rPr lang="en-US" altLang="ko-KR" sz="1723" dirty="0"/>
              <a:t>’</a:t>
            </a:r>
            <a:r>
              <a:rPr lang="ko-KR" altLang="en-US" sz="1723" dirty="0"/>
              <a:t>가 중요해진 시기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5588F1F-D150-7634-C873-06C3CC43D078}"/>
              </a:ext>
            </a:extLst>
          </p:cNvPr>
          <p:cNvSpPr txBox="1"/>
          <p:nvPr/>
        </p:nvSpPr>
        <p:spPr>
          <a:xfrm>
            <a:off x="1293181" y="2753923"/>
            <a:ext cx="3796552" cy="8884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ko-KR"/>
            </a:defPPr>
            <a:lvl1pPr algn="ctr">
              <a:lnSpc>
                <a:spcPct val="120000"/>
              </a:lnSpc>
              <a:defRPr sz="1200" spc="-6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1pPr>
          </a:lstStyle>
          <a:p>
            <a:pPr marL="211021" indent="-211021" algn="l">
              <a:buFont typeface="Arial" panose="020B0604020202020204" pitchFamily="34" charset="0"/>
              <a:buChar char="•"/>
            </a:pPr>
            <a:r>
              <a:rPr lang="ko-KR" altLang="en-US" sz="1477" dirty="0"/>
              <a:t>사업이 커질수록 일이 사람별로 다르게 처리됨</a:t>
            </a:r>
          </a:p>
          <a:p>
            <a:pPr marL="211021" indent="-211021" algn="l">
              <a:buFont typeface="Arial" panose="020B0604020202020204" pitchFamily="34" charset="0"/>
              <a:buChar char="•"/>
            </a:pPr>
            <a:r>
              <a:rPr lang="ko-KR" altLang="en-US" sz="1477" dirty="0"/>
              <a:t>누락</a:t>
            </a:r>
            <a:r>
              <a:rPr lang="en-US" altLang="ko-KR" sz="1477" dirty="0"/>
              <a:t>, </a:t>
            </a:r>
            <a:r>
              <a:rPr lang="ko-KR" altLang="en-US" sz="1477" dirty="0"/>
              <a:t>중복</a:t>
            </a:r>
            <a:r>
              <a:rPr lang="en-US" altLang="ko-KR" sz="1477" dirty="0"/>
              <a:t>, </a:t>
            </a:r>
            <a:r>
              <a:rPr lang="ko-KR" altLang="en-US" sz="1477" dirty="0"/>
              <a:t>판단 오류가 커질 수 있음</a:t>
            </a:r>
          </a:p>
          <a:p>
            <a:pPr marL="211021" indent="-211021" algn="l">
              <a:buFont typeface="Arial" panose="020B0604020202020204" pitchFamily="34" charset="0"/>
              <a:buChar char="•"/>
            </a:pPr>
            <a:r>
              <a:rPr lang="ko-KR" altLang="en-US" sz="1477" dirty="0"/>
              <a:t>조직 전체가 같은 방식으로 생각하고 실행해야 함 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E79C595-0C7A-CB55-E50C-06DE55E4468C}"/>
              </a:ext>
            </a:extLst>
          </p:cNvPr>
          <p:cNvSpPr txBox="1"/>
          <p:nvPr/>
        </p:nvSpPr>
        <p:spPr>
          <a:xfrm>
            <a:off x="645353" y="2305146"/>
            <a:ext cx="5176097" cy="3647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ko-KR"/>
            </a:defPPr>
            <a:lvl1pPr indent="0" algn="ctr">
              <a:lnSpc>
                <a:spcPct val="110000"/>
              </a:lnSpc>
              <a:buFont typeface="Wingdings" panose="05000000000000000000" pitchFamily="2" charset="2"/>
              <a:buNone/>
              <a:defRPr sz="1600" spc="-8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defRPr>
            </a:lvl1pPr>
          </a:lstStyle>
          <a:p>
            <a:r>
              <a:rPr lang="ko-KR" altLang="en-US" sz="1723" dirty="0"/>
              <a:t>업무를 체계적으로 사고하고 실행하게 만드는 공통 프레임 필요</a:t>
            </a:r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874621E4-6853-9C6B-8D29-02B08AF6472B}"/>
              </a:ext>
            </a:extLst>
          </p:cNvPr>
          <p:cNvGrpSpPr/>
          <p:nvPr/>
        </p:nvGrpSpPr>
        <p:grpSpPr>
          <a:xfrm rot="5400000">
            <a:off x="3129205" y="3846347"/>
            <a:ext cx="208394" cy="127846"/>
            <a:chOff x="7276019" y="4585254"/>
            <a:chExt cx="225760" cy="138500"/>
          </a:xfrm>
        </p:grpSpPr>
        <p:sp>
          <p:nvSpPr>
            <p:cNvPr id="52" name="L 도형 51">
              <a:extLst>
                <a:ext uri="{FF2B5EF4-FFF2-40B4-BE49-F238E27FC236}">
                  <a16:creationId xmlns:a16="http://schemas.microsoft.com/office/drawing/2014/main" id="{7D673D94-F7E0-A58E-AB11-3D039BDE127A}"/>
                </a:ext>
              </a:extLst>
            </p:cNvPr>
            <p:cNvSpPr>
              <a:spLocks noChangeAspect="1"/>
            </p:cNvSpPr>
            <p:nvPr/>
          </p:nvSpPr>
          <p:spPr>
            <a:xfrm rot="13552174">
              <a:off x="7276589" y="4584684"/>
              <a:ext cx="138499" cy="139640"/>
            </a:xfrm>
            <a:prstGeom prst="corner">
              <a:avLst>
                <a:gd name="adj1" fmla="val 22023"/>
                <a:gd name="adj2" fmla="val 21458"/>
              </a:avLst>
            </a:prstGeom>
            <a:solidFill>
              <a:schemeClr val="accent5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62" dirty="0">
                <a:latin typeface="Pretendard" panose="02000503000000020004" pitchFamily="50" charset="-127"/>
                <a:ea typeface="Pretendard" panose="02000503000000020004" pitchFamily="50" charset="-127"/>
              </a:endParaRPr>
            </a:p>
          </p:txBody>
        </p:sp>
        <p:sp>
          <p:nvSpPr>
            <p:cNvPr id="53" name="L 도형 52">
              <a:extLst>
                <a:ext uri="{FF2B5EF4-FFF2-40B4-BE49-F238E27FC236}">
                  <a16:creationId xmlns:a16="http://schemas.microsoft.com/office/drawing/2014/main" id="{9CBAAF34-A4CD-DD92-505B-49053001C81F}"/>
                </a:ext>
              </a:extLst>
            </p:cNvPr>
            <p:cNvSpPr>
              <a:spLocks noChangeAspect="1"/>
            </p:cNvSpPr>
            <p:nvPr/>
          </p:nvSpPr>
          <p:spPr>
            <a:xfrm rot="13552174">
              <a:off x="7362709" y="4584685"/>
              <a:ext cx="138499" cy="139640"/>
            </a:xfrm>
            <a:prstGeom prst="corner">
              <a:avLst>
                <a:gd name="adj1" fmla="val 22023"/>
                <a:gd name="adj2" fmla="val 21458"/>
              </a:avLst>
            </a:prstGeom>
            <a:solidFill>
              <a:schemeClr val="accent5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62" dirty="0">
                <a:latin typeface="Pretendard" panose="02000503000000020004" pitchFamily="50" charset="-127"/>
                <a:ea typeface="Pretendard" panose="02000503000000020004" pitchFamily="50" charset="-127"/>
              </a:endParaRPr>
            </a:p>
          </p:txBody>
        </p:sp>
      </p:grpSp>
      <p:sp>
        <p:nvSpPr>
          <p:cNvPr id="54" name="TextBox 53">
            <a:extLst>
              <a:ext uri="{FF2B5EF4-FFF2-40B4-BE49-F238E27FC236}">
                <a16:creationId xmlns:a16="http://schemas.microsoft.com/office/drawing/2014/main" id="{A0FFD4EC-59E8-9E53-C2AB-3ADDFE9F80AF}"/>
              </a:ext>
            </a:extLst>
          </p:cNvPr>
          <p:cNvSpPr txBox="1"/>
          <p:nvPr/>
        </p:nvSpPr>
        <p:spPr>
          <a:xfrm>
            <a:off x="773474" y="4669767"/>
            <a:ext cx="4952281" cy="15762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>
              <a:lnSpc>
                <a:spcPct val="110000"/>
              </a:lnSpc>
              <a:defRPr sz="1100" spc="-3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defRPr>
            </a:lvl1pPr>
          </a:lstStyle>
          <a:p>
            <a:r>
              <a:rPr lang="en-US" altLang="ko-KR" sz="1477" spc="-74" dirty="0"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SUPEX </a:t>
            </a:r>
            <a:r>
              <a:rPr lang="ko-KR" altLang="en-US" sz="1477" spc="-74" dirty="0"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추구도 도입 직후 한동안은 기대한 성과를 내지 못했다</a:t>
            </a:r>
            <a:r>
              <a:rPr lang="en-US" altLang="ko-KR" sz="1477" spc="-74" dirty="0"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. </a:t>
            </a:r>
            <a:r>
              <a:rPr lang="ko-KR" altLang="en-US" sz="1477" spc="-74" dirty="0"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구성원들이</a:t>
            </a:r>
            <a:r>
              <a:rPr lang="en-US" altLang="ko-KR" sz="1477" spc="-74" dirty="0"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</a:t>
            </a:r>
            <a:r>
              <a:rPr lang="ko-KR" altLang="en-US" sz="1477" spc="-74" dirty="0"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명확한 일 처리 방법을 갖고 있지 않거나</a:t>
            </a:r>
            <a:r>
              <a:rPr lang="en-US" altLang="ko-KR" sz="1477" spc="-74" dirty="0"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, </a:t>
            </a:r>
            <a:r>
              <a:rPr lang="ko-KR" altLang="en-US" sz="1477" spc="-74" dirty="0"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있다 하더라도 그 방법들이 </a:t>
            </a:r>
            <a:r>
              <a:rPr lang="en-US" altLang="ko-KR" sz="1477" spc="-74" dirty="0"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SUPEX </a:t>
            </a:r>
            <a:r>
              <a:rPr lang="ko-KR" altLang="en-US" sz="1477" spc="-74" dirty="0"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추구에 적합하지 않기 때문이었다</a:t>
            </a:r>
            <a:r>
              <a:rPr lang="en-US" altLang="ko-KR" sz="1477" spc="-74" dirty="0"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. </a:t>
            </a:r>
          </a:p>
          <a:p>
            <a:r>
              <a:rPr lang="ko-KR" altLang="en-US" sz="1477" spc="-74" dirty="0"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이에 따라 </a:t>
            </a:r>
            <a:r>
              <a:rPr lang="en-US" altLang="ko-KR" sz="1477" b="1" u="sng" spc="-74" dirty="0">
                <a:solidFill>
                  <a:schemeClr val="tx1"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SUPEX </a:t>
            </a:r>
            <a:r>
              <a:rPr lang="ko-KR" altLang="en-US" sz="1477" b="1" u="sng" spc="-74" dirty="0">
                <a:solidFill>
                  <a:schemeClr val="tx1"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추구에 가장 적합한 일 처리 방법으로 「일 처리 </a:t>
            </a:r>
            <a:r>
              <a:rPr lang="en-US" altLang="ko-KR" sz="1477" b="1" u="sng" spc="-74" dirty="0">
                <a:solidFill>
                  <a:schemeClr val="tx1"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5</a:t>
            </a:r>
            <a:r>
              <a:rPr lang="ko-KR" altLang="en-US" sz="1477" b="1" u="sng" spc="-74" dirty="0" err="1">
                <a:solidFill>
                  <a:schemeClr val="tx1"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단계」를</a:t>
            </a:r>
            <a:r>
              <a:rPr lang="ko-KR" altLang="en-US" sz="1477" b="1" u="sng" spc="-74" dirty="0">
                <a:solidFill>
                  <a:schemeClr val="tx1"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만들게 되었다</a:t>
            </a:r>
            <a:r>
              <a:rPr lang="en-US" altLang="ko-KR" sz="1477" b="1" u="sng" spc="-74" dirty="0">
                <a:solidFill>
                  <a:schemeClr val="tx1"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.</a:t>
            </a:r>
          </a:p>
          <a:p>
            <a:r>
              <a:rPr lang="ko-KR" altLang="en-US" sz="1477" spc="-74" dirty="0"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「일 처리 </a:t>
            </a:r>
            <a:r>
              <a:rPr lang="en-US" altLang="ko-KR" sz="1477" spc="-74" dirty="0"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5</a:t>
            </a:r>
            <a:r>
              <a:rPr lang="ko-KR" altLang="en-US" sz="1477" spc="-74" dirty="0" err="1"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단계」를</a:t>
            </a:r>
            <a:r>
              <a:rPr lang="ko-KR" altLang="en-US" sz="1477" spc="-74" dirty="0"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</a:t>
            </a:r>
            <a:r>
              <a:rPr lang="ko-KR" altLang="en-US" sz="1477" spc="-74" dirty="0" err="1"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적용하고부터</a:t>
            </a:r>
            <a:r>
              <a:rPr lang="ko-KR" altLang="en-US" sz="1477" spc="-74" dirty="0"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성과가 나타나기 시작했다</a:t>
            </a:r>
            <a:r>
              <a:rPr lang="en-US" altLang="ko-KR" sz="1477" spc="-74" dirty="0"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518054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CFC7D3-A384-4D7D-7BAC-96C12EFCCF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그룹 43">
            <a:extLst>
              <a:ext uri="{FF2B5EF4-FFF2-40B4-BE49-F238E27FC236}">
                <a16:creationId xmlns:a16="http://schemas.microsoft.com/office/drawing/2014/main" id="{DB463775-6BF0-C638-6C5D-16A2BBE07108}"/>
              </a:ext>
            </a:extLst>
          </p:cNvPr>
          <p:cNvGrpSpPr/>
          <p:nvPr/>
        </p:nvGrpSpPr>
        <p:grpSpPr>
          <a:xfrm>
            <a:off x="414440" y="1715001"/>
            <a:ext cx="4417939" cy="4343121"/>
            <a:chOff x="359908" y="1885043"/>
            <a:chExt cx="3982902" cy="3915452"/>
          </a:xfrm>
        </p:grpSpPr>
        <p:sp>
          <p:nvSpPr>
            <p:cNvPr id="12" name="사각형: 둥근 모서리 11">
              <a:extLst>
                <a:ext uri="{FF2B5EF4-FFF2-40B4-BE49-F238E27FC236}">
                  <a16:creationId xmlns:a16="http://schemas.microsoft.com/office/drawing/2014/main" id="{0EF154D4-82C4-37E7-10E8-196990B87D32}"/>
                </a:ext>
              </a:extLst>
            </p:cNvPr>
            <p:cNvSpPr/>
            <p:nvPr/>
          </p:nvSpPr>
          <p:spPr>
            <a:xfrm>
              <a:off x="359908" y="1885043"/>
              <a:ext cx="3982902" cy="3915452"/>
            </a:xfrm>
            <a:prstGeom prst="roundRect">
              <a:avLst>
                <a:gd name="adj" fmla="val 5997"/>
              </a:avLst>
            </a:prstGeom>
            <a:solidFill>
              <a:srgbClr val="F5F5F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15" dirty="0"/>
            </a:p>
          </p:txBody>
        </p:sp>
        <p:sp>
          <p:nvSpPr>
            <p:cNvPr id="13" name="Rectangle 1">
              <a:extLst>
                <a:ext uri="{FF2B5EF4-FFF2-40B4-BE49-F238E27FC236}">
                  <a16:creationId xmlns:a16="http://schemas.microsoft.com/office/drawing/2014/main" id="{67E8303C-3C73-225B-7305-7A13B8C7D03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74296" y="5411208"/>
              <a:ext cx="1499897" cy="2762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10000"/>
                </a:lnSpc>
              </a:pPr>
              <a:r>
                <a:rPr lang="en-US" altLang="ko-KR" sz="1354" spc="-37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- SKMS 11</a:t>
              </a:r>
              <a:r>
                <a:rPr lang="ko-KR" altLang="en-US" sz="1354" spc="-37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차</a:t>
              </a:r>
              <a:r>
                <a:rPr lang="en-US" altLang="ko-KR" sz="1354" spc="-37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 (2004)</a:t>
              </a:r>
            </a:p>
          </p:txBody>
        </p:sp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B5A37048-470C-39A8-84CA-6922D091518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-2" b="31460"/>
            <a:stretch>
              <a:fillRect/>
            </a:stretch>
          </p:blipFill>
          <p:spPr bwMode="auto">
            <a:xfrm>
              <a:off x="608478" y="2102154"/>
              <a:ext cx="3467800" cy="3185996"/>
            </a:xfrm>
            <a:prstGeom prst="rect">
              <a:avLst/>
            </a:prstGeom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08C1684F-6B02-AC63-518C-5E79F1B53DFE}"/>
                </a:ext>
              </a:extLst>
            </p:cNvPr>
            <p:cNvSpPr/>
            <p:nvPr/>
          </p:nvSpPr>
          <p:spPr>
            <a:xfrm>
              <a:off x="845352" y="3947302"/>
              <a:ext cx="3046775" cy="131211"/>
            </a:xfrm>
            <a:prstGeom prst="rect">
              <a:avLst/>
            </a:prstGeom>
            <a:solidFill>
              <a:srgbClr val="FFC000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215"/>
            </a:p>
          </p:txBody>
        </p:sp>
        <p:sp>
          <p:nvSpPr>
            <p:cNvPr id="28" name="직사각형 27">
              <a:extLst>
                <a:ext uri="{FF2B5EF4-FFF2-40B4-BE49-F238E27FC236}">
                  <a16:creationId xmlns:a16="http://schemas.microsoft.com/office/drawing/2014/main" id="{FFDD079A-BCEC-E499-33A2-CFF1EAD03D70}"/>
                </a:ext>
              </a:extLst>
            </p:cNvPr>
            <p:cNvSpPr/>
            <p:nvPr/>
          </p:nvSpPr>
          <p:spPr>
            <a:xfrm>
              <a:off x="726291" y="4116939"/>
              <a:ext cx="2251438" cy="131211"/>
            </a:xfrm>
            <a:prstGeom prst="rect">
              <a:avLst/>
            </a:prstGeom>
            <a:solidFill>
              <a:srgbClr val="FFC000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215"/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20840250-A786-62E8-C520-CB6C9A0900F6}"/>
                </a:ext>
              </a:extLst>
            </p:cNvPr>
            <p:cNvSpPr/>
            <p:nvPr/>
          </p:nvSpPr>
          <p:spPr>
            <a:xfrm>
              <a:off x="914050" y="2737313"/>
              <a:ext cx="2276389" cy="131211"/>
            </a:xfrm>
            <a:prstGeom prst="rect">
              <a:avLst/>
            </a:prstGeom>
            <a:solidFill>
              <a:srgbClr val="FFC000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215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B981D5FC-A70D-034B-D809-AFA50F0CCBE6}"/>
              </a:ext>
            </a:extLst>
          </p:cNvPr>
          <p:cNvSpPr txBox="1"/>
          <p:nvPr/>
        </p:nvSpPr>
        <p:spPr>
          <a:xfrm>
            <a:off x="652537" y="-499299"/>
            <a:ext cx="3731471" cy="4037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ko-KR"/>
            </a:defPPr>
            <a:lvl1pPr>
              <a:lnSpc>
                <a:spcPct val="110000"/>
              </a:lnSpc>
              <a:defRPr sz="1600" spc="-6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defRPr>
            </a:lvl1pPr>
          </a:lstStyle>
          <a:p>
            <a:r>
              <a:rPr lang="en-US" altLang="ko-KR" sz="1969" dirty="0"/>
              <a:t>SUPEX </a:t>
            </a:r>
            <a:r>
              <a:rPr lang="ko-KR" altLang="en-US" sz="1969" dirty="0"/>
              <a:t>추구 실행 체계</a:t>
            </a:r>
            <a:r>
              <a:rPr lang="en-US" altLang="ko-KR" sz="1969" dirty="0"/>
              <a:t>: </a:t>
            </a:r>
            <a:r>
              <a:rPr lang="ko-KR" altLang="en-US" sz="1969" dirty="0" err="1"/>
              <a:t>일처리</a:t>
            </a:r>
            <a:r>
              <a:rPr lang="ko-KR" altLang="en-US" sz="1969" dirty="0"/>
              <a:t> </a:t>
            </a:r>
            <a:r>
              <a:rPr lang="en-US" altLang="ko-KR" sz="1969" dirty="0"/>
              <a:t>5</a:t>
            </a:r>
            <a:r>
              <a:rPr lang="ko-KR" altLang="en-US" sz="1969" dirty="0"/>
              <a:t>단계</a:t>
            </a:r>
            <a:endParaRPr lang="en-US" sz="1969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D426398-2D17-832A-2080-771000B8100B}"/>
              </a:ext>
            </a:extLst>
          </p:cNvPr>
          <p:cNvSpPr/>
          <p:nvPr/>
        </p:nvSpPr>
        <p:spPr>
          <a:xfrm>
            <a:off x="237189" y="-460109"/>
            <a:ext cx="354501" cy="35450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231" spc="25" dirty="0">
                <a:latin typeface="Montserrat ExtraBold" panose="00000900000000000000" pitchFamily="2" charset="0"/>
              </a:rPr>
              <a:t>4</a:t>
            </a:r>
          </a:p>
        </p:txBody>
      </p:sp>
      <p:sp>
        <p:nvSpPr>
          <p:cNvPr id="14" name="텍스트 개체 틀 3">
            <a:extLst>
              <a:ext uri="{FF2B5EF4-FFF2-40B4-BE49-F238E27FC236}">
                <a16:creationId xmlns:a16="http://schemas.microsoft.com/office/drawing/2014/main" id="{D3BA6FAC-B2FE-76E6-0F9D-6F5F93D362DC}"/>
              </a:ext>
            </a:extLst>
          </p:cNvPr>
          <p:cNvSpPr txBox="1">
            <a:spLocks/>
          </p:cNvSpPr>
          <p:nvPr/>
        </p:nvSpPr>
        <p:spPr>
          <a:xfrm>
            <a:off x="2069518" y="361658"/>
            <a:ext cx="8117928" cy="389209"/>
          </a:xfrm>
          <a:prstGeom prst="rect">
            <a:avLst/>
          </a:prstGeom>
          <a:noFill/>
        </p:spPr>
        <p:txBody>
          <a:bodyPr vert="horz" wrap="none" lIns="0" tIns="0" rIns="0" bIns="0" rtlCol="0" anchor="t" anchorCtr="0">
            <a:spAutoFit/>
          </a:bodyPr>
          <a:lstStyle>
            <a:lvl1pPr marL="0" indent="0" algn="ctr" defTabSz="685800" rtl="0" eaLnBrk="1" latinLnBrk="0" hangingPunct="1">
              <a:spcBef>
                <a:spcPts val="0"/>
              </a:spcBef>
              <a:buFont typeface="Wingdings" panose="05000000000000000000" pitchFamily="2" charset="2"/>
              <a:buNone/>
              <a:defRPr lang="ko-KR" altLang="en-US" sz="1800" b="1" kern="1200" baseline="0" dirty="0" smtClean="0">
                <a:solidFill>
                  <a:schemeClr val="accent6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1pPr>
            <a:lvl2pPr marL="130969" indent="0" algn="l" defTabSz="685800" rtl="0" eaLnBrk="1" latinLnBrk="0" hangingPunct="1">
              <a:spcBef>
                <a:spcPts val="0"/>
              </a:spcBef>
              <a:buFont typeface="Arial" panose="020B0604020202020204" pitchFamily="34" charset="0"/>
              <a:buNone/>
              <a:defRPr sz="1350" kern="120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2pPr>
            <a:lvl3pPr marL="403622" indent="-130969" algn="l" defTabSz="685800" rtl="0" eaLnBrk="1" latinLnBrk="0" hangingPunct="1">
              <a:spcBef>
                <a:spcPts val="0"/>
              </a:spcBef>
              <a:buFont typeface="바탕" panose="02030600000101010101" pitchFamily="18" charset="-127"/>
              <a:buChar char="∙"/>
              <a:defRPr sz="1350" kern="120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3pPr>
            <a:lvl4pPr marL="12001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15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5430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15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18859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defTabSz="1125444" latinLnBrk="1">
              <a:lnSpc>
                <a:spcPct val="110000"/>
              </a:lnSpc>
            </a:pPr>
            <a:r>
              <a:rPr lang="ko-KR" altLang="en-US" sz="2462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입체적 분석과 지적 몰입을 통해</a:t>
            </a:r>
            <a:r>
              <a:rPr lang="en-US" altLang="ko-KR" sz="2462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 SUPEX</a:t>
            </a:r>
            <a:r>
              <a:rPr lang="ko-KR" altLang="en-US" sz="2462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를 </a:t>
            </a:r>
            <a:r>
              <a:rPr lang="en-US" altLang="ko-KR" sz="2462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 </a:t>
            </a:r>
            <a:r>
              <a:rPr lang="ko-KR" altLang="en-US" sz="2462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달성하는 </a:t>
            </a:r>
            <a:r>
              <a:rPr lang="en-US" altLang="ko-KR" sz="2462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5</a:t>
            </a:r>
            <a:r>
              <a:rPr lang="ko-KR" altLang="en-US" sz="2462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단계 실행 체계</a:t>
            </a:r>
          </a:p>
        </p:txBody>
      </p:sp>
      <p:sp>
        <p:nvSpPr>
          <p:cNvPr id="25" name="슬라이드 번호 개체 틀 24">
            <a:extLst>
              <a:ext uri="{FF2B5EF4-FFF2-40B4-BE49-F238E27FC236}">
                <a16:creationId xmlns:a16="http://schemas.microsoft.com/office/drawing/2014/main" id="{6607E731-A20E-A699-270B-A5678340EAFB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3DFBBC6A-3425-4C62-80BA-0DDE16A15D08}" type="slidenum">
              <a:rPr lang="ko-KR" altLang="en-US" smtClean="0"/>
              <a:pPr/>
              <a:t>28</a:t>
            </a:fld>
            <a:endParaRPr lang="ko-KR" altLang="en-US" dirty="0"/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3B0B2775-BEB6-DD16-73AC-E08DF16577F9}"/>
              </a:ext>
            </a:extLst>
          </p:cNvPr>
          <p:cNvGrpSpPr/>
          <p:nvPr/>
        </p:nvGrpSpPr>
        <p:grpSpPr>
          <a:xfrm>
            <a:off x="4681092" y="1581404"/>
            <a:ext cx="7376548" cy="5614800"/>
            <a:chOff x="3803387" y="1927828"/>
            <a:chExt cx="5993445" cy="4562025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E0BE5762-799D-EB7D-FFCF-E07C23EBC996}"/>
                </a:ext>
              </a:extLst>
            </p:cNvPr>
            <p:cNvSpPr txBox="1"/>
            <p:nvPr/>
          </p:nvSpPr>
          <p:spPr>
            <a:xfrm>
              <a:off x="5806677" y="1927828"/>
              <a:ext cx="3577542" cy="5002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ko-KR"/>
              </a:defPPr>
              <a:lvl1pPr algn="ctr">
                <a:lnSpc>
                  <a:spcPct val="120000"/>
                </a:lnSpc>
                <a:defRPr sz="1200" spc="-6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defRPr>
              </a:lvl1pPr>
            </a:lstStyle>
            <a:p>
              <a:pPr algn="l"/>
              <a:r>
                <a:rPr lang="ko-KR" altLang="en-US" sz="1477" dirty="0">
                  <a:solidFill>
                    <a:schemeClr val="tx1"/>
                  </a:solidFill>
                </a:rPr>
                <a:t>모든 일이 입체적으로 구성돼 있다는 관점에서 자신 위치 파악</a:t>
              </a:r>
              <a:br>
                <a:rPr lang="en-US" altLang="ko-KR" sz="1477" dirty="0">
                  <a:solidFill>
                    <a:schemeClr val="tx1"/>
                  </a:solidFill>
                </a:rPr>
              </a:br>
              <a:r>
                <a:rPr lang="en-US" altLang="ko-KR" sz="1477" dirty="0">
                  <a:solidFill>
                    <a:schemeClr val="tx1"/>
                  </a:solidFill>
                </a:rPr>
                <a:t>  </a:t>
              </a:r>
              <a:r>
                <a:rPr lang="en-US" altLang="ko-KR" sz="1354" dirty="0"/>
                <a:t>1) Mission</a:t>
              </a:r>
              <a:r>
                <a:rPr lang="ko-KR" altLang="en-US" sz="1354" dirty="0"/>
                <a:t> 명확화</a:t>
              </a:r>
              <a:r>
                <a:rPr lang="en-US" altLang="ko-KR" sz="1354" dirty="0"/>
                <a:t>  2) </a:t>
              </a:r>
              <a:r>
                <a:rPr lang="ko-KR" altLang="en-US" sz="1354" dirty="0"/>
                <a:t>환경 분석 </a:t>
              </a:r>
              <a:r>
                <a:rPr lang="en-US" altLang="ko-KR" sz="1231" dirty="0"/>
                <a:t>(SWOT </a:t>
              </a:r>
              <a:r>
                <a:rPr lang="ko-KR" altLang="en-US" sz="1231" dirty="0"/>
                <a:t>등</a:t>
              </a:r>
              <a:r>
                <a:rPr lang="en-US" altLang="ko-KR" sz="1231" dirty="0"/>
                <a:t>)</a:t>
              </a:r>
              <a:endParaRPr lang="ko-KR" altLang="en-US" sz="1292" b="1" u="sng" dirty="0">
                <a:solidFill>
                  <a:schemeClr val="tx1"/>
                </a:solidFill>
              </a:endParaRPr>
            </a:p>
          </p:txBody>
        </p:sp>
        <p:grpSp>
          <p:nvGrpSpPr>
            <p:cNvPr id="43" name="그룹 42">
              <a:extLst>
                <a:ext uri="{FF2B5EF4-FFF2-40B4-BE49-F238E27FC236}">
                  <a16:creationId xmlns:a16="http://schemas.microsoft.com/office/drawing/2014/main" id="{8112AAD8-DEFF-54F5-943A-38438FD6FFF5}"/>
                </a:ext>
              </a:extLst>
            </p:cNvPr>
            <p:cNvGrpSpPr/>
            <p:nvPr/>
          </p:nvGrpSpPr>
          <p:grpSpPr>
            <a:xfrm>
              <a:off x="4268530" y="1943068"/>
              <a:ext cx="1368940" cy="4101498"/>
              <a:chOff x="4960930" y="1699121"/>
              <a:chExt cx="1368940" cy="4326152"/>
            </a:xfrm>
          </p:grpSpPr>
          <p:sp>
            <p:nvSpPr>
              <p:cNvPr id="23" name="화살표: 오른쪽 22">
                <a:extLst>
                  <a:ext uri="{FF2B5EF4-FFF2-40B4-BE49-F238E27FC236}">
                    <a16:creationId xmlns:a16="http://schemas.microsoft.com/office/drawing/2014/main" id="{75C45C46-C654-3FC8-2729-7CDCA082697E}"/>
                  </a:ext>
                </a:extLst>
              </p:cNvPr>
              <p:cNvSpPr/>
              <p:nvPr/>
            </p:nvSpPr>
            <p:spPr>
              <a:xfrm rot="5400000">
                <a:off x="3658948" y="3687077"/>
                <a:ext cx="3997790" cy="678602"/>
              </a:xfrm>
              <a:prstGeom prst="rightArrow">
                <a:avLst>
                  <a:gd name="adj1" fmla="val 50000"/>
                  <a:gd name="adj2" fmla="val 38771"/>
                </a:avLst>
              </a:prstGeom>
              <a:gradFill>
                <a:gsLst>
                  <a:gs pos="0">
                    <a:schemeClr val="bg1"/>
                  </a:gs>
                  <a:gs pos="86000">
                    <a:srgbClr val="A6A6A6"/>
                  </a:gs>
                </a:gsLst>
                <a:lin ang="0" scaled="0"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2215"/>
              </a:p>
            </p:txBody>
          </p:sp>
          <p:sp>
            <p:nvSpPr>
              <p:cNvPr id="16" name="사각형: 둥근 모서리 15">
                <a:extLst>
                  <a:ext uri="{FF2B5EF4-FFF2-40B4-BE49-F238E27FC236}">
                    <a16:creationId xmlns:a16="http://schemas.microsoft.com/office/drawing/2014/main" id="{4AADAA96-F5D6-A53A-99E8-215A05DFB956}"/>
                  </a:ext>
                </a:extLst>
              </p:cNvPr>
              <p:cNvSpPr/>
              <p:nvPr/>
            </p:nvSpPr>
            <p:spPr>
              <a:xfrm>
                <a:off x="4960930" y="1699121"/>
                <a:ext cx="1368940" cy="550303"/>
              </a:xfrm>
              <a:prstGeom prst="roundRect">
                <a:avLst>
                  <a:gd name="adj" fmla="val 12921"/>
                </a:avLst>
              </a:prstGeom>
              <a:solidFill>
                <a:schemeClr val="bg1"/>
              </a:solidFill>
              <a:ln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477" b="1" dirty="0">
                    <a:solidFill>
                      <a:schemeClr val="tx1"/>
                    </a:solidFill>
                  </a:rPr>
                  <a:t>입체적 </a:t>
                </a:r>
                <a:endParaRPr lang="en-US" altLang="ko-KR" sz="1477" b="1" dirty="0">
                  <a:solidFill>
                    <a:schemeClr val="tx1"/>
                  </a:solidFill>
                </a:endParaRPr>
              </a:p>
              <a:p>
                <a:pPr algn="ctr"/>
                <a:r>
                  <a:rPr lang="en-US" altLang="ko-KR" sz="1477" b="1" dirty="0">
                    <a:solidFill>
                      <a:schemeClr val="tx1"/>
                    </a:solidFill>
                  </a:rPr>
                  <a:t>Location </a:t>
                </a:r>
                <a:r>
                  <a:rPr lang="ko-KR" altLang="en-US" sz="1477" b="1" dirty="0">
                    <a:solidFill>
                      <a:schemeClr val="tx1"/>
                    </a:solidFill>
                  </a:rPr>
                  <a:t>파악</a:t>
                </a:r>
                <a:endParaRPr lang="en-US" sz="1477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사각형: 둥근 모서리 17">
                <a:extLst>
                  <a:ext uri="{FF2B5EF4-FFF2-40B4-BE49-F238E27FC236}">
                    <a16:creationId xmlns:a16="http://schemas.microsoft.com/office/drawing/2014/main" id="{859589D9-BC79-60FB-C687-23B2EEDE2BDC}"/>
                  </a:ext>
                </a:extLst>
              </p:cNvPr>
              <p:cNvSpPr/>
              <p:nvPr/>
            </p:nvSpPr>
            <p:spPr>
              <a:xfrm>
                <a:off x="4960930" y="2527488"/>
                <a:ext cx="1368940" cy="550303"/>
              </a:xfrm>
              <a:prstGeom prst="roundRect">
                <a:avLst>
                  <a:gd name="adj" fmla="val 12921"/>
                </a:avLst>
              </a:prstGeom>
              <a:solidFill>
                <a:schemeClr val="bg1"/>
              </a:solidFill>
              <a:ln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77" b="1" dirty="0">
                    <a:solidFill>
                      <a:schemeClr val="tx1"/>
                    </a:solidFill>
                  </a:rPr>
                  <a:t>KFS* </a:t>
                </a:r>
                <a:r>
                  <a:rPr lang="ko-KR" altLang="en-US" sz="1477" b="1" dirty="0">
                    <a:solidFill>
                      <a:schemeClr val="tx1"/>
                    </a:solidFill>
                  </a:rPr>
                  <a:t>추출</a:t>
                </a:r>
                <a:endParaRPr lang="en-US" sz="1477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사각형: 둥근 모서리 18">
                <a:extLst>
                  <a:ext uri="{FF2B5EF4-FFF2-40B4-BE49-F238E27FC236}">
                    <a16:creationId xmlns:a16="http://schemas.microsoft.com/office/drawing/2014/main" id="{A264D3B8-2AA3-8A6E-3E5E-5AD626A6D18B}"/>
                  </a:ext>
                </a:extLst>
              </p:cNvPr>
              <p:cNvSpPr/>
              <p:nvPr/>
            </p:nvSpPr>
            <p:spPr>
              <a:xfrm>
                <a:off x="4960930" y="3355706"/>
                <a:ext cx="1368940" cy="550303"/>
              </a:xfrm>
              <a:prstGeom prst="roundRect">
                <a:avLst>
                  <a:gd name="adj" fmla="val 12921"/>
                </a:avLst>
              </a:prstGeom>
              <a:solidFill>
                <a:schemeClr val="bg1"/>
              </a:solidFill>
              <a:ln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477" b="1">
                    <a:solidFill>
                      <a:schemeClr val="tx1"/>
                    </a:solidFill>
                  </a:rPr>
                  <a:t>목표 수준 설정</a:t>
                </a:r>
                <a:endParaRPr lang="en-US" sz="1477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사각형: 둥근 모서리 19">
                <a:extLst>
                  <a:ext uri="{FF2B5EF4-FFF2-40B4-BE49-F238E27FC236}">
                    <a16:creationId xmlns:a16="http://schemas.microsoft.com/office/drawing/2014/main" id="{320F5465-32FC-0606-5A4C-BABB16570299}"/>
                  </a:ext>
                </a:extLst>
              </p:cNvPr>
              <p:cNvSpPr/>
              <p:nvPr/>
            </p:nvSpPr>
            <p:spPr>
              <a:xfrm>
                <a:off x="4960930" y="4183924"/>
                <a:ext cx="1368940" cy="550303"/>
              </a:xfrm>
              <a:prstGeom prst="roundRect">
                <a:avLst>
                  <a:gd name="adj" fmla="val 12921"/>
                </a:avLst>
              </a:prstGeom>
              <a:solidFill>
                <a:schemeClr val="bg1"/>
              </a:solidFill>
              <a:ln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477" b="1">
                    <a:solidFill>
                      <a:schemeClr val="tx1"/>
                    </a:solidFill>
                  </a:rPr>
                  <a:t>장애요인 도출</a:t>
                </a:r>
                <a:endParaRPr lang="en-US" sz="1477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사각형: 둥근 모서리 20">
                <a:extLst>
                  <a:ext uri="{FF2B5EF4-FFF2-40B4-BE49-F238E27FC236}">
                    <a16:creationId xmlns:a16="http://schemas.microsoft.com/office/drawing/2014/main" id="{9E381163-A032-B5F7-679F-538E57159E73}"/>
                  </a:ext>
                </a:extLst>
              </p:cNvPr>
              <p:cNvSpPr/>
              <p:nvPr/>
            </p:nvSpPr>
            <p:spPr>
              <a:xfrm>
                <a:off x="4960930" y="5012142"/>
                <a:ext cx="1368940" cy="550303"/>
              </a:xfrm>
              <a:prstGeom prst="roundRect">
                <a:avLst>
                  <a:gd name="adj" fmla="val 12921"/>
                </a:avLst>
              </a:prstGeom>
              <a:solidFill>
                <a:schemeClr val="bg1"/>
              </a:solidFill>
              <a:ln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477" b="1" dirty="0">
                    <a:solidFill>
                      <a:schemeClr val="tx1"/>
                    </a:solidFill>
                  </a:rPr>
                  <a:t>장애요인 제거 방안</a:t>
                </a:r>
                <a:endParaRPr lang="en-US" altLang="ko-KR" sz="1477" b="1" dirty="0">
                  <a:solidFill>
                    <a:schemeClr val="tx1"/>
                  </a:solidFill>
                </a:endParaRPr>
              </a:p>
              <a:p>
                <a:pPr algn="ctr"/>
                <a:r>
                  <a:rPr lang="ko-KR" altLang="en-US" sz="1477" b="1" dirty="0">
                    <a:solidFill>
                      <a:schemeClr val="tx1"/>
                    </a:solidFill>
                  </a:rPr>
                  <a:t>수립 및 실행</a:t>
                </a:r>
                <a:endParaRPr lang="en-US" sz="1477" b="1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C6CD5BE9-EEC7-3BE1-85B9-7B79724DDFB2}"/>
                </a:ext>
              </a:extLst>
            </p:cNvPr>
            <p:cNvSpPr txBox="1"/>
            <p:nvPr/>
          </p:nvSpPr>
          <p:spPr>
            <a:xfrm>
              <a:off x="5806677" y="2693980"/>
              <a:ext cx="3759363" cy="5002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ko-KR"/>
              </a:defPPr>
              <a:lvl1pPr algn="ctr">
                <a:lnSpc>
                  <a:spcPct val="120000"/>
                </a:lnSpc>
                <a:defRPr sz="1200" spc="-6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defRPr>
              </a:lvl1pPr>
            </a:lstStyle>
            <a:p>
              <a:pPr algn="l"/>
              <a:r>
                <a:rPr lang="en-US" altLang="ko-KR" sz="1477" dirty="0">
                  <a:solidFill>
                    <a:schemeClr val="tx1"/>
                  </a:solidFill>
                </a:rPr>
                <a:t>Better Company </a:t>
              </a:r>
              <a:r>
                <a:rPr lang="ko-KR" altLang="en-US" sz="1477" dirty="0">
                  <a:solidFill>
                    <a:schemeClr val="tx1"/>
                  </a:solidFill>
                </a:rPr>
                <a:t>목표 달성 위해 해야 할 핵심이 되는 과제 추출</a:t>
              </a:r>
              <a:br>
                <a:rPr lang="en-US" altLang="ko-KR" sz="1477" dirty="0">
                  <a:solidFill>
                    <a:schemeClr val="tx1"/>
                  </a:solidFill>
                </a:rPr>
              </a:br>
              <a:r>
                <a:rPr lang="en-US" altLang="ko-KR" sz="1477" dirty="0">
                  <a:solidFill>
                    <a:schemeClr val="tx1"/>
                  </a:solidFill>
                </a:rPr>
                <a:t>  </a:t>
              </a:r>
              <a:r>
                <a:rPr lang="en-US" altLang="ko-KR" sz="1354" dirty="0"/>
                <a:t>1) </a:t>
              </a:r>
              <a:r>
                <a:rPr lang="ko-KR" altLang="en-US" sz="1354" dirty="0"/>
                <a:t>핵심 과제 도출</a:t>
              </a:r>
              <a:r>
                <a:rPr lang="en-US" altLang="ko-KR" sz="1354" dirty="0"/>
                <a:t>  2) </a:t>
              </a:r>
              <a:r>
                <a:rPr lang="ko-KR" altLang="en-US" sz="1354" dirty="0"/>
                <a:t>계량적 측정 방법 고려</a:t>
              </a:r>
              <a:endParaRPr lang="ko-KR" altLang="en-US" sz="1477" b="1" u="sng" dirty="0">
                <a:solidFill>
                  <a:schemeClr val="tx1"/>
                </a:solidFill>
              </a:endParaRP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B9015E00-AAAF-CFDE-0845-A7345035C20C}"/>
                </a:ext>
              </a:extLst>
            </p:cNvPr>
            <p:cNvSpPr txBox="1"/>
            <p:nvPr/>
          </p:nvSpPr>
          <p:spPr>
            <a:xfrm>
              <a:off x="8152832" y="5984105"/>
              <a:ext cx="1276391" cy="22777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ko-KR"/>
              </a:defPPr>
              <a:lvl1pPr algn="ctr">
                <a:lnSpc>
                  <a:spcPct val="120000"/>
                </a:lnSpc>
                <a:defRPr sz="1200" spc="-6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defRPr>
              </a:lvl1pPr>
            </a:lstStyle>
            <a:p>
              <a:pPr algn="l"/>
              <a:r>
                <a:rPr lang="en-US" altLang="ko-KR" sz="1108" i="1" dirty="0"/>
                <a:t>* Key Factor for Success</a:t>
              </a:r>
              <a:endParaRPr lang="ko-KR" altLang="en-US" sz="1108" b="1" i="1" u="sng" dirty="0">
                <a:solidFill>
                  <a:schemeClr val="tx1"/>
                </a:solidFill>
              </a:endParaRP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530A277E-EFC9-788E-36B4-E4433B58A86E}"/>
                </a:ext>
              </a:extLst>
            </p:cNvPr>
            <p:cNvSpPr txBox="1"/>
            <p:nvPr/>
          </p:nvSpPr>
          <p:spPr>
            <a:xfrm>
              <a:off x="5806677" y="3485628"/>
              <a:ext cx="3677569" cy="5002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ko-KR"/>
              </a:defPPr>
              <a:lvl1pPr algn="ctr">
                <a:lnSpc>
                  <a:spcPct val="120000"/>
                </a:lnSpc>
                <a:defRPr sz="1200" spc="-6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defRPr>
              </a:lvl1pPr>
            </a:lstStyle>
            <a:p>
              <a:pPr algn="l"/>
              <a:r>
                <a:rPr lang="en-US" altLang="ko-KR" sz="1477" dirty="0">
                  <a:solidFill>
                    <a:schemeClr val="tx1"/>
                  </a:solidFill>
                </a:rPr>
                <a:t>SUPEX</a:t>
              </a:r>
              <a:r>
                <a:rPr lang="ko-KR" altLang="en-US" sz="1477" dirty="0">
                  <a:solidFill>
                    <a:schemeClr val="tx1"/>
                  </a:solidFill>
                </a:rPr>
                <a:t>한 </a:t>
              </a:r>
              <a:r>
                <a:rPr lang="en-US" altLang="ko-KR" sz="1477" dirty="0">
                  <a:solidFill>
                    <a:schemeClr val="tx1"/>
                  </a:solidFill>
                </a:rPr>
                <a:t>KFS</a:t>
              </a:r>
              <a:r>
                <a:rPr lang="ko-KR" altLang="en-US" sz="1477" dirty="0">
                  <a:solidFill>
                    <a:schemeClr val="tx1"/>
                  </a:solidFill>
                </a:rPr>
                <a:t>의 목표 수준을 설정</a:t>
              </a:r>
              <a:br>
                <a:rPr lang="en-US" altLang="ko-KR" sz="1477" dirty="0">
                  <a:solidFill>
                    <a:schemeClr val="tx1"/>
                  </a:solidFill>
                </a:rPr>
              </a:br>
              <a:r>
                <a:rPr lang="en-US" altLang="ko-KR" sz="1477" dirty="0">
                  <a:solidFill>
                    <a:schemeClr val="tx1"/>
                  </a:solidFill>
                </a:rPr>
                <a:t>  </a:t>
              </a:r>
              <a:r>
                <a:rPr lang="en-US" altLang="ko-KR" sz="1354" dirty="0"/>
                <a:t>1) SUPEX </a:t>
              </a:r>
              <a:r>
                <a:rPr lang="ko-KR" altLang="en-US" sz="1354" dirty="0"/>
                <a:t>수준 및 </a:t>
              </a:r>
              <a:r>
                <a:rPr lang="en-US" altLang="ko-KR" sz="1354" dirty="0" err="1"/>
                <a:t>CbA</a:t>
              </a:r>
              <a:r>
                <a:rPr lang="en-US" altLang="ko-KR" sz="1354" dirty="0"/>
                <a:t>** </a:t>
              </a:r>
              <a:r>
                <a:rPr lang="ko-KR" altLang="en-US" sz="1354" dirty="0"/>
                <a:t>수준 설정</a:t>
              </a:r>
              <a:r>
                <a:rPr lang="en-US" altLang="ko-KR" sz="1354" dirty="0"/>
                <a:t>  2) </a:t>
              </a:r>
              <a:r>
                <a:rPr lang="ko-KR" altLang="en-US" sz="1354" dirty="0"/>
                <a:t>구성원 합의 목표 수준 결정</a:t>
              </a:r>
              <a:endParaRPr lang="ko-KR" altLang="en-US" sz="1477" b="1" u="sng" dirty="0">
                <a:solidFill>
                  <a:schemeClr val="tx1"/>
                </a:solidFill>
              </a:endParaRP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835705CB-02B9-6E4C-D0C3-B0613114DBC7}"/>
                </a:ext>
              </a:extLst>
            </p:cNvPr>
            <p:cNvSpPr txBox="1"/>
            <p:nvPr/>
          </p:nvSpPr>
          <p:spPr>
            <a:xfrm>
              <a:off x="8152832" y="6159391"/>
              <a:ext cx="1506923" cy="22777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ko-KR"/>
              </a:defPPr>
              <a:lvl1pPr algn="ctr">
                <a:lnSpc>
                  <a:spcPct val="120000"/>
                </a:lnSpc>
                <a:defRPr sz="1200" spc="-6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defRPr>
              </a:lvl1pPr>
            </a:lstStyle>
            <a:p>
              <a:pPr algn="l"/>
              <a:r>
                <a:rPr lang="en-US" altLang="ko-KR" sz="1108" i="1" dirty="0"/>
                <a:t>** Challenging but Achievable</a:t>
              </a:r>
              <a:endParaRPr lang="ko-KR" altLang="en-US" sz="1108" b="1" i="1" u="sng" dirty="0">
                <a:solidFill>
                  <a:schemeClr val="tx1"/>
                </a:solidFill>
              </a:endParaRP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449E9760-AC16-35B5-7FF4-8BB947BE5BCF}"/>
                </a:ext>
              </a:extLst>
            </p:cNvPr>
            <p:cNvSpPr txBox="1"/>
            <p:nvPr/>
          </p:nvSpPr>
          <p:spPr>
            <a:xfrm>
              <a:off x="5806677" y="4277276"/>
              <a:ext cx="3573635" cy="5002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ko-KR"/>
              </a:defPPr>
              <a:lvl1pPr algn="ctr">
                <a:lnSpc>
                  <a:spcPct val="120000"/>
                </a:lnSpc>
                <a:defRPr sz="1200" spc="-6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defRPr>
              </a:lvl1pPr>
            </a:lstStyle>
            <a:p>
              <a:pPr algn="l"/>
              <a:r>
                <a:rPr lang="ko-KR" altLang="en-US" sz="1477" dirty="0">
                  <a:solidFill>
                    <a:schemeClr val="tx1"/>
                  </a:solidFill>
                </a:rPr>
                <a:t>목표 수준에 도달하는 데 장애가 되는 요인을 모두 파악</a:t>
              </a:r>
              <a:br>
                <a:rPr lang="en-US" altLang="ko-KR" sz="1477" dirty="0">
                  <a:solidFill>
                    <a:schemeClr val="tx1"/>
                  </a:solidFill>
                </a:rPr>
              </a:br>
              <a:r>
                <a:rPr lang="en-US" altLang="ko-KR" sz="1477" dirty="0">
                  <a:solidFill>
                    <a:schemeClr val="tx1"/>
                  </a:solidFill>
                </a:rPr>
                <a:t>  </a:t>
              </a:r>
              <a:r>
                <a:rPr lang="en-US" altLang="ko-KR" sz="1354" dirty="0"/>
                <a:t>1) </a:t>
              </a:r>
              <a:r>
                <a:rPr lang="ko-KR" altLang="en-US" sz="1354" dirty="0"/>
                <a:t>문제의 명확화  </a:t>
              </a:r>
              <a:r>
                <a:rPr lang="en-US" altLang="ko-KR" sz="1354" dirty="0"/>
                <a:t>2) </a:t>
              </a:r>
              <a:r>
                <a:rPr lang="ko-KR" altLang="en-US" sz="1354" dirty="0"/>
                <a:t>가능한 모든 장애요인 도출  </a:t>
              </a:r>
              <a:r>
                <a:rPr lang="en-US" altLang="ko-KR" sz="1354" dirty="0"/>
                <a:t>3) </a:t>
              </a:r>
              <a:r>
                <a:rPr lang="ko-KR" altLang="en-US" sz="1354" dirty="0"/>
                <a:t>우선순위 결정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5E08B1A0-1807-B6D0-46A9-2E6E3EEF1624}"/>
                </a:ext>
              </a:extLst>
            </p:cNvPr>
            <p:cNvSpPr txBox="1"/>
            <p:nvPr/>
          </p:nvSpPr>
          <p:spPr>
            <a:xfrm>
              <a:off x="5806677" y="5056045"/>
              <a:ext cx="3990155" cy="5002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ko-KR"/>
              </a:defPPr>
              <a:lvl1pPr algn="ctr">
                <a:lnSpc>
                  <a:spcPct val="120000"/>
                </a:lnSpc>
                <a:defRPr sz="1200" spc="-6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defRPr>
              </a:lvl1pPr>
            </a:lstStyle>
            <a:p>
              <a:pPr algn="l"/>
              <a:r>
                <a:rPr lang="ko-KR" altLang="en-US" sz="1477" dirty="0">
                  <a:solidFill>
                    <a:schemeClr val="tx1"/>
                  </a:solidFill>
                </a:rPr>
                <a:t>최고의 두뇌활동을 요구하는 것으로</a:t>
              </a:r>
              <a:r>
                <a:rPr lang="en-US" altLang="ko-KR" sz="1477" dirty="0">
                  <a:solidFill>
                    <a:schemeClr val="tx1"/>
                  </a:solidFill>
                </a:rPr>
                <a:t>, </a:t>
              </a:r>
              <a:r>
                <a:rPr lang="ko-KR" altLang="en-US" sz="1477" dirty="0">
                  <a:solidFill>
                    <a:schemeClr val="tx1"/>
                  </a:solidFill>
                </a:rPr>
                <a:t>경영 성과와 직결되는 실천 단계</a:t>
              </a:r>
              <a:br>
                <a:rPr lang="en-US" altLang="ko-KR" sz="1477" dirty="0">
                  <a:solidFill>
                    <a:schemeClr val="tx1"/>
                  </a:solidFill>
                </a:rPr>
              </a:br>
              <a:r>
                <a:rPr lang="en-US" altLang="ko-KR" sz="1477" dirty="0">
                  <a:solidFill>
                    <a:schemeClr val="tx1"/>
                  </a:solidFill>
                </a:rPr>
                <a:t>  </a:t>
              </a:r>
              <a:r>
                <a:rPr lang="en-US" altLang="ko-KR" sz="1354" dirty="0"/>
                <a:t>1) </a:t>
              </a:r>
              <a:r>
                <a:rPr lang="ko-KR" altLang="en-US" sz="1354" dirty="0"/>
                <a:t>장애요인 제거 방안 수립</a:t>
              </a:r>
              <a:r>
                <a:rPr lang="en-US" altLang="ko-KR" sz="1354" dirty="0"/>
                <a:t>  2) </a:t>
              </a:r>
              <a:r>
                <a:rPr lang="ko-KR" altLang="en-US" sz="1354" dirty="0"/>
                <a:t>제거 활동 실행  </a:t>
              </a:r>
              <a:r>
                <a:rPr lang="en-US" altLang="ko-KR" sz="1354" dirty="0"/>
                <a:t>3) </a:t>
              </a:r>
              <a:r>
                <a:rPr lang="ko-KR" altLang="en-US" sz="1354" dirty="0"/>
                <a:t>실행 평가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D1007DF3-6508-A6B6-2F91-AEC76EC668D4}"/>
                </a:ext>
              </a:extLst>
            </p:cNvPr>
            <p:cNvSpPr txBox="1"/>
            <p:nvPr/>
          </p:nvSpPr>
          <p:spPr>
            <a:xfrm>
              <a:off x="3803387" y="6098600"/>
              <a:ext cx="2283981" cy="39125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indent="0" algn="r">
                <a:lnSpc>
                  <a:spcPct val="110000"/>
                </a:lnSpc>
                <a:buFont typeface="Wingdings" panose="05000000000000000000" pitchFamily="2" charset="2"/>
                <a:buNone/>
                <a:defRPr sz="1600" spc="-8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defRPr>
              </a:lvl1pPr>
            </a:lstStyle>
            <a:p>
              <a:pPr algn="ctr"/>
              <a:r>
                <a:rPr lang="en-US" altLang="ko-KR" sz="2462" dirty="0"/>
                <a:t>SUPEX</a:t>
              </a:r>
              <a:r>
                <a:rPr lang="ko-KR" altLang="en-US" sz="2462" dirty="0"/>
                <a:t> 추구 실행</a:t>
              </a:r>
              <a:endParaRPr lang="en-US" sz="2462" dirty="0"/>
            </a:p>
          </p:txBody>
        </p:sp>
      </p:grpSp>
    </p:spTree>
    <p:extLst>
      <p:ext uri="{BB962C8B-B14F-4D97-AF65-F5344CB8AC3E}">
        <p14:creationId xmlns:p14="http://schemas.microsoft.com/office/powerpoint/2010/main" val="40426513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259F48-D3D3-F4FF-DE70-7D1F49A068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2" name="Picture 4" descr="About GM: Our Passion &amp; Our Drive | General Motors">
            <a:extLst>
              <a:ext uri="{FF2B5EF4-FFF2-40B4-BE49-F238E27FC236}">
                <a16:creationId xmlns:a16="http://schemas.microsoft.com/office/drawing/2014/main" id="{4B202F48-DCB1-C798-BC8F-6B125C1445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95248" y="2836246"/>
            <a:ext cx="4255209" cy="23928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F547DA24-E9F4-F2AE-5A15-BFC722D69D99}"/>
              </a:ext>
            </a:extLst>
          </p:cNvPr>
          <p:cNvSpPr txBox="1"/>
          <p:nvPr/>
        </p:nvSpPr>
        <p:spPr>
          <a:xfrm>
            <a:off x="652537" y="-499299"/>
            <a:ext cx="3707105" cy="4037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ko-KR"/>
            </a:defPPr>
            <a:lvl1pPr>
              <a:lnSpc>
                <a:spcPct val="110000"/>
              </a:lnSpc>
              <a:defRPr sz="1600" spc="-6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defRPr>
            </a:lvl1pPr>
          </a:lstStyle>
          <a:p>
            <a:r>
              <a:rPr lang="en-US" altLang="ko-KR" sz="1969" dirty="0"/>
              <a:t>SKEP </a:t>
            </a:r>
            <a:r>
              <a:rPr lang="ko-KR" altLang="en-US" sz="1969" dirty="0"/>
              <a:t>사례로 보는 </a:t>
            </a:r>
            <a:r>
              <a:rPr lang="ko-KR" altLang="en-US" sz="1969" dirty="0" err="1"/>
              <a:t>일처리</a:t>
            </a:r>
            <a:r>
              <a:rPr lang="ko-KR" altLang="en-US" sz="1969" dirty="0"/>
              <a:t> </a:t>
            </a:r>
            <a:r>
              <a:rPr lang="en-US" altLang="ko-KR" sz="1969" dirty="0"/>
              <a:t>5</a:t>
            </a:r>
            <a:r>
              <a:rPr lang="ko-KR" altLang="en-US" sz="1969" dirty="0"/>
              <a:t>단계 실행</a:t>
            </a: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47249839-74A8-44BF-C686-CCE0D2E44FCC}"/>
              </a:ext>
            </a:extLst>
          </p:cNvPr>
          <p:cNvSpPr/>
          <p:nvPr/>
        </p:nvSpPr>
        <p:spPr>
          <a:xfrm>
            <a:off x="237189" y="-460109"/>
            <a:ext cx="354501" cy="35450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231" spc="25" dirty="0">
                <a:latin typeface="Montserrat ExtraBold" panose="00000900000000000000" pitchFamily="2" charset="0"/>
              </a:rPr>
              <a:t>5</a:t>
            </a:r>
          </a:p>
        </p:txBody>
      </p:sp>
      <p:sp>
        <p:nvSpPr>
          <p:cNvPr id="4" name="슬라이드 번호 개체 틀 24">
            <a:extLst>
              <a:ext uri="{FF2B5EF4-FFF2-40B4-BE49-F238E27FC236}">
                <a16:creationId xmlns:a16="http://schemas.microsoft.com/office/drawing/2014/main" id="{D6423925-C260-9EAC-9182-F25CB7532D25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11184566" y="7333539"/>
            <a:ext cx="673003" cy="127846"/>
          </a:xfrm>
        </p:spPr>
        <p:txBody>
          <a:bodyPr/>
          <a:lstStyle/>
          <a:p>
            <a:fld id="{3DFBBC6A-3425-4C62-80BA-0DDE16A15D08}" type="slidenum">
              <a:rPr lang="ko-KR" altLang="en-US" smtClean="0"/>
              <a:pPr/>
              <a:t>29</a:t>
            </a:fld>
            <a:endParaRPr lang="ko-KR" altLang="en-US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ED919762-D677-13BA-4855-20DF9C9FB2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04250" y="2193068"/>
            <a:ext cx="1659328" cy="16593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3070BDF-709D-C5C0-F69F-D9AA867239B8}"/>
              </a:ext>
            </a:extLst>
          </p:cNvPr>
          <p:cNvSpPr txBox="1"/>
          <p:nvPr/>
        </p:nvSpPr>
        <p:spPr>
          <a:xfrm>
            <a:off x="5808967" y="2836245"/>
            <a:ext cx="662681" cy="5593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171450" indent="-171450">
              <a:lnSpc>
                <a:spcPct val="110000"/>
              </a:lnSpc>
              <a:buFont typeface="Wingdings" panose="05000000000000000000" pitchFamily="2" charset="2"/>
              <a:buChar char="§"/>
              <a:defRPr sz="1200" spc="-8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defRPr>
            </a:lvl1pPr>
          </a:lstStyle>
          <a:p>
            <a:pPr marL="0" indent="0" algn="ctr">
              <a:buNone/>
            </a:pPr>
            <a:r>
              <a:rPr lang="en-US" sz="2954" dirty="0"/>
              <a:t>VS</a:t>
            </a:r>
          </a:p>
        </p:txBody>
      </p:sp>
      <p:pic>
        <p:nvPicPr>
          <p:cNvPr id="2058" name="Picture 10">
            <a:extLst>
              <a:ext uri="{FF2B5EF4-FFF2-40B4-BE49-F238E27FC236}">
                <a16:creationId xmlns:a16="http://schemas.microsoft.com/office/drawing/2014/main" id="{382801E0-D050-217D-629A-3828DECBFA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37242" y="2193068"/>
            <a:ext cx="1350508" cy="16593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2" name="Picture 14" descr="홈 버튼 - 나무위키">
            <a:extLst>
              <a:ext uri="{FF2B5EF4-FFF2-40B4-BE49-F238E27FC236}">
                <a16:creationId xmlns:a16="http://schemas.microsoft.com/office/drawing/2014/main" id="{64BD25D4-B478-445E-8276-1F3BC77EEC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54035" y="3259641"/>
            <a:ext cx="3516923" cy="19694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993379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CFC7D3-A384-4D7D-7BAC-96C12EFCCF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Box 34">
            <a:extLst>
              <a:ext uri="{FF2B5EF4-FFF2-40B4-BE49-F238E27FC236}">
                <a16:creationId xmlns:a16="http://schemas.microsoft.com/office/drawing/2014/main" id="{06D51061-5906-2416-0270-AFA39A284ED4}"/>
              </a:ext>
            </a:extLst>
          </p:cNvPr>
          <p:cNvSpPr txBox="1"/>
          <p:nvPr/>
        </p:nvSpPr>
        <p:spPr>
          <a:xfrm>
            <a:off x="652537" y="-499299"/>
            <a:ext cx="3707105" cy="4037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ko-KR"/>
            </a:defPPr>
            <a:lvl1pPr>
              <a:lnSpc>
                <a:spcPct val="110000"/>
              </a:lnSpc>
              <a:defRPr sz="1600" spc="-6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defRPr>
            </a:lvl1pPr>
          </a:lstStyle>
          <a:p>
            <a:r>
              <a:rPr lang="en-US" altLang="ko-KR" sz="1969" dirty="0"/>
              <a:t>SKEP </a:t>
            </a:r>
            <a:r>
              <a:rPr lang="ko-KR" altLang="en-US" sz="1969" dirty="0"/>
              <a:t>사례로 보는 </a:t>
            </a:r>
            <a:r>
              <a:rPr lang="ko-KR" altLang="en-US" sz="1969" dirty="0" err="1"/>
              <a:t>일처리</a:t>
            </a:r>
            <a:r>
              <a:rPr lang="ko-KR" altLang="en-US" sz="1969" dirty="0"/>
              <a:t> </a:t>
            </a:r>
            <a:r>
              <a:rPr lang="en-US" altLang="ko-KR" sz="1969" dirty="0"/>
              <a:t>5</a:t>
            </a:r>
            <a:r>
              <a:rPr lang="ko-KR" altLang="en-US" sz="1969" dirty="0"/>
              <a:t>단계 실행</a:t>
            </a: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33DFAF0F-0A17-6795-1492-999007E3D569}"/>
              </a:ext>
            </a:extLst>
          </p:cNvPr>
          <p:cNvSpPr/>
          <p:nvPr/>
        </p:nvSpPr>
        <p:spPr>
          <a:xfrm>
            <a:off x="237189" y="-460109"/>
            <a:ext cx="354501" cy="35450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231" spc="25" dirty="0">
                <a:latin typeface="Montserrat ExtraBold" panose="00000900000000000000" pitchFamily="2" charset="0"/>
              </a:rPr>
              <a:t>5</a:t>
            </a:r>
          </a:p>
        </p:txBody>
      </p:sp>
      <p:sp>
        <p:nvSpPr>
          <p:cNvPr id="37" name="텍스트 개체 틀 3">
            <a:extLst>
              <a:ext uri="{FF2B5EF4-FFF2-40B4-BE49-F238E27FC236}">
                <a16:creationId xmlns:a16="http://schemas.microsoft.com/office/drawing/2014/main" id="{E445C4DB-CB87-6CDA-158C-7305649F6373}"/>
              </a:ext>
            </a:extLst>
          </p:cNvPr>
          <p:cNvSpPr txBox="1">
            <a:spLocks/>
          </p:cNvSpPr>
          <p:nvPr/>
        </p:nvSpPr>
        <p:spPr>
          <a:xfrm>
            <a:off x="2987608" y="361658"/>
            <a:ext cx="6247415" cy="389209"/>
          </a:xfrm>
          <a:prstGeom prst="rect">
            <a:avLst/>
          </a:prstGeom>
          <a:noFill/>
        </p:spPr>
        <p:txBody>
          <a:bodyPr vert="horz" wrap="none" lIns="0" tIns="0" rIns="0" bIns="0" rtlCol="0" anchor="t" anchorCtr="0">
            <a:spAutoFit/>
          </a:bodyPr>
          <a:lstStyle>
            <a:lvl1pPr marL="0" indent="0" algn="ctr" defTabSz="685800" rtl="0" eaLnBrk="1" latinLnBrk="0" hangingPunct="1">
              <a:spcBef>
                <a:spcPts val="0"/>
              </a:spcBef>
              <a:buFont typeface="Wingdings" panose="05000000000000000000" pitchFamily="2" charset="2"/>
              <a:buNone/>
              <a:defRPr lang="ko-KR" altLang="en-US" sz="1800" b="1" kern="1200" baseline="0" dirty="0" smtClean="0">
                <a:solidFill>
                  <a:schemeClr val="accent6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1pPr>
            <a:lvl2pPr marL="130969" indent="0" algn="l" defTabSz="685800" rtl="0" eaLnBrk="1" latinLnBrk="0" hangingPunct="1">
              <a:spcBef>
                <a:spcPts val="0"/>
              </a:spcBef>
              <a:buFont typeface="Arial" panose="020B0604020202020204" pitchFamily="34" charset="0"/>
              <a:buNone/>
              <a:defRPr sz="1350" kern="120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2pPr>
            <a:lvl3pPr marL="403622" indent="-130969" algn="l" defTabSz="685800" rtl="0" eaLnBrk="1" latinLnBrk="0" hangingPunct="1">
              <a:spcBef>
                <a:spcPts val="0"/>
              </a:spcBef>
              <a:buFont typeface="바탕" panose="02030600000101010101" pitchFamily="18" charset="-127"/>
              <a:buChar char="∙"/>
              <a:defRPr sz="1350" kern="120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3pPr>
            <a:lvl4pPr marL="12001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15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5430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15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18859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1125444" latinLnBrk="1">
              <a:lnSpc>
                <a:spcPct val="110000"/>
              </a:lnSpc>
            </a:pPr>
            <a:r>
              <a:rPr lang="ko-KR" altLang="en-US" sz="2462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질문의 전환과 목표 수준의 재설계가 만든 본질적 혁신</a:t>
            </a:r>
            <a:endParaRPr lang="en-US" altLang="ko-KR" sz="2462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02317699-3EFF-D628-A591-C5B9BF55DF4E}"/>
              </a:ext>
            </a:extLst>
          </p:cNvPr>
          <p:cNvCxnSpPr/>
          <p:nvPr/>
        </p:nvCxnSpPr>
        <p:spPr>
          <a:xfrm flipV="1">
            <a:off x="845175" y="1538642"/>
            <a:ext cx="3998928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6EE56B5A-1DDC-3B2C-46CD-0F3960C82813}"/>
              </a:ext>
            </a:extLst>
          </p:cNvPr>
          <p:cNvCxnSpPr/>
          <p:nvPr/>
        </p:nvCxnSpPr>
        <p:spPr>
          <a:xfrm flipV="1">
            <a:off x="7300488" y="1538642"/>
            <a:ext cx="3998928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938D4DE4-AC77-A35F-9920-16B5723239A2}"/>
              </a:ext>
            </a:extLst>
          </p:cNvPr>
          <p:cNvGrpSpPr/>
          <p:nvPr/>
        </p:nvGrpSpPr>
        <p:grpSpPr>
          <a:xfrm>
            <a:off x="5253576" y="1604382"/>
            <a:ext cx="1684849" cy="5047998"/>
            <a:chOff x="4960930" y="1699121"/>
            <a:chExt cx="1368940" cy="4326152"/>
          </a:xfrm>
        </p:grpSpPr>
        <p:sp>
          <p:nvSpPr>
            <p:cNvPr id="28" name="화살표: 오른쪽 27">
              <a:extLst>
                <a:ext uri="{FF2B5EF4-FFF2-40B4-BE49-F238E27FC236}">
                  <a16:creationId xmlns:a16="http://schemas.microsoft.com/office/drawing/2014/main" id="{5560D167-ABC0-9985-49BF-259CA65A64B4}"/>
                </a:ext>
              </a:extLst>
            </p:cNvPr>
            <p:cNvSpPr/>
            <p:nvPr/>
          </p:nvSpPr>
          <p:spPr>
            <a:xfrm rot="5400000">
              <a:off x="3658948" y="3687077"/>
              <a:ext cx="3997790" cy="678602"/>
            </a:xfrm>
            <a:prstGeom prst="rightArrow">
              <a:avLst>
                <a:gd name="adj1" fmla="val 50000"/>
                <a:gd name="adj2" fmla="val 38771"/>
              </a:avLst>
            </a:prstGeom>
            <a:gradFill>
              <a:gsLst>
                <a:gs pos="0">
                  <a:schemeClr val="bg1"/>
                </a:gs>
                <a:gs pos="86000">
                  <a:srgbClr val="A6A6A6"/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215"/>
            </a:p>
          </p:txBody>
        </p:sp>
        <p:sp>
          <p:nvSpPr>
            <p:cNvPr id="31" name="사각형: 둥근 모서리 30">
              <a:extLst>
                <a:ext uri="{FF2B5EF4-FFF2-40B4-BE49-F238E27FC236}">
                  <a16:creationId xmlns:a16="http://schemas.microsoft.com/office/drawing/2014/main" id="{9BA0480D-FD88-F34D-C649-5C531CF1E28F}"/>
                </a:ext>
              </a:extLst>
            </p:cNvPr>
            <p:cNvSpPr/>
            <p:nvPr/>
          </p:nvSpPr>
          <p:spPr>
            <a:xfrm>
              <a:off x="4960930" y="1699121"/>
              <a:ext cx="1368940" cy="550303"/>
            </a:xfrm>
            <a:prstGeom prst="roundRect">
              <a:avLst>
                <a:gd name="adj" fmla="val 12921"/>
              </a:avLst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77" b="1" dirty="0">
                  <a:solidFill>
                    <a:schemeClr val="tx1"/>
                  </a:solidFill>
                </a:rPr>
                <a:t>입체적 </a:t>
              </a:r>
              <a:endParaRPr lang="en-US" altLang="ko-KR" sz="1477" b="1" dirty="0">
                <a:solidFill>
                  <a:schemeClr val="tx1"/>
                </a:solidFill>
              </a:endParaRPr>
            </a:p>
            <a:p>
              <a:pPr algn="ctr"/>
              <a:r>
                <a:rPr lang="en-US" altLang="ko-KR" sz="1477" b="1" dirty="0">
                  <a:solidFill>
                    <a:schemeClr val="tx1"/>
                  </a:solidFill>
                </a:rPr>
                <a:t>Location </a:t>
              </a:r>
              <a:r>
                <a:rPr lang="ko-KR" altLang="en-US" sz="1477" b="1" dirty="0">
                  <a:solidFill>
                    <a:schemeClr val="tx1"/>
                  </a:solidFill>
                </a:rPr>
                <a:t>파악</a:t>
              </a:r>
              <a:endParaRPr lang="en-US" sz="1477" b="1" dirty="0">
                <a:solidFill>
                  <a:schemeClr val="tx1"/>
                </a:solidFill>
              </a:endParaRPr>
            </a:p>
          </p:txBody>
        </p:sp>
        <p:sp>
          <p:nvSpPr>
            <p:cNvPr id="32" name="사각형: 둥근 모서리 31">
              <a:extLst>
                <a:ext uri="{FF2B5EF4-FFF2-40B4-BE49-F238E27FC236}">
                  <a16:creationId xmlns:a16="http://schemas.microsoft.com/office/drawing/2014/main" id="{991CE54D-4F58-39DC-AB9A-7A7F910A9DA4}"/>
                </a:ext>
              </a:extLst>
            </p:cNvPr>
            <p:cNvSpPr/>
            <p:nvPr/>
          </p:nvSpPr>
          <p:spPr>
            <a:xfrm>
              <a:off x="4960930" y="2527488"/>
              <a:ext cx="1368940" cy="550303"/>
            </a:xfrm>
            <a:prstGeom prst="roundRect">
              <a:avLst>
                <a:gd name="adj" fmla="val 12921"/>
              </a:avLst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77" b="1" dirty="0">
                  <a:solidFill>
                    <a:schemeClr val="tx1"/>
                  </a:solidFill>
                </a:rPr>
                <a:t>KFS </a:t>
              </a:r>
              <a:r>
                <a:rPr lang="ko-KR" altLang="en-US" sz="1477" b="1" dirty="0">
                  <a:solidFill>
                    <a:schemeClr val="tx1"/>
                  </a:solidFill>
                </a:rPr>
                <a:t>추출</a:t>
              </a:r>
              <a:endParaRPr lang="en-US" sz="1477" b="1" dirty="0">
                <a:solidFill>
                  <a:schemeClr val="tx1"/>
                </a:solidFill>
              </a:endParaRPr>
            </a:p>
          </p:txBody>
        </p:sp>
        <p:sp>
          <p:nvSpPr>
            <p:cNvPr id="38" name="사각형: 둥근 모서리 37">
              <a:extLst>
                <a:ext uri="{FF2B5EF4-FFF2-40B4-BE49-F238E27FC236}">
                  <a16:creationId xmlns:a16="http://schemas.microsoft.com/office/drawing/2014/main" id="{A5C84242-7197-BC54-3B3C-2B85F2690D44}"/>
                </a:ext>
              </a:extLst>
            </p:cNvPr>
            <p:cNvSpPr/>
            <p:nvPr/>
          </p:nvSpPr>
          <p:spPr>
            <a:xfrm>
              <a:off x="4960930" y="3355706"/>
              <a:ext cx="1368940" cy="550303"/>
            </a:xfrm>
            <a:prstGeom prst="roundRect">
              <a:avLst>
                <a:gd name="adj" fmla="val 12921"/>
              </a:avLst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77" b="1">
                  <a:solidFill>
                    <a:schemeClr val="tx1"/>
                  </a:solidFill>
                </a:rPr>
                <a:t>목표 수준 설정</a:t>
              </a:r>
              <a:endParaRPr lang="en-US" sz="1477" b="1" dirty="0">
                <a:solidFill>
                  <a:schemeClr val="tx1"/>
                </a:solidFill>
              </a:endParaRPr>
            </a:p>
          </p:txBody>
        </p:sp>
        <p:sp>
          <p:nvSpPr>
            <p:cNvPr id="39" name="사각형: 둥근 모서리 38">
              <a:extLst>
                <a:ext uri="{FF2B5EF4-FFF2-40B4-BE49-F238E27FC236}">
                  <a16:creationId xmlns:a16="http://schemas.microsoft.com/office/drawing/2014/main" id="{52A1D275-2A61-9BA1-B6B0-B28658B6A13F}"/>
                </a:ext>
              </a:extLst>
            </p:cNvPr>
            <p:cNvSpPr/>
            <p:nvPr/>
          </p:nvSpPr>
          <p:spPr>
            <a:xfrm>
              <a:off x="4960930" y="4183924"/>
              <a:ext cx="1368940" cy="550303"/>
            </a:xfrm>
            <a:prstGeom prst="roundRect">
              <a:avLst>
                <a:gd name="adj" fmla="val 12921"/>
              </a:avLst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77" b="1">
                  <a:solidFill>
                    <a:schemeClr val="tx1"/>
                  </a:solidFill>
                </a:rPr>
                <a:t>장애요인 도출</a:t>
              </a:r>
              <a:endParaRPr lang="en-US" sz="1477" b="1" dirty="0">
                <a:solidFill>
                  <a:schemeClr val="tx1"/>
                </a:solidFill>
              </a:endParaRPr>
            </a:p>
          </p:txBody>
        </p:sp>
        <p:sp>
          <p:nvSpPr>
            <p:cNvPr id="41" name="사각형: 둥근 모서리 40">
              <a:extLst>
                <a:ext uri="{FF2B5EF4-FFF2-40B4-BE49-F238E27FC236}">
                  <a16:creationId xmlns:a16="http://schemas.microsoft.com/office/drawing/2014/main" id="{2B231CD3-C89E-A740-620E-F59E29FCEC29}"/>
                </a:ext>
              </a:extLst>
            </p:cNvPr>
            <p:cNvSpPr/>
            <p:nvPr/>
          </p:nvSpPr>
          <p:spPr>
            <a:xfrm>
              <a:off x="4960930" y="5012142"/>
              <a:ext cx="1368940" cy="550303"/>
            </a:xfrm>
            <a:prstGeom prst="roundRect">
              <a:avLst>
                <a:gd name="adj" fmla="val 12921"/>
              </a:avLst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77" b="1" dirty="0">
                  <a:solidFill>
                    <a:schemeClr val="tx1"/>
                  </a:solidFill>
                </a:rPr>
                <a:t>장애요인 제거 방안</a:t>
              </a:r>
              <a:endParaRPr lang="en-US" altLang="ko-KR" sz="1477" b="1" dirty="0">
                <a:solidFill>
                  <a:schemeClr val="tx1"/>
                </a:solidFill>
              </a:endParaRPr>
            </a:p>
            <a:p>
              <a:pPr algn="ctr"/>
              <a:r>
                <a:rPr lang="ko-KR" altLang="en-US" sz="1477" b="1" dirty="0">
                  <a:solidFill>
                    <a:schemeClr val="tx1"/>
                  </a:solidFill>
                </a:rPr>
                <a:t>수립 및 실행</a:t>
              </a:r>
              <a:endParaRPr lang="en-US" sz="1477" b="1" dirty="0">
                <a:solidFill>
                  <a:schemeClr val="tx1"/>
                </a:solidFill>
              </a:endParaRPr>
            </a:p>
          </p:txBody>
        </p:sp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8BDB24A1-C170-D69E-2925-1FA5492F4BD4}"/>
              </a:ext>
            </a:extLst>
          </p:cNvPr>
          <p:cNvSpPr txBox="1"/>
          <p:nvPr/>
        </p:nvSpPr>
        <p:spPr>
          <a:xfrm>
            <a:off x="892589" y="1127803"/>
            <a:ext cx="3998928" cy="318549"/>
          </a:xfrm>
          <a:prstGeom prst="rect">
            <a:avLst/>
          </a:prstGeom>
          <a:noFill/>
        </p:spPr>
        <p:txBody>
          <a:bodyPr wrap="square" lIns="0" bIns="0" rtlCol="0">
            <a:spAutoFit/>
          </a:bodyPr>
          <a:lstStyle>
            <a:defPPr>
              <a:defRPr lang="ko-KR"/>
            </a:defPPr>
            <a:lvl1pPr indent="0" algn="r">
              <a:lnSpc>
                <a:spcPct val="110000"/>
              </a:lnSpc>
              <a:buFont typeface="Wingdings" panose="05000000000000000000" pitchFamily="2" charset="2"/>
              <a:buNone/>
              <a:defRPr sz="1600" spc="-8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defRPr>
            </a:lvl1pPr>
          </a:lstStyle>
          <a:p>
            <a:r>
              <a:rPr lang="ko-KR" altLang="en-US" sz="1723" spc="-74" dirty="0"/>
              <a:t>전략적 문제의식</a:t>
            </a:r>
            <a:r>
              <a:rPr lang="en-US" altLang="ko-KR" sz="1723" spc="-74" dirty="0"/>
              <a:t> (Why?)</a:t>
            </a:r>
            <a:endParaRPr lang="en-US" sz="1477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97D32B1-8EF0-0E0F-1DEB-FBF10B68C2F0}"/>
              </a:ext>
            </a:extLst>
          </p:cNvPr>
          <p:cNvSpPr txBox="1"/>
          <p:nvPr/>
        </p:nvSpPr>
        <p:spPr>
          <a:xfrm>
            <a:off x="7300487" y="1127803"/>
            <a:ext cx="3998928" cy="318549"/>
          </a:xfrm>
          <a:prstGeom prst="rect">
            <a:avLst/>
          </a:prstGeom>
          <a:noFill/>
        </p:spPr>
        <p:txBody>
          <a:bodyPr wrap="square" lIns="0" bIns="0" rtlCol="0">
            <a:spAutoFit/>
          </a:bodyPr>
          <a:lstStyle>
            <a:defPPr>
              <a:defRPr lang="ko-KR"/>
            </a:defPPr>
            <a:lvl1pPr indent="0" algn="r">
              <a:lnSpc>
                <a:spcPct val="110000"/>
              </a:lnSpc>
              <a:buFont typeface="Wingdings" panose="05000000000000000000" pitchFamily="2" charset="2"/>
              <a:buNone/>
              <a:defRPr sz="1600" spc="-8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defRPr>
            </a:lvl1pPr>
          </a:lstStyle>
          <a:p>
            <a:pPr algn="l"/>
            <a:r>
              <a:rPr lang="ko-KR" altLang="en-US" sz="1723" spc="-74" dirty="0"/>
              <a:t>실전 전략 </a:t>
            </a:r>
            <a:r>
              <a:rPr lang="en-US" altLang="ko-KR" sz="1723" spc="-74" dirty="0"/>
              <a:t>(What?)</a:t>
            </a:r>
            <a:r>
              <a:rPr lang="ko-KR" altLang="en-US" sz="1723" spc="-74" dirty="0"/>
              <a:t> </a:t>
            </a:r>
            <a:r>
              <a:rPr lang="en-US" altLang="ko-KR" sz="1477" spc="-74" dirty="0"/>
              <a:t>(</a:t>
            </a:r>
            <a:r>
              <a:rPr lang="ko-KR" altLang="en-US" sz="1477" spc="-74" dirty="0"/>
              <a:t>장동현 부회장님</a:t>
            </a:r>
            <a:r>
              <a:rPr lang="en-US" altLang="ko-KR" sz="1477" spc="-74" dirty="0"/>
              <a:t>)</a:t>
            </a:r>
            <a:endParaRPr lang="en-US" sz="1477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5F6E159-29B2-FF29-0D18-BE0E0A87A556}"/>
              </a:ext>
            </a:extLst>
          </p:cNvPr>
          <p:cNvSpPr txBox="1"/>
          <p:nvPr/>
        </p:nvSpPr>
        <p:spPr>
          <a:xfrm>
            <a:off x="3667423" y="6713331"/>
            <a:ext cx="4887782" cy="4815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indent="0" algn="r">
              <a:lnSpc>
                <a:spcPct val="110000"/>
              </a:lnSpc>
              <a:buFont typeface="Wingdings" panose="05000000000000000000" pitchFamily="2" charset="2"/>
              <a:buNone/>
              <a:defRPr sz="1600" spc="-8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defRPr>
            </a:lvl1pPr>
          </a:lstStyle>
          <a:p>
            <a:pPr algn="ctr"/>
            <a:r>
              <a:rPr lang="ko-KR" altLang="en-US" sz="2462" dirty="0"/>
              <a:t>반도체 </a:t>
            </a:r>
            <a:r>
              <a:rPr lang="en-US" altLang="ko-KR" sz="2462" dirty="0"/>
              <a:t>FAB </a:t>
            </a:r>
            <a:r>
              <a:rPr lang="ko-KR" altLang="en-US" sz="2462" dirty="0"/>
              <a:t>공사기간 </a:t>
            </a:r>
            <a:r>
              <a:rPr lang="en-US" altLang="ko-KR" sz="2462" dirty="0"/>
              <a:t>30%</a:t>
            </a:r>
            <a:r>
              <a:rPr lang="ko-KR" altLang="en-US" sz="2462" dirty="0"/>
              <a:t> 압도적 단축</a:t>
            </a:r>
            <a:r>
              <a:rPr lang="en-US" altLang="ko-KR" sz="2462" dirty="0"/>
              <a:t>  </a:t>
            </a:r>
            <a:r>
              <a:rPr lang="ko-KR" altLang="en-US" sz="2462" dirty="0"/>
              <a:t> </a:t>
            </a:r>
            <a:endParaRPr lang="en-US" sz="2462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51A79E9-0AB8-959F-AB48-9C1D5A0F7B0B}"/>
              </a:ext>
            </a:extLst>
          </p:cNvPr>
          <p:cNvSpPr txBox="1"/>
          <p:nvPr/>
        </p:nvSpPr>
        <p:spPr>
          <a:xfrm>
            <a:off x="902923" y="1572888"/>
            <a:ext cx="3941180" cy="6323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indent="0" algn="ctr">
              <a:lnSpc>
                <a:spcPct val="120000"/>
              </a:lnSpc>
              <a:buFont typeface="Arial" panose="020B0604020202020204" pitchFamily="34" charset="0"/>
              <a:buNone/>
              <a:defRPr sz="1200"/>
            </a:lvl1pPr>
          </a:lstStyle>
          <a:p>
            <a:pPr algn="r">
              <a:lnSpc>
                <a:spcPct val="130000"/>
              </a:lnSpc>
            </a:pPr>
            <a:r>
              <a:rPr lang="ko-KR" altLang="en-US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부분 최적화의 함정</a:t>
            </a:r>
            <a:endParaRPr lang="en-US" altLang="ko-KR" sz="1477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pPr algn="r">
              <a:lnSpc>
                <a:spcPct val="130000"/>
              </a:lnSpc>
            </a:pPr>
            <a:r>
              <a:rPr lang="en-US" altLang="ko-KR" sz="1354" dirty="0">
                <a:solidFill>
                  <a:schemeClr val="tx1">
                    <a:lumMod val="50000"/>
                    <a:lumOff val="50000"/>
                  </a:schemeClr>
                </a:solidFill>
              </a:rPr>
              <a:t>GM</a:t>
            </a:r>
            <a:r>
              <a:rPr lang="ko-KR" altLang="en-US" sz="1354" dirty="0">
                <a:solidFill>
                  <a:schemeClr val="tx1">
                    <a:lumMod val="50000"/>
                    <a:lumOff val="50000"/>
                  </a:schemeClr>
                </a:solidFill>
              </a:rPr>
              <a:t>社 부서 이기주의</a:t>
            </a:r>
            <a:r>
              <a:rPr lang="en-US" altLang="ko-KR" sz="1354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  <a:r>
              <a:rPr lang="ko-KR" altLang="en-US" sz="1354" dirty="0">
                <a:solidFill>
                  <a:schemeClr val="tx1">
                    <a:lumMod val="50000"/>
                    <a:lumOff val="50000"/>
                  </a:schemeClr>
                </a:solidFill>
              </a:rPr>
              <a:t>→ 누더기 제품</a:t>
            </a:r>
            <a:r>
              <a:rPr lang="en-US" altLang="ko-KR" sz="1354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  <a:r>
              <a:rPr lang="ko-KR" altLang="en-US" sz="1354" dirty="0">
                <a:solidFill>
                  <a:schemeClr val="tx1">
                    <a:lumMod val="50000"/>
                    <a:lumOff val="50000"/>
                  </a:schemeClr>
                </a:solidFill>
              </a:rPr>
              <a:t>→ 파산</a:t>
            </a:r>
            <a:endParaRPr lang="en-US" altLang="ko-KR" sz="1354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AA5F530-FE60-F0B7-0334-6464C38C8337}"/>
              </a:ext>
            </a:extLst>
          </p:cNvPr>
          <p:cNvSpPr txBox="1"/>
          <p:nvPr/>
        </p:nvSpPr>
        <p:spPr>
          <a:xfrm>
            <a:off x="7205885" y="1572888"/>
            <a:ext cx="4520937" cy="6331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171450" indent="-171450">
              <a:lnSpc>
                <a:spcPct val="140000"/>
              </a:lnSpc>
              <a:buFont typeface="Arial" panose="020B0604020202020204" pitchFamily="34" charset="0"/>
              <a:buChar char="•"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indent="0">
              <a:lnSpc>
                <a:spcPct val="130000"/>
              </a:lnSpc>
              <a:buNone/>
            </a:pPr>
            <a:r>
              <a:rPr lang="ko-KR" altLang="en-US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파편화된 과제</a:t>
            </a:r>
            <a:r>
              <a:rPr lang="en-US" altLang="ko-KR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</a:t>
            </a:r>
            <a:r>
              <a:rPr lang="ko-KR" altLang="en-US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직시</a:t>
            </a:r>
            <a:br>
              <a:rPr lang="en-US" altLang="ko-KR" sz="1477" dirty="0">
                <a:solidFill>
                  <a:schemeClr val="tx1"/>
                </a:solidFill>
              </a:rPr>
            </a:br>
            <a:r>
              <a:rPr lang="ko-KR" altLang="en-US" sz="1354" dirty="0"/>
              <a:t>지향점 없는 </a:t>
            </a:r>
            <a:r>
              <a:rPr lang="en-US" altLang="ko-KR" sz="1354" dirty="0"/>
              <a:t>29</a:t>
            </a:r>
            <a:r>
              <a:rPr lang="ko-KR" altLang="en-US" sz="1354" dirty="0"/>
              <a:t>개 과제</a:t>
            </a:r>
            <a:r>
              <a:rPr lang="en-US" altLang="ko-KR" sz="1354" dirty="0"/>
              <a:t>, </a:t>
            </a:r>
            <a:r>
              <a:rPr lang="ko-KR" altLang="en-US" sz="1354" dirty="0"/>
              <a:t>경쟁사와 동일 공기 수준 </a:t>
            </a:r>
            <a:r>
              <a:rPr lang="en-US" altLang="ko-KR" sz="1354" dirty="0"/>
              <a:t>(FAB: 24</a:t>
            </a:r>
            <a:r>
              <a:rPr lang="ko-KR" altLang="en-US" sz="1354" dirty="0"/>
              <a:t>개월</a:t>
            </a:r>
            <a:r>
              <a:rPr lang="en-US" altLang="ko-KR" sz="1354" dirty="0"/>
              <a:t>)</a:t>
            </a:r>
            <a:endParaRPr lang="en-US" altLang="ko-KR" sz="1292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3DE765A-C5F6-A32E-432D-A15048A91A70}"/>
              </a:ext>
            </a:extLst>
          </p:cNvPr>
          <p:cNvSpPr txBox="1"/>
          <p:nvPr/>
        </p:nvSpPr>
        <p:spPr>
          <a:xfrm>
            <a:off x="-246184" y="2538583"/>
            <a:ext cx="5090287" cy="6331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indent="0" algn="ctr">
              <a:lnSpc>
                <a:spcPct val="120000"/>
              </a:lnSpc>
              <a:buFont typeface="Arial" panose="020B0604020202020204" pitchFamily="34" charset="0"/>
              <a:buNone/>
              <a:defRPr sz="1200"/>
            </a:lvl1pPr>
          </a:lstStyle>
          <a:p>
            <a:pPr algn="r">
              <a:lnSpc>
                <a:spcPct val="130000"/>
              </a:lnSpc>
            </a:pPr>
            <a:r>
              <a:rPr lang="ko-KR" altLang="en-US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공기 단축 통한 금융 경쟁력 창출</a:t>
            </a:r>
            <a:endParaRPr lang="en-US" altLang="ko-KR" sz="1477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pPr algn="r">
              <a:lnSpc>
                <a:spcPct val="130000"/>
              </a:lnSpc>
            </a:pPr>
            <a:r>
              <a:rPr lang="en-US" altLang="ko-KR" sz="1354" dirty="0">
                <a:solidFill>
                  <a:schemeClr val="tx1">
                    <a:lumMod val="50000"/>
                    <a:lumOff val="50000"/>
                  </a:schemeClr>
                </a:solidFill>
              </a:rPr>
              <a:t>FAB </a:t>
            </a:r>
            <a:r>
              <a:rPr lang="ko-KR" altLang="en-US" sz="1354" dirty="0">
                <a:solidFill>
                  <a:schemeClr val="tx1">
                    <a:lumMod val="50000"/>
                    <a:lumOff val="50000"/>
                  </a:schemeClr>
                </a:solidFill>
              </a:rPr>
              <a:t>기준 </a:t>
            </a:r>
            <a:r>
              <a:rPr lang="en-US" altLang="ko-KR" sz="1354" dirty="0">
                <a:solidFill>
                  <a:schemeClr val="tx1">
                    <a:lumMod val="50000"/>
                    <a:lumOff val="50000"/>
                  </a:schemeClr>
                </a:solidFill>
              </a:rPr>
              <a:t>3</a:t>
            </a:r>
            <a:r>
              <a:rPr lang="ko-KR" altLang="en-US" sz="1354" dirty="0">
                <a:solidFill>
                  <a:schemeClr val="tx1">
                    <a:lumMod val="50000"/>
                    <a:lumOff val="50000"/>
                  </a:schemeClr>
                </a:solidFill>
              </a:rPr>
              <a:t>개월 단축 시 </a:t>
            </a:r>
            <a:r>
              <a:rPr lang="en-US" altLang="ko-KR" sz="1354" dirty="0">
                <a:solidFill>
                  <a:schemeClr val="tx1">
                    <a:lumMod val="50000"/>
                    <a:lumOff val="50000"/>
                  </a:schemeClr>
                </a:solidFill>
              </a:rPr>
              <a:t>2</a:t>
            </a:r>
            <a:r>
              <a:rPr lang="ko-KR" altLang="en-US" sz="1354" dirty="0">
                <a:solidFill>
                  <a:schemeClr val="tx1">
                    <a:lumMod val="50000"/>
                    <a:lumOff val="50000"/>
                  </a:schemeClr>
                </a:solidFill>
              </a:rPr>
              <a:t>조 </a:t>
            </a:r>
            <a:r>
              <a:rPr lang="en-US" altLang="ko-KR" sz="1354" dirty="0">
                <a:solidFill>
                  <a:schemeClr val="tx1">
                    <a:lumMod val="50000"/>
                    <a:lumOff val="50000"/>
                  </a:schemeClr>
                </a:solidFill>
              </a:rPr>
              <a:t>5</a:t>
            </a:r>
            <a:r>
              <a:rPr lang="ko-KR" altLang="en-US" sz="1354" dirty="0">
                <a:solidFill>
                  <a:schemeClr val="tx1">
                    <a:lumMod val="50000"/>
                    <a:lumOff val="50000"/>
                  </a:schemeClr>
                </a:solidFill>
              </a:rPr>
              <a:t>천억원 조기 영업이익 실현 가능 </a:t>
            </a:r>
            <a:endParaRPr lang="en-US" altLang="ko-KR" sz="1354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A97D5B8B-48FE-D4EF-A31E-AA67D6939868}"/>
              </a:ext>
            </a:extLst>
          </p:cNvPr>
          <p:cNvSpPr txBox="1"/>
          <p:nvPr/>
        </p:nvSpPr>
        <p:spPr>
          <a:xfrm>
            <a:off x="7205885" y="2539017"/>
            <a:ext cx="4821993" cy="6331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171450" indent="-171450">
              <a:lnSpc>
                <a:spcPct val="140000"/>
              </a:lnSpc>
              <a:buFont typeface="Arial" panose="020B0604020202020204" pitchFamily="34" charset="0"/>
              <a:buChar char="•"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indent="0">
              <a:lnSpc>
                <a:spcPct val="130000"/>
              </a:lnSpc>
              <a:buNone/>
            </a:pPr>
            <a:r>
              <a:rPr lang="ko-KR" altLang="en-US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결정적 병목 구간 분석</a:t>
            </a:r>
            <a:r>
              <a:rPr lang="en-US" altLang="ko-KR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/</a:t>
            </a:r>
            <a:r>
              <a:rPr lang="ko-KR" altLang="en-US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선정</a:t>
            </a:r>
            <a:br>
              <a:rPr lang="en-US" altLang="ko-KR" sz="1477" dirty="0">
                <a:solidFill>
                  <a:schemeClr val="tx1"/>
                </a:solidFill>
              </a:rPr>
            </a:br>
            <a:r>
              <a:rPr lang="ko-KR" altLang="en-US" sz="1354" dirty="0"/>
              <a:t>전체 공기 </a:t>
            </a:r>
            <a:r>
              <a:rPr lang="en-US" altLang="ko-KR" sz="1354" dirty="0"/>
              <a:t>50%</a:t>
            </a:r>
            <a:r>
              <a:rPr lang="ko-KR" altLang="en-US" sz="1354" dirty="0"/>
              <a:t> 차지 기초</a:t>
            </a:r>
            <a:r>
              <a:rPr lang="en-US" altLang="ko-KR" sz="1354" dirty="0"/>
              <a:t>/</a:t>
            </a:r>
            <a:r>
              <a:rPr lang="ko-KR" altLang="en-US" sz="1354" dirty="0"/>
              <a:t>골조 구간</a:t>
            </a:r>
            <a:r>
              <a:rPr lang="en-US" altLang="ko-KR" sz="1354" dirty="0"/>
              <a:t>,</a:t>
            </a:r>
            <a:r>
              <a:rPr lang="ko-KR" altLang="en-US" sz="1354" dirty="0"/>
              <a:t> 복잡한 </a:t>
            </a:r>
            <a:r>
              <a:rPr lang="en-US" altLang="ko-KR" sz="1354" dirty="0"/>
              <a:t>MEP </a:t>
            </a:r>
            <a:r>
              <a:rPr lang="ko-KR" altLang="en-US" sz="1354" dirty="0"/>
              <a:t>공정 인터페이스</a:t>
            </a:r>
            <a:endParaRPr lang="en-US" altLang="ko-KR" sz="1292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716E95C2-04E1-2683-D79A-C330DE14AC31}"/>
              </a:ext>
            </a:extLst>
          </p:cNvPr>
          <p:cNvSpPr txBox="1"/>
          <p:nvPr/>
        </p:nvSpPr>
        <p:spPr>
          <a:xfrm>
            <a:off x="1" y="3505145"/>
            <a:ext cx="4844102" cy="6323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indent="0" algn="ctr">
              <a:lnSpc>
                <a:spcPct val="120000"/>
              </a:lnSpc>
              <a:buFont typeface="Arial" panose="020B0604020202020204" pitchFamily="34" charset="0"/>
              <a:buNone/>
              <a:defRPr sz="1200"/>
            </a:lvl1pPr>
          </a:lstStyle>
          <a:p>
            <a:pPr algn="r">
              <a:lnSpc>
                <a:spcPct val="130000"/>
              </a:lnSpc>
            </a:pPr>
            <a:r>
              <a:rPr lang="ko-KR" altLang="en-US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파괴적 혁신의 원칙</a:t>
            </a:r>
            <a:r>
              <a:rPr lang="en-US" altLang="ko-KR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‘Target</a:t>
            </a:r>
            <a:r>
              <a:rPr lang="ko-KR" altLang="en-US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</a:t>
            </a:r>
            <a:r>
              <a:rPr lang="en-US" altLang="ko-KR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Image’</a:t>
            </a:r>
          </a:p>
          <a:p>
            <a:pPr algn="r">
              <a:lnSpc>
                <a:spcPct val="130000"/>
              </a:lnSpc>
            </a:pPr>
            <a:r>
              <a:rPr lang="en-US" altLang="ko-KR" sz="1354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Apple</a:t>
            </a:r>
            <a:r>
              <a:rPr lang="ko-KR" altLang="en-US" sz="1354" dirty="0">
                <a:solidFill>
                  <a:schemeClr val="tx1">
                    <a:lumMod val="50000"/>
                    <a:lumOff val="50000"/>
                  </a:schemeClr>
                </a:solidFill>
              </a:rPr>
              <a:t>社</a:t>
            </a:r>
            <a:r>
              <a:rPr lang="en-US" altLang="ko-KR" sz="1354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  <a:r>
              <a:rPr lang="ko-KR" altLang="en-US" sz="1354" dirty="0">
                <a:solidFill>
                  <a:schemeClr val="tx1">
                    <a:lumMod val="50000"/>
                    <a:lumOff val="50000"/>
                  </a:schemeClr>
                </a:solidFill>
              </a:rPr>
              <a:t>단 하나의 </a:t>
            </a:r>
            <a:r>
              <a:rPr lang="ko-KR" altLang="en-US" sz="1354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홈버튼</a:t>
            </a:r>
            <a:r>
              <a:rPr lang="ko-KR" altLang="en-US" sz="1354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→ </a:t>
            </a:r>
            <a:r>
              <a:rPr lang="en-US" altLang="ko-KR" sz="1354" dirty="0">
                <a:solidFill>
                  <a:schemeClr val="tx1">
                    <a:lumMod val="50000"/>
                    <a:lumOff val="50000"/>
                  </a:schemeClr>
                </a:solidFill>
              </a:rPr>
              <a:t>HW/SW </a:t>
            </a:r>
            <a:r>
              <a:rPr lang="ko-KR" altLang="en-US" sz="1354" dirty="0">
                <a:solidFill>
                  <a:schemeClr val="tx1">
                    <a:lumMod val="50000"/>
                    <a:lumOff val="50000"/>
                  </a:schemeClr>
                </a:solidFill>
              </a:rPr>
              <a:t>재해석 → 시장 </a:t>
            </a:r>
            <a:r>
              <a:rPr lang="ko-KR" altLang="en-US" sz="1354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재패</a:t>
            </a:r>
            <a:r>
              <a:rPr lang="en-US" altLang="ko-KR" sz="1354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C706368-6B78-11FA-2895-21CA517DF46C}"/>
              </a:ext>
            </a:extLst>
          </p:cNvPr>
          <p:cNvSpPr txBox="1"/>
          <p:nvPr/>
        </p:nvSpPr>
        <p:spPr>
          <a:xfrm>
            <a:off x="7205885" y="3505147"/>
            <a:ext cx="4520937" cy="6331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171450" indent="-171450">
              <a:lnSpc>
                <a:spcPct val="140000"/>
              </a:lnSpc>
              <a:buFont typeface="Arial" panose="020B0604020202020204" pitchFamily="34" charset="0"/>
              <a:buChar char="•"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indent="0">
              <a:lnSpc>
                <a:spcPct val="130000"/>
              </a:lnSpc>
              <a:buNone/>
            </a:pPr>
            <a:r>
              <a:rPr lang="ko-KR" altLang="en-US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공사기간 </a:t>
            </a:r>
            <a:r>
              <a:rPr lang="en-US" altLang="ko-KR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30% </a:t>
            </a:r>
            <a:r>
              <a:rPr lang="ko-KR" altLang="en-US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압도적 단축</a:t>
            </a:r>
            <a:br>
              <a:rPr lang="en-US" altLang="ko-KR" sz="1477" dirty="0">
                <a:solidFill>
                  <a:schemeClr val="tx1"/>
                </a:solidFill>
              </a:rPr>
            </a:br>
            <a:r>
              <a:rPr lang="en-US" altLang="ko-KR" sz="1354" dirty="0"/>
              <a:t>"</a:t>
            </a:r>
            <a:r>
              <a:rPr lang="ko-KR" altLang="en-US" sz="1354" dirty="0"/>
              <a:t>얼마나 줄일까</a:t>
            </a:r>
            <a:r>
              <a:rPr lang="en-US" altLang="ko-KR" sz="1354" dirty="0"/>
              <a:t>"</a:t>
            </a:r>
            <a:r>
              <a:rPr lang="ko-KR" altLang="en-US" sz="1354" dirty="0"/>
              <a:t>가 아닌 </a:t>
            </a:r>
            <a:r>
              <a:rPr lang="en-US" altLang="ko-KR" sz="1354" dirty="0"/>
              <a:t>“</a:t>
            </a:r>
            <a:r>
              <a:rPr lang="ko-KR" altLang="en-US" sz="1354" dirty="0"/>
              <a:t>무엇을 바꿔야 하나</a:t>
            </a:r>
            <a:r>
              <a:rPr lang="en-US" altLang="ko-KR" sz="1354" dirty="0"/>
              <a:t>"</a:t>
            </a:r>
            <a:r>
              <a:rPr lang="ko-KR" altLang="en-US" sz="1354" dirty="0"/>
              <a:t>로 질문을 전환</a:t>
            </a:r>
            <a:endParaRPr lang="en-US" altLang="ko-KR" sz="1292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85B397F9-544B-DB98-063B-CE65A3032BF3}"/>
              </a:ext>
            </a:extLst>
          </p:cNvPr>
          <p:cNvSpPr txBox="1"/>
          <p:nvPr/>
        </p:nvSpPr>
        <p:spPr>
          <a:xfrm>
            <a:off x="902923" y="4470841"/>
            <a:ext cx="3941180" cy="6331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indent="0" algn="ctr">
              <a:lnSpc>
                <a:spcPct val="120000"/>
              </a:lnSpc>
              <a:buFont typeface="Arial" panose="020B0604020202020204" pitchFamily="34" charset="0"/>
              <a:buNone/>
              <a:defRPr sz="1200"/>
            </a:lvl1pPr>
          </a:lstStyle>
          <a:p>
            <a:pPr algn="r">
              <a:lnSpc>
                <a:spcPct val="130000"/>
              </a:lnSpc>
            </a:pPr>
            <a:r>
              <a:rPr lang="en-US" altLang="ko-KR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SUPEX</a:t>
            </a:r>
            <a:r>
              <a:rPr lang="ko-KR" altLang="en-US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가 조망하는 보이지 않는 장벽</a:t>
            </a:r>
            <a:endParaRPr lang="en-US" altLang="ko-KR" sz="1477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pPr algn="r">
              <a:lnSpc>
                <a:spcPct val="130000"/>
              </a:lnSpc>
            </a:pPr>
            <a:r>
              <a:rPr lang="ko-KR" altLang="en-US" sz="1354" dirty="0">
                <a:solidFill>
                  <a:schemeClr val="tx1">
                    <a:lumMod val="50000"/>
                    <a:lumOff val="50000"/>
                  </a:schemeClr>
                </a:solidFill>
              </a:rPr>
              <a:t>높은 목표 앞에서 비로소 넘어야 할 장애로 가시화</a:t>
            </a:r>
            <a:endParaRPr lang="en-US" altLang="ko-KR" sz="1354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D706224-DDD1-5E57-BB74-0F9D6C25D917}"/>
              </a:ext>
            </a:extLst>
          </p:cNvPr>
          <p:cNvSpPr txBox="1"/>
          <p:nvPr/>
        </p:nvSpPr>
        <p:spPr>
          <a:xfrm>
            <a:off x="7205885" y="4471276"/>
            <a:ext cx="4188129" cy="6331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171450" indent="-171450">
              <a:lnSpc>
                <a:spcPct val="140000"/>
              </a:lnSpc>
              <a:buFont typeface="Arial" panose="020B0604020202020204" pitchFamily="34" charset="0"/>
              <a:buChar char="•"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indent="0">
              <a:lnSpc>
                <a:spcPct val="130000"/>
              </a:lnSpc>
              <a:buNone/>
            </a:pPr>
            <a:r>
              <a:rPr lang="ko-KR" altLang="en-US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관행적 시공 방식의 한계</a:t>
            </a:r>
            <a:br>
              <a:rPr lang="en-US" altLang="ko-KR" sz="1477" dirty="0">
                <a:solidFill>
                  <a:schemeClr val="tx1"/>
                </a:solidFill>
              </a:rPr>
            </a:br>
            <a:r>
              <a:rPr lang="ko-KR" altLang="en-US" sz="1354" dirty="0"/>
              <a:t>기초</a:t>
            </a:r>
            <a:r>
              <a:rPr lang="en-US" altLang="ko-KR" sz="1354" dirty="0"/>
              <a:t>/</a:t>
            </a:r>
            <a:r>
              <a:rPr lang="ko-KR" altLang="en-US" sz="1354" dirty="0"/>
              <a:t>골조 구간의 현장 의존적 공법</a:t>
            </a:r>
            <a:r>
              <a:rPr lang="en-US" altLang="ko-KR" sz="1354" dirty="0"/>
              <a:t>,</a:t>
            </a:r>
            <a:r>
              <a:rPr lang="ko-KR" altLang="en-US" sz="1354" dirty="0"/>
              <a:t> 설계</a:t>
            </a:r>
            <a:r>
              <a:rPr lang="en-US" altLang="ko-KR" sz="1354" dirty="0"/>
              <a:t>-</a:t>
            </a:r>
            <a:r>
              <a:rPr lang="ko-KR" altLang="en-US" sz="1354" dirty="0"/>
              <a:t>현장 간 정보 단절</a:t>
            </a:r>
            <a:endParaRPr lang="en-US" altLang="ko-KR" sz="1292" dirty="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F07C2DD-D1AD-8F5C-826E-4AEFBE96967D}"/>
              </a:ext>
            </a:extLst>
          </p:cNvPr>
          <p:cNvSpPr txBox="1"/>
          <p:nvPr/>
        </p:nvSpPr>
        <p:spPr>
          <a:xfrm>
            <a:off x="0" y="5437405"/>
            <a:ext cx="4844103" cy="6331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indent="0" algn="ctr">
              <a:lnSpc>
                <a:spcPct val="120000"/>
              </a:lnSpc>
              <a:buFont typeface="Arial" panose="020B0604020202020204" pitchFamily="34" charset="0"/>
              <a:buNone/>
              <a:defRPr sz="1200"/>
            </a:lvl1pPr>
          </a:lstStyle>
          <a:p>
            <a:pPr algn="r">
              <a:lnSpc>
                <a:spcPct val="130000"/>
              </a:lnSpc>
            </a:pPr>
            <a:r>
              <a:rPr lang="ko-KR" altLang="en-US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시스템의 개선 아닌 재설계</a:t>
            </a:r>
            <a:endParaRPr lang="en-US" altLang="ko-KR" sz="1477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pPr algn="r">
              <a:lnSpc>
                <a:spcPct val="130000"/>
              </a:lnSpc>
            </a:pPr>
            <a:r>
              <a:rPr lang="ko-KR" altLang="en-US" sz="1354" dirty="0">
                <a:solidFill>
                  <a:schemeClr val="tx1">
                    <a:lumMod val="50000"/>
                    <a:lumOff val="50000"/>
                  </a:schemeClr>
                </a:solidFill>
              </a:rPr>
              <a:t>워크플로우를 근본적으로 바꾸는</a:t>
            </a:r>
            <a:r>
              <a:rPr lang="en-US" altLang="ko-KR" sz="1354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  <a:r>
              <a:rPr lang="ko-KR" altLang="en-US" sz="1354" dirty="0">
                <a:solidFill>
                  <a:schemeClr val="tx1">
                    <a:lumMod val="50000"/>
                    <a:lumOff val="50000"/>
                  </a:schemeClr>
                </a:solidFill>
              </a:rPr>
              <a:t>것이 시스템 한계를 돌파</a:t>
            </a:r>
            <a:endParaRPr lang="en-US" altLang="ko-KR" sz="1354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0A277744-A3EA-8B63-FFF1-DAB2C3D01A7E}"/>
              </a:ext>
            </a:extLst>
          </p:cNvPr>
          <p:cNvSpPr txBox="1"/>
          <p:nvPr/>
        </p:nvSpPr>
        <p:spPr>
          <a:xfrm>
            <a:off x="7205885" y="5437405"/>
            <a:ext cx="4604284" cy="6331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171450" indent="-171450">
              <a:lnSpc>
                <a:spcPct val="140000"/>
              </a:lnSpc>
              <a:buFont typeface="Arial" panose="020B0604020202020204" pitchFamily="34" charset="0"/>
              <a:buChar char="•"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indent="0">
              <a:lnSpc>
                <a:spcPct val="130000"/>
              </a:lnSpc>
              <a:buNone/>
            </a:pPr>
            <a:r>
              <a:rPr lang="ko-KR" altLang="en-US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워크플로우 리디자인</a:t>
            </a:r>
            <a:r>
              <a:rPr lang="en-US" altLang="ko-KR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: OSC* </a:t>
            </a:r>
            <a:r>
              <a:rPr lang="ko-KR" altLang="en-US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확대</a:t>
            </a:r>
            <a:br>
              <a:rPr lang="en-US" altLang="ko-KR" sz="1477" dirty="0">
                <a:solidFill>
                  <a:schemeClr val="tx1"/>
                </a:solidFill>
              </a:rPr>
            </a:br>
            <a:r>
              <a:rPr lang="ko-KR" altLang="en-US" sz="1354" dirty="0"/>
              <a:t>현장 작업을 공장 제작 전이</a:t>
            </a:r>
            <a:r>
              <a:rPr lang="en-US" altLang="ko-KR" sz="1354" dirty="0"/>
              <a:t>, AX</a:t>
            </a:r>
            <a:r>
              <a:rPr lang="ko-KR" altLang="en-US" sz="1354" dirty="0"/>
              <a:t>를 통한 리스크 </a:t>
            </a:r>
            <a:r>
              <a:rPr lang="ko-KR" altLang="en-US" sz="1354" dirty="0" err="1"/>
              <a:t>선제적</a:t>
            </a:r>
            <a:r>
              <a:rPr lang="ko-KR" altLang="en-US" sz="1354" dirty="0"/>
              <a:t> 통제</a:t>
            </a:r>
            <a:endParaRPr lang="en-US" altLang="ko-KR" sz="1292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73F1325-84E0-CE03-0740-D093E937DB3C}"/>
              </a:ext>
            </a:extLst>
          </p:cNvPr>
          <p:cNvSpPr txBox="1"/>
          <p:nvPr/>
        </p:nvSpPr>
        <p:spPr>
          <a:xfrm>
            <a:off x="10034255" y="6573745"/>
            <a:ext cx="1464825" cy="28033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ko-KR"/>
            </a:defPPr>
            <a:lvl1pPr algn="ctr">
              <a:lnSpc>
                <a:spcPct val="120000"/>
              </a:lnSpc>
              <a:defRPr sz="1200" spc="-6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1pPr>
          </a:lstStyle>
          <a:p>
            <a:pPr algn="l"/>
            <a:r>
              <a:rPr lang="en-US" altLang="ko-KR" sz="1108" i="1" dirty="0"/>
              <a:t>* Off-Site</a:t>
            </a:r>
            <a:r>
              <a:rPr lang="ko-KR" altLang="en-US" sz="1108" i="1" dirty="0"/>
              <a:t> </a:t>
            </a:r>
            <a:r>
              <a:rPr lang="en-US" altLang="ko-KR" sz="1108" i="1" dirty="0"/>
              <a:t>Construction</a:t>
            </a:r>
            <a:endParaRPr lang="ko-KR" altLang="en-US" sz="1108" b="1" i="1" u="sng" dirty="0">
              <a:solidFill>
                <a:schemeClr val="tx1"/>
              </a:solidFill>
            </a:endParaRPr>
          </a:p>
        </p:txBody>
      </p:sp>
      <p:sp>
        <p:nvSpPr>
          <p:cNvPr id="3" name="슬라이드 번호 개체 틀 24">
            <a:extLst>
              <a:ext uri="{FF2B5EF4-FFF2-40B4-BE49-F238E27FC236}">
                <a16:creationId xmlns:a16="http://schemas.microsoft.com/office/drawing/2014/main" id="{6F2F67D7-4E84-7D8C-E226-46210CA20403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11184566" y="7333539"/>
            <a:ext cx="673003" cy="127846"/>
          </a:xfrm>
        </p:spPr>
        <p:txBody>
          <a:bodyPr/>
          <a:lstStyle/>
          <a:p>
            <a:fld id="{3DFBBC6A-3425-4C62-80BA-0DDE16A15D08}" type="slidenum">
              <a:rPr lang="ko-KR" altLang="en-US" smtClean="0"/>
              <a:pPr/>
              <a:t>30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397004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C81CC2-C1B6-A479-2045-5E87989DB8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Box 34">
            <a:extLst>
              <a:ext uri="{FF2B5EF4-FFF2-40B4-BE49-F238E27FC236}">
                <a16:creationId xmlns:a16="http://schemas.microsoft.com/office/drawing/2014/main" id="{BE113427-0388-D904-A0AF-5CFF24891249}"/>
              </a:ext>
            </a:extLst>
          </p:cNvPr>
          <p:cNvSpPr txBox="1"/>
          <p:nvPr/>
        </p:nvSpPr>
        <p:spPr>
          <a:xfrm>
            <a:off x="652537" y="-499299"/>
            <a:ext cx="2324739" cy="4037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lnSpc>
                <a:spcPct val="110000"/>
              </a:lnSpc>
            </a:pPr>
            <a:r>
              <a:rPr lang="en-US" altLang="ko-KR" sz="1969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AX </a:t>
            </a:r>
            <a:r>
              <a:rPr lang="ko-KR" altLang="en-US" sz="1969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시대의 과제와 방향</a:t>
            </a:r>
            <a:endParaRPr lang="en-US" sz="1969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4ED6CA78-A5CE-A7ED-89F8-FCCA8B6D741C}"/>
              </a:ext>
            </a:extLst>
          </p:cNvPr>
          <p:cNvSpPr/>
          <p:nvPr/>
        </p:nvSpPr>
        <p:spPr>
          <a:xfrm>
            <a:off x="237189" y="-460109"/>
            <a:ext cx="354501" cy="35450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231" spc="25" dirty="0">
                <a:latin typeface="Montserrat ExtraBold" panose="00000900000000000000" pitchFamily="2" charset="0"/>
              </a:rPr>
              <a:t>6</a:t>
            </a:r>
          </a:p>
        </p:txBody>
      </p:sp>
      <p:sp>
        <p:nvSpPr>
          <p:cNvPr id="3" name="슬라이드 번호 개체 틀 24">
            <a:extLst>
              <a:ext uri="{FF2B5EF4-FFF2-40B4-BE49-F238E27FC236}">
                <a16:creationId xmlns:a16="http://schemas.microsoft.com/office/drawing/2014/main" id="{19265E1A-107E-4FB6-B8DC-7BB3F4FEC5C7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11184566" y="7333539"/>
            <a:ext cx="673003" cy="127846"/>
          </a:xfrm>
        </p:spPr>
        <p:txBody>
          <a:bodyPr/>
          <a:lstStyle/>
          <a:p>
            <a:fld id="{3DFBBC6A-3425-4C62-80BA-0DDE16A15D08}" type="slidenum">
              <a:rPr lang="ko-KR" altLang="en-US" smtClean="0"/>
              <a:pPr/>
              <a:t>31</a:t>
            </a:fld>
            <a:endParaRPr lang="ko-KR" altLang="en-US" dirty="0"/>
          </a:p>
        </p:txBody>
      </p:sp>
      <p:sp>
        <p:nvSpPr>
          <p:cNvPr id="5" name="텍스트 개체 틀 3">
            <a:extLst>
              <a:ext uri="{FF2B5EF4-FFF2-40B4-BE49-F238E27FC236}">
                <a16:creationId xmlns:a16="http://schemas.microsoft.com/office/drawing/2014/main" id="{B0658C8C-AD54-0D22-0E29-BFF4438A61FA}"/>
              </a:ext>
            </a:extLst>
          </p:cNvPr>
          <p:cNvSpPr txBox="1">
            <a:spLocks/>
          </p:cNvSpPr>
          <p:nvPr/>
        </p:nvSpPr>
        <p:spPr>
          <a:xfrm>
            <a:off x="2424483" y="361658"/>
            <a:ext cx="7343036" cy="389209"/>
          </a:xfrm>
          <a:prstGeom prst="rect">
            <a:avLst/>
          </a:prstGeom>
          <a:noFill/>
        </p:spPr>
        <p:txBody>
          <a:bodyPr vert="horz" wrap="none" lIns="0" tIns="0" rIns="0" bIns="0" rtlCol="0" anchor="t" anchorCtr="0">
            <a:spAutoFit/>
          </a:bodyPr>
          <a:lstStyle>
            <a:lvl1pPr marL="0" indent="0" algn="ctr" defTabSz="685800" rtl="0" eaLnBrk="1" latinLnBrk="0" hangingPunct="1">
              <a:spcBef>
                <a:spcPts val="0"/>
              </a:spcBef>
              <a:buFont typeface="Wingdings" panose="05000000000000000000" pitchFamily="2" charset="2"/>
              <a:buNone/>
              <a:defRPr lang="ko-KR" altLang="en-US" sz="1800" b="1" kern="1200" baseline="0" dirty="0" smtClean="0">
                <a:solidFill>
                  <a:schemeClr val="accent6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1pPr>
            <a:lvl2pPr marL="130969" indent="0" algn="l" defTabSz="685800" rtl="0" eaLnBrk="1" latinLnBrk="0" hangingPunct="1">
              <a:spcBef>
                <a:spcPts val="0"/>
              </a:spcBef>
              <a:buFont typeface="Arial" panose="020B0604020202020204" pitchFamily="34" charset="0"/>
              <a:buNone/>
              <a:defRPr sz="1350" kern="120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2pPr>
            <a:lvl3pPr marL="403622" indent="-130969" algn="l" defTabSz="685800" rtl="0" eaLnBrk="1" latinLnBrk="0" hangingPunct="1">
              <a:spcBef>
                <a:spcPts val="0"/>
              </a:spcBef>
              <a:buFont typeface="바탕" panose="02030600000101010101" pitchFamily="18" charset="-127"/>
              <a:buChar char="∙"/>
              <a:defRPr sz="1350" kern="120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3pPr>
            <a:lvl4pPr marL="12001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15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5430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15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18859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1125444" latinLnBrk="1">
              <a:lnSpc>
                <a:spcPct val="110000"/>
              </a:lnSpc>
            </a:pPr>
            <a:r>
              <a:rPr lang="en-US" altLang="ko-KR" sz="2462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AX </a:t>
            </a:r>
            <a:r>
              <a:rPr lang="ko-KR" altLang="en-US" sz="2462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시대</a:t>
            </a:r>
            <a:r>
              <a:rPr lang="en-US" altLang="ko-KR" sz="2462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, VWBE</a:t>
            </a:r>
            <a:r>
              <a:rPr lang="ko-KR" altLang="en-US" sz="2462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와 패기가 발현이 가속화되는 경영으로의 진화</a:t>
            </a:r>
            <a:endParaRPr lang="en-US" altLang="ko-KR" sz="2462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9CD74EE-872E-4026-723F-B0A4479C236F}"/>
              </a:ext>
            </a:extLst>
          </p:cNvPr>
          <p:cNvSpPr txBox="1"/>
          <p:nvPr/>
        </p:nvSpPr>
        <p:spPr>
          <a:xfrm>
            <a:off x="2566305" y="6118868"/>
            <a:ext cx="2057423" cy="3258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lnSpc>
                <a:spcPct val="110000"/>
              </a:lnSpc>
            </a:pPr>
            <a:r>
              <a:rPr lang="ko-KR" altLang="en-US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전략</a:t>
            </a:r>
            <a:r>
              <a:rPr lang="en-US" altLang="ko-KR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1. </a:t>
            </a:r>
            <a:r>
              <a:rPr lang="ko-KR" altLang="en-US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지능형 </a:t>
            </a:r>
            <a:r>
              <a:rPr lang="ko-KR" altLang="en-US" sz="1477" spc="-74" dirty="0" err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일처리</a:t>
            </a:r>
            <a:r>
              <a:rPr lang="ko-KR" altLang="en-US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 </a:t>
            </a:r>
            <a:r>
              <a:rPr lang="en-US" altLang="ko-KR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5</a:t>
            </a:r>
            <a:r>
              <a:rPr lang="ko-KR" altLang="en-US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단계</a:t>
            </a:r>
            <a:endParaRPr lang="en-US" sz="1477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C4F8C5F9-FE94-86B6-8A59-94873660BF8C}"/>
              </a:ext>
            </a:extLst>
          </p:cNvPr>
          <p:cNvCxnSpPr>
            <a:cxnSpLocks/>
          </p:cNvCxnSpPr>
          <p:nvPr/>
        </p:nvCxnSpPr>
        <p:spPr>
          <a:xfrm flipV="1">
            <a:off x="2684480" y="6532029"/>
            <a:ext cx="2299569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4803E8D2-5F48-A839-497A-4D11AEE48B7C}"/>
              </a:ext>
            </a:extLst>
          </p:cNvPr>
          <p:cNvSpPr txBox="1"/>
          <p:nvPr/>
        </p:nvSpPr>
        <p:spPr>
          <a:xfrm>
            <a:off x="5135322" y="6118868"/>
            <a:ext cx="1823128" cy="3258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lnSpc>
                <a:spcPct val="110000"/>
              </a:lnSpc>
            </a:pPr>
            <a:r>
              <a:rPr lang="ko-KR" altLang="en-US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전략</a:t>
            </a:r>
            <a:r>
              <a:rPr lang="en-US" altLang="ko-KR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2. </a:t>
            </a:r>
            <a:r>
              <a:rPr lang="ko-KR" altLang="en-US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본질적 문제 집중</a:t>
            </a:r>
            <a:endParaRPr lang="en-US" sz="1477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97B136F1-E8BF-29A5-7FA4-AA6F29346921}"/>
              </a:ext>
            </a:extLst>
          </p:cNvPr>
          <p:cNvCxnSpPr>
            <a:cxnSpLocks/>
          </p:cNvCxnSpPr>
          <p:nvPr/>
        </p:nvCxnSpPr>
        <p:spPr>
          <a:xfrm flipV="1">
            <a:off x="5258428" y="6532029"/>
            <a:ext cx="2299569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987B136F-445B-3F04-A8BD-EA17A720C9CA}"/>
              </a:ext>
            </a:extLst>
          </p:cNvPr>
          <p:cNvSpPr txBox="1"/>
          <p:nvPr/>
        </p:nvSpPr>
        <p:spPr>
          <a:xfrm>
            <a:off x="7689986" y="6118868"/>
            <a:ext cx="1938929" cy="3258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lnSpc>
                <a:spcPct val="110000"/>
              </a:lnSpc>
            </a:pPr>
            <a:r>
              <a:rPr lang="ko-KR" altLang="en-US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전략</a:t>
            </a:r>
            <a:r>
              <a:rPr lang="en-US" altLang="ko-KR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3. ‘</a:t>
            </a:r>
            <a:r>
              <a:rPr lang="ko-KR" altLang="en-US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사람</a:t>
            </a:r>
            <a:r>
              <a:rPr lang="en-US" altLang="ko-KR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’</a:t>
            </a:r>
            <a:r>
              <a:rPr lang="ko-KR" altLang="en-US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의 패기 발현</a:t>
            </a:r>
            <a:r>
              <a:rPr lang="en-US" altLang="ko-KR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 </a:t>
            </a:r>
            <a:endParaRPr lang="en-US" sz="1477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BD922EDF-B54E-C7F9-CAD8-22EC7A6F959E}"/>
              </a:ext>
            </a:extLst>
          </p:cNvPr>
          <p:cNvCxnSpPr>
            <a:cxnSpLocks/>
          </p:cNvCxnSpPr>
          <p:nvPr/>
        </p:nvCxnSpPr>
        <p:spPr>
          <a:xfrm flipV="1">
            <a:off x="7830248" y="6532029"/>
            <a:ext cx="2299569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CF634C61-4BEC-E55A-FD3D-E8D1B3F0BB49}"/>
              </a:ext>
            </a:extLst>
          </p:cNvPr>
          <p:cNvSpPr txBox="1"/>
          <p:nvPr/>
        </p:nvSpPr>
        <p:spPr>
          <a:xfrm>
            <a:off x="2565661" y="6598734"/>
            <a:ext cx="2418389" cy="5720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354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8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직관과 수작업에 의존하던 장애요인 도출을 </a:t>
            </a:r>
            <a:r>
              <a:rPr lang="en-US" altLang="ko-KR" sz="1354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8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AI </a:t>
            </a:r>
            <a:r>
              <a:rPr lang="ko-KR" altLang="en-US" sz="1354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8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시뮬레이션으로 대체</a:t>
            </a:r>
            <a:endParaRPr lang="en-US" altLang="ko-KR" sz="1354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85000"/>
                  <a:lumOff val="15000"/>
                  <a:alpha val="80000"/>
                </a:schemeClr>
              </a:solidFill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9B9B801-34BA-D63D-3515-966B2473A0E5}"/>
              </a:ext>
            </a:extLst>
          </p:cNvPr>
          <p:cNvSpPr txBox="1"/>
          <p:nvPr/>
        </p:nvSpPr>
        <p:spPr>
          <a:xfrm>
            <a:off x="5136735" y="6598734"/>
            <a:ext cx="2510577" cy="5720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354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8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데이터 취합 및 단순</a:t>
            </a:r>
            <a:r>
              <a:rPr lang="en-US" altLang="ko-KR" sz="1354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8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/</a:t>
            </a:r>
            <a:r>
              <a:rPr lang="ko-KR" altLang="en-US" sz="1354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8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반복 가공 등 </a:t>
            </a:r>
            <a:endParaRPr lang="en-US" altLang="ko-KR" sz="1354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85000"/>
                  <a:lumOff val="15000"/>
                  <a:alpha val="80000"/>
                </a:schemeClr>
              </a:solidFill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pPr>
              <a:lnSpc>
                <a:spcPct val="120000"/>
              </a:lnSpc>
            </a:pPr>
            <a:r>
              <a:rPr lang="en-US" altLang="ko-KR" sz="1354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8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'BE Killer' </a:t>
            </a:r>
            <a:r>
              <a:rPr lang="ko-KR" altLang="en-US" sz="1354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8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업무를 </a:t>
            </a:r>
            <a:r>
              <a:rPr lang="en-US" altLang="ko-KR" sz="1354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8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AI</a:t>
            </a:r>
            <a:r>
              <a:rPr lang="ko-KR" altLang="en-US" sz="1354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8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에게 이관</a:t>
            </a:r>
            <a:endParaRPr lang="en-US" altLang="ko-KR" sz="1354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85000"/>
                  <a:lumOff val="15000"/>
                  <a:alpha val="80000"/>
                </a:schemeClr>
              </a:solidFill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110C4B9-D5C0-9938-A0C9-6E825FC5CA8B}"/>
              </a:ext>
            </a:extLst>
          </p:cNvPr>
          <p:cNvSpPr txBox="1"/>
          <p:nvPr/>
        </p:nvSpPr>
        <p:spPr>
          <a:xfrm>
            <a:off x="7705616" y="6598734"/>
            <a:ext cx="2600143" cy="5720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354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8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불가능해 보이는 목표를 도전하는 것은  </a:t>
            </a:r>
            <a:r>
              <a:rPr lang="en-US" altLang="ko-KR" sz="1354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8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AI</a:t>
            </a:r>
            <a:r>
              <a:rPr lang="ko-KR" altLang="en-US" sz="1354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8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가 아닌 </a:t>
            </a:r>
            <a:r>
              <a:rPr lang="en-US" altLang="ko-KR" sz="1354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8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‘</a:t>
            </a:r>
            <a:r>
              <a:rPr lang="ko-KR" altLang="en-US" sz="1354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8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사람의 패기</a:t>
            </a:r>
            <a:r>
              <a:rPr lang="en-US" altLang="ko-KR" sz="1354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8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’</a:t>
            </a:r>
            <a:r>
              <a:rPr lang="ko-KR" altLang="en-US" sz="1354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8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로만 가능</a:t>
            </a:r>
            <a:endParaRPr lang="en-US" altLang="ko-KR" sz="1354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85000"/>
                  <a:lumOff val="15000"/>
                  <a:alpha val="80000"/>
                </a:schemeClr>
              </a:solidFill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75FAA2D3-8765-95F6-9D18-9C785ECCA737}"/>
              </a:ext>
            </a:extLst>
          </p:cNvPr>
          <p:cNvSpPr/>
          <p:nvPr/>
        </p:nvSpPr>
        <p:spPr>
          <a:xfrm>
            <a:off x="1319468" y="1146578"/>
            <a:ext cx="1004421" cy="197411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1477" b="1" dirty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</a:rPr>
              <a:t>과제</a:t>
            </a:r>
            <a:endParaRPr lang="en-US" altLang="ko-KR" sz="1477" b="1" dirty="0">
              <a:solidFill>
                <a:schemeClr val="tx1"/>
              </a:solidFill>
              <a:latin typeface="Pretendard" panose="02000503000000020004" pitchFamily="50" charset="-127"/>
              <a:ea typeface="Pretendard" panose="02000503000000020004" pitchFamily="50" charset="-127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D8865355-13E2-61B7-A9AB-6B245EDD72C7}"/>
              </a:ext>
            </a:extLst>
          </p:cNvPr>
          <p:cNvSpPr/>
          <p:nvPr/>
        </p:nvSpPr>
        <p:spPr>
          <a:xfrm>
            <a:off x="1319468" y="3364931"/>
            <a:ext cx="1004421" cy="383309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1477" b="1" dirty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</a:rPr>
              <a:t>방향</a:t>
            </a:r>
            <a:endParaRPr lang="en-US" altLang="ko-KR" sz="1477" b="1" dirty="0">
              <a:solidFill>
                <a:schemeClr val="tx1"/>
              </a:solidFill>
              <a:latin typeface="Pretendard" panose="02000503000000020004" pitchFamily="50" charset="-127"/>
              <a:ea typeface="Pretendard" panose="02000503000000020004" pitchFamily="50" charset="-127"/>
            </a:endParaRPr>
          </a:p>
        </p:txBody>
      </p:sp>
      <p:cxnSp>
        <p:nvCxnSpPr>
          <p:cNvPr id="48" name="직선 연결선 47">
            <a:extLst>
              <a:ext uri="{FF2B5EF4-FFF2-40B4-BE49-F238E27FC236}">
                <a16:creationId xmlns:a16="http://schemas.microsoft.com/office/drawing/2014/main" id="{944CA216-9DF1-A42F-6725-2A9DCD86B118}"/>
              </a:ext>
            </a:extLst>
          </p:cNvPr>
          <p:cNvCxnSpPr>
            <a:cxnSpLocks/>
          </p:cNvCxnSpPr>
          <p:nvPr/>
        </p:nvCxnSpPr>
        <p:spPr>
          <a:xfrm>
            <a:off x="1319468" y="3228774"/>
            <a:ext cx="9114070" cy="0"/>
          </a:xfrm>
          <a:prstGeom prst="line">
            <a:avLst/>
          </a:prstGeom>
          <a:solidFill>
            <a:schemeClr val="bg1"/>
          </a:solidFill>
          <a:ln w="6350">
            <a:solidFill>
              <a:schemeClr val="bg1">
                <a:lumMod val="6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E5E885B0-185F-A10A-DE4E-4BB6597E28A5}"/>
              </a:ext>
            </a:extLst>
          </p:cNvPr>
          <p:cNvSpPr txBox="1"/>
          <p:nvPr/>
        </p:nvSpPr>
        <p:spPr>
          <a:xfrm>
            <a:off x="2684481" y="1212297"/>
            <a:ext cx="5885825" cy="318549"/>
          </a:xfrm>
          <a:prstGeom prst="rect">
            <a:avLst/>
          </a:prstGeom>
          <a:noFill/>
        </p:spPr>
        <p:txBody>
          <a:bodyPr wrap="square" lIns="0" bIns="0" rtlCol="0">
            <a:spAutoFit/>
          </a:bodyPr>
          <a:lstStyle>
            <a:defPPr>
              <a:defRPr lang="ko-KR"/>
            </a:defPPr>
            <a:lvl1pPr indent="0" algn="r">
              <a:lnSpc>
                <a:spcPct val="110000"/>
              </a:lnSpc>
              <a:buFont typeface="Wingdings" panose="05000000000000000000" pitchFamily="2" charset="2"/>
              <a:buNone/>
              <a:defRPr sz="1600" spc="-8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defRPr>
            </a:lvl1pPr>
          </a:lstStyle>
          <a:p>
            <a:pPr algn="l"/>
            <a:r>
              <a:rPr lang="ko-KR" altLang="en-US" sz="1723" dirty="0"/>
              <a:t>현실의 벽</a:t>
            </a:r>
            <a:r>
              <a:rPr lang="en-US" altLang="ko-KR" sz="1723" dirty="0"/>
              <a:t>: </a:t>
            </a:r>
            <a:r>
              <a:rPr lang="ko-KR" altLang="en-US" sz="1723" dirty="0"/>
              <a:t>우리가 </a:t>
            </a:r>
            <a:r>
              <a:rPr lang="en-US" altLang="ko-KR" sz="1723" dirty="0"/>
              <a:t>VWBE</a:t>
            </a:r>
            <a:r>
              <a:rPr lang="ko-KR" altLang="en-US" sz="1723" dirty="0"/>
              <a:t>에 몰입하지 못하는 현실적 이유</a:t>
            </a:r>
            <a:endParaRPr lang="en-US" sz="1477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4178A85-1AC9-27D0-4D64-C915CB291B0E}"/>
              </a:ext>
            </a:extLst>
          </p:cNvPr>
          <p:cNvSpPr txBox="1"/>
          <p:nvPr/>
        </p:nvSpPr>
        <p:spPr>
          <a:xfrm>
            <a:off x="2566304" y="1769638"/>
            <a:ext cx="990143" cy="3258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lnSpc>
                <a:spcPct val="110000"/>
              </a:lnSpc>
            </a:pPr>
            <a:r>
              <a:rPr lang="ko-KR" altLang="en-US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행정적 부채</a:t>
            </a:r>
            <a:endParaRPr lang="en-US" sz="1477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BF5E4C4-033D-6919-E969-8800C61F4864}"/>
              </a:ext>
            </a:extLst>
          </p:cNvPr>
          <p:cNvSpPr txBox="1"/>
          <p:nvPr/>
        </p:nvSpPr>
        <p:spPr>
          <a:xfrm>
            <a:off x="2565661" y="2167455"/>
            <a:ext cx="2418389" cy="8221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354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8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과거보다 수만 배 늘어난 데이터와 변수 속에서</a:t>
            </a:r>
            <a:r>
              <a:rPr lang="en-US" altLang="ko-KR" sz="1354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8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, </a:t>
            </a:r>
            <a:r>
              <a:rPr lang="ko-KR" altLang="en-US" sz="1354" spc="-74" dirty="0" err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8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일처리</a:t>
            </a:r>
            <a:r>
              <a:rPr lang="ko-KR" altLang="en-US" sz="1354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8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</a:t>
            </a:r>
            <a:r>
              <a:rPr lang="en-US" altLang="ko-KR" sz="1354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8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5</a:t>
            </a:r>
            <a:r>
              <a:rPr lang="ko-KR" altLang="en-US" sz="1354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8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단계 분석은 오히려 </a:t>
            </a:r>
            <a:r>
              <a:rPr lang="en-US" altLang="ko-KR" sz="1354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8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'</a:t>
            </a:r>
            <a:r>
              <a:rPr lang="ko-KR" altLang="en-US" sz="1354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8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행정적 부채</a:t>
            </a:r>
            <a:r>
              <a:rPr lang="en-US" altLang="ko-KR" sz="1354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8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'</a:t>
            </a:r>
            <a:r>
              <a:rPr lang="ko-KR" altLang="en-US" sz="1354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8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로 체감</a:t>
            </a:r>
            <a:endParaRPr lang="en-US" altLang="ko-KR" sz="1354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85000"/>
                  <a:lumOff val="15000"/>
                  <a:alpha val="80000"/>
                </a:schemeClr>
              </a:solidFill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EC8B5BD-E4BB-8A14-C315-A607E413C660}"/>
              </a:ext>
            </a:extLst>
          </p:cNvPr>
          <p:cNvSpPr txBox="1"/>
          <p:nvPr/>
        </p:nvSpPr>
        <p:spPr>
          <a:xfrm>
            <a:off x="5198596" y="1769638"/>
            <a:ext cx="990143" cy="3258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lnSpc>
                <a:spcPct val="110000"/>
              </a:lnSpc>
            </a:pPr>
            <a:r>
              <a:rPr lang="ko-KR" altLang="en-US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리소스 부족</a:t>
            </a:r>
            <a:endParaRPr lang="en-US" sz="1477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F571EF2-39CD-EB72-84A7-5F985005D873}"/>
              </a:ext>
            </a:extLst>
          </p:cNvPr>
          <p:cNvSpPr txBox="1"/>
          <p:nvPr/>
        </p:nvSpPr>
        <p:spPr>
          <a:xfrm>
            <a:off x="5197953" y="2167455"/>
            <a:ext cx="2418389" cy="8221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354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8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반복 업무와 파편화된 보고 체계가 지적 몰입</a:t>
            </a:r>
            <a:r>
              <a:rPr lang="en-US" altLang="ko-KR" sz="1354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8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(Brain Engagement)</a:t>
            </a:r>
            <a:r>
              <a:rPr lang="ko-KR" altLang="en-US" sz="1354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8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을 위한 시간과 여유 부족</a:t>
            </a:r>
            <a:endParaRPr lang="en-US" altLang="ko-KR" sz="1354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85000"/>
                  <a:lumOff val="15000"/>
                  <a:alpha val="80000"/>
                </a:schemeClr>
              </a:solidFill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25E8F49-AF5F-B033-D209-EB9CCF7B470D}"/>
              </a:ext>
            </a:extLst>
          </p:cNvPr>
          <p:cNvSpPr txBox="1"/>
          <p:nvPr/>
        </p:nvSpPr>
        <p:spPr>
          <a:xfrm>
            <a:off x="7830888" y="1769638"/>
            <a:ext cx="990143" cy="3258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lnSpc>
                <a:spcPct val="110000"/>
              </a:lnSpc>
            </a:pPr>
            <a:r>
              <a:rPr lang="ko-KR" altLang="en-US" sz="1477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심리적 허들</a:t>
            </a:r>
            <a:endParaRPr lang="en-US" sz="1477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2D98219-6EEB-BF95-CD5A-E3BB2E3C8D15}"/>
              </a:ext>
            </a:extLst>
          </p:cNvPr>
          <p:cNvSpPr txBox="1"/>
          <p:nvPr/>
        </p:nvSpPr>
        <p:spPr>
          <a:xfrm>
            <a:off x="7830244" y="2167455"/>
            <a:ext cx="2418389" cy="8221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354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8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파격적 목표를 마주할 때</a:t>
            </a:r>
            <a:r>
              <a:rPr lang="en-US" altLang="ko-KR" sz="1354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8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, </a:t>
            </a:r>
            <a:r>
              <a:rPr lang="ko-KR" altLang="en-US" sz="1354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8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혁신의 기회보다 </a:t>
            </a:r>
            <a:r>
              <a:rPr lang="en-US" altLang="ko-KR" sz="1354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8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'</a:t>
            </a:r>
            <a:r>
              <a:rPr lang="ko-KR" altLang="en-US" sz="1354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8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불가능한 숙제</a:t>
            </a:r>
            <a:r>
              <a:rPr lang="en-US" altLang="ko-KR" sz="1354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8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'</a:t>
            </a:r>
            <a:r>
              <a:rPr lang="ko-KR" altLang="en-US" sz="1354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8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로 인식하는 자기 검열 발생</a:t>
            </a:r>
            <a:endParaRPr lang="en-US" altLang="ko-KR" sz="1354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85000"/>
                  <a:lumOff val="15000"/>
                  <a:alpha val="80000"/>
                </a:schemeClr>
              </a:solidFill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64557DE7-C9B9-F476-987A-018864A7B090}"/>
              </a:ext>
            </a:extLst>
          </p:cNvPr>
          <p:cNvSpPr txBox="1"/>
          <p:nvPr/>
        </p:nvSpPr>
        <p:spPr>
          <a:xfrm>
            <a:off x="2684481" y="3379841"/>
            <a:ext cx="5885825" cy="318549"/>
          </a:xfrm>
          <a:prstGeom prst="rect">
            <a:avLst/>
          </a:prstGeom>
          <a:noFill/>
        </p:spPr>
        <p:txBody>
          <a:bodyPr wrap="square" lIns="0" bIns="0" rtlCol="0">
            <a:spAutoFit/>
          </a:bodyPr>
          <a:lstStyle>
            <a:defPPr>
              <a:defRPr lang="ko-KR"/>
            </a:defPPr>
            <a:lvl1pPr indent="0" algn="r">
              <a:lnSpc>
                <a:spcPct val="110000"/>
              </a:lnSpc>
              <a:buFont typeface="Wingdings" panose="05000000000000000000" pitchFamily="2" charset="2"/>
              <a:buNone/>
              <a:defRPr sz="1600" spc="-8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defRPr>
            </a:lvl1pPr>
          </a:lstStyle>
          <a:p>
            <a:pPr algn="l"/>
            <a:r>
              <a:rPr lang="en-US" altLang="ko-KR" sz="1723" dirty="0"/>
              <a:t>VWBE Enablement with AI: AI</a:t>
            </a:r>
            <a:r>
              <a:rPr lang="ko-KR" altLang="en-US" sz="1723" dirty="0"/>
              <a:t>를 통한 지적 몰입 환경 구현</a:t>
            </a:r>
            <a:endParaRPr lang="en-US" sz="1477" dirty="0"/>
          </a:p>
        </p:txBody>
      </p:sp>
      <p:pic>
        <p:nvPicPr>
          <p:cNvPr id="3078" name="Picture 6" descr="스토리 핀 이미지">
            <a:extLst>
              <a:ext uri="{FF2B5EF4-FFF2-40B4-BE49-F238E27FC236}">
                <a16:creationId xmlns:a16="http://schemas.microsoft.com/office/drawing/2014/main" id="{8ADA6CBC-27C2-1E06-B119-D4D55F963AC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697" t="33029" b="14950"/>
          <a:stretch>
            <a:fillRect/>
          </a:stretch>
        </p:blipFill>
        <p:spPr bwMode="auto">
          <a:xfrm>
            <a:off x="2630448" y="3894933"/>
            <a:ext cx="2337374" cy="21457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2" name="Picture 10" descr="스토리 핀 이미지">
            <a:extLst>
              <a:ext uri="{FF2B5EF4-FFF2-40B4-BE49-F238E27FC236}">
                <a16:creationId xmlns:a16="http://schemas.microsoft.com/office/drawing/2014/main" id="{AB0616CF-221E-9D4D-E8B1-11994B55377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610" b="22246"/>
          <a:stretch>
            <a:fillRect/>
          </a:stretch>
        </p:blipFill>
        <p:spPr bwMode="auto">
          <a:xfrm>
            <a:off x="5247267" y="3894934"/>
            <a:ext cx="2301951" cy="21457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4" name="Picture 12">
            <a:extLst>
              <a:ext uri="{FF2B5EF4-FFF2-40B4-BE49-F238E27FC236}">
                <a16:creationId xmlns:a16="http://schemas.microsoft.com/office/drawing/2014/main" id="{27D74BD3-621E-50BC-EE43-E2D51FF54E6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alphaModFix amt="85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colorTemperature colorTemp="5300"/>
                    </a14:imgEffect>
                    <a14:imgEffect>
                      <a14:saturation sat="66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1830" b="4195"/>
          <a:stretch>
            <a:fillRect/>
          </a:stretch>
        </p:blipFill>
        <p:spPr bwMode="auto">
          <a:xfrm>
            <a:off x="7828663" y="3894933"/>
            <a:ext cx="2279301" cy="21419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676685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5379C8-F7A3-E697-A879-0C3C8BBC4A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C3491E-37D3-CC7D-9B2D-E248C8BA322C}"/>
              </a:ext>
            </a:extLst>
          </p:cNvPr>
          <p:cNvSpPr txBox="1">
            <a:spLocks/>
          </p:cNvSpPr>
          <p:nvPr/>
        </p:nvSpPr>
        <p:spPr>
          <a:xfrm>
            <a:off x="4394412" y="3163839"/>
            <a:ext cx="3403175" cy="544701"/>
          </a:xfrm>
          <a:prstGeom prst="rect">
            <a:avLst/>
          </a:prstGeom>
          <a:noFill/>
        </p:spPr>
        <p:txBody>
          <a:bodyPr vert="horz" wrap="none" lIns="0" tIns="0" rIns="0" bIns="0" rtlCol="0" anchor="t" anchorCtr="0">
            <a:spAutoFit/>
          </a:bodyPr>
          <a:lstStyle>
            <a:defPPr>
              <a:defRPr lang="ko-KR"/>
            </a:defPPr>
            <a:lvl1pPr indent="0" algn="ctr">
              <a:lnSpc>
                <a:spcPct val="110000"/>
              </a:lnSpc>
              <a:spcBef>
                <a:spcPts val="0"/>
              </a:spcBef>
              <a:buFont typeface="Wingdings" panose="05000000000000000000" pitchFamily="2" charset="2"/>
              <a:buNone/>
              <a:defRPr sz="2000" b="1" spc="-60" baseline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defRPr>
            </a:lvl1pPr>
            <a:lvl2pPr marL="130969" indent="0" defTabSz="685800" latinLnBrk="0">
              <a:spcBef>
                <a:spcPts val="0"/>
              </a:spcBef>
              <a:buFont typeface="Arial" panose="020B0604020202020204" pitchFamily="34" charset="0"/>
              <a:buNone/>
              <a:defRPr sz="135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2pPr>
            <a:lvl3pPr marL="403622" indent="-130969" defTabSz="685800" latinLnBrk="0">
              <a:spcBef>
                <a:spcPts val="0"/>
              </a:spcBef>
              <a:buFont typeface="바탕" panose="02030600000101010101" pitchFamily="18" charset="-127"/>
              <a:buChar char="∙"/>
              <a:defRPr sz="135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3pPr>
            <a:lvl4pPr marL="1200150" indent="-171450" defTabSz="685800">
              <a:spcBef>
                <a:spcPct val="20000"/>
              </a:spcBef>
              <a:buFont typeface="Arial" panose="020B0604020202020204" pitchFamily="34" charset="0"/>
              <a:buChar char="–"/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543050" indent="-171450" defTabSz="685800">
              <a:spcBef>
                <a:spcPct val="20000"/>
              </a:spcBef>
              <a:buFont typeface="Arial" panose="020B0604020202020204" pitchFamily="34" charset="0"/>
              <a:buChar char="»"/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1885950" indent="-171450" defTabSz="685800">
              <a:spcBef>
                <a:spcPct val="20000"/>
              </a:spcBef>
              <a:buFont typeface="Arial" panose="020B0604020202020204" pitchFamily="34" charset="0"/>
              <a:buChar char="•"/>
              <a:defRPr sz="1500"/>
            </a:lvl6pPr>
            <a:lvl7pPr marL="2228850" indent="-171450" defTabSz="685800">
              <a:spcBef>
                <a:spcPct val="20000"/>
              </a:spcBef>
              <a:buFont typeface="Arial" panose="020B0604020202020204" pitchFamily="34" charset="0"/>
              <a:buChar char="•"/>
              <a:defRPr sz="1500"/>
            </a:lvl7pPr>
            <a:lvl8pPr marL="2571750" indent="-171450" defTabSz="685800">
              <a:spcBef>
                <a:spcPct val="20000"/>
              </a:spcBef>
              <a:buFont typeface="Arial" panose="020B0604020202020204" pitchFamily="34" charset="0"/>
              <a:buChar char="•"/>
              <a:defRPr sz="1500"/>
            </a:lvl8pPr>
            <a:lvl9pPr marL="2914650" indent="-171450" defTabSz="685800">
              <a:spcBef>
                <a:spcPct val="20000"/>
              </a:spcBef>
              <a:buFont typeface="Arial" panose="020B0604020202020204" pitchFamily="34" charset="0"/>
              <a:buChar char="•"/>
              <a:defRPr sz="1500"/>
            </a:lvl9pPr>
          </a:lstStyle>
          <a:p>
            <a:r>
              <a:rPr lang="en-US" altLang="ko-KR" sz="3446" dirty="0"/>
              <a:t>End of Document</a:t>
            </a:r>
          </a:p>
        </p:txBody>
      </p:sp>
    </p:spTree>
    <p:extLst>
      <p:ext uri="{BB962C8B-B14F-4D97-AF65-F5344CB8AC3E}">
        <p14:creationId xmlns:p14="http://schemas.microsoft.com/office/powerpoint/2010/main" val="3720561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44">
            <a:extLst>
              <a:ext uri="{FF2B5EF4-FFF2-40B4-BE49-F238E27FC236}">
                <a16:creationId xmlns:a16="http://schemas.microsoft.com/office/drawing/2014/main" id="{BD6BF05A-7A46-4216-9A3D-CEFDC84B47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66762" y="5298079"/>
            <a:ext cx="3258476" cy="649778"/>
          </a:xfrm>
          <a:prstGeom prst="rect">
            <a:avLst/>
          </a:prstGeom>
          <a:noFill/>
          <a:ln w="28575">
            <a:noFill/>
            <a:miter lim="800000"/>
            <a:headEnd/>
            <a:tailEnd/>
          </a:ln>
        </p:spPr>
        <p:txBody>
          <a:bodyPr wrap="none" lIns="0" tIns="0" rIns="0" bIns="0" anchor="t"/>
          <a:lstStyle/>
          <a:p>
            <a:pPr algn="ctr" defTabSz="843823" latinLnBrk="0">
              <a:lnSpc>
                <a:spcPct val="130000"/>
              </a:lnSpc>
              <a:spcAft>
                <a:spcPts val="554"/>
              </a:spcAft>
              <a:defRPr/>
            </a:pPr>
            <a:r>
              <a:rPr lang="en-US" altLang="ko-KR" sz="2215" b="1" kern="0" dirty="0">
                <a:latin typeface="+mj-ea"/>
                <a:ea typeface="+mj-ea"/>
                <a:cs typeface="Pretendard" panose="02000503000000020004" pitchFamily="50" charset="-127"/>
              </a:rPr>
              <a:t>DT</a:t>
            </a:r>
            <a:r>
              <a:rPr lang="ko-KR" altLang="en-US" sz="2215" b="1" kern="0" dirty="0">
                <a:latin typeface="+mj-ea"/>
                <a:ea typeface="+mj-ea"/>
                <a:cs typeface="Pretendard" panose="02000503000000020004" pitchFamily="50" charset="-127"/>
              </a:rPr>
              <a:t>플랫폼 담당</a:t>
            </a:r>
            <a:br>
              <a:rPr lang="en-US" altLang="ko-KR" sz="2215" b="1" kern="0" dirty="0">
                <a:latin typeface="+mj-ea"/>
                <a:ea typeface="+mj-ea"/>
                <a:cs typeface="Pretendard" panose="02000503000000020004" pitchFamily="50" charset="-127"/>
              </a:rPr>
            </a:br>
            <a:r>
              <a:rPr lang="en-US" altLang="ko-KR" sz="2215" b="1" kern="0" dirty="0">
                <a:latin typeface="+mj-ea"/>
                <a:ea typeface="+mj-ea"/>
                <a:cs typeface="Pretendard" panose="02000503000000020004" pitchFamily="50" charset="-127"/>
              </a:rPr>
              <a:t>`25.</a:t>
            </a:r>
            <a:r>
              <a:rPr lang="ko-KR" altLang="en-US" sz="2215" b="1" kern="0" dirty="0">
                <a:latin typeface="+mj-ea"/>
                <a:ea typeface="+mj-ea"/>
                <a:cs typeface="Pretendard" panose="02000503000000020004" pitchFamily="50" charset="-127"/>
              </a:rPr>
              <a:t> </a:t>
            </a:r>
            <a:r>
              <a:rPr lang="en-US" altLang="ko-KR" sz="2215" b="1" kern="0" dirty="0">
                <a:latin typeface="+mj-ea"/>
                <a:ea typeface="+mj-ea"/>
                <a:cs typeface="Pretendard" panose="02000503000000020004" pitchFamily="50" charset="-127"/>
              </a:rPr>
              <a:t>01. 01</a:t>
            </a:r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1DDB92C-2FB4-42C6-94D8-1360A530D397}"/>
              </a:ext>
            </a:extLst>
          </p:cNvPr>
          <p:cNvSpPr txBox="1">
            <a:spLocks/>
          </p:cNvSpPr>
          <p:nvPr/>
        </p:nvSpPr>
        <p:spPr>
          <a:xfrm>
            <a:off x="2308696" y="1985496"/>
            <a:ext cx="7582172" cy="681853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algn="l" defTabSz="914400" rtl="0" eaLnBrk="1" latinLnBrk="0" hangingPunct="1">
              <a:spcBef>
                <a:spcPts val="0"/>
              </a:spcBef>
              <a:buNone/>
              <a:defRPr sz="2000" b="1" kern="1200">
                <a:solidFill>
                  <a:srgbClr val="EA002C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algn="ctr">
              <a:defRPr/>
            </a:pPr>
            <a:r>
              <a:rPr lang="en-US" altLang="ko-KR" sz="4431" dirty="0">
                <a:solidFill>
                  <a:schemeClr val="tx1"/>
                </a:solidFill>
                <a:latin typeface="+mj-ea"/>
                <a:cs typeface="Pretendard" panose="02000503000000020004" pitchFamily="50" charset="-127"/>
              </a:rPr>
              <a:t>#</a:t>
            </a:r>
            <a:r>
              <a:rPr lang="ko-KR" altLang="en-US" sz="4431" dirty="0">
                <a:solidFill>
                  <a:schemeClr val="tx1"/>
                </a:solidFill>
                <a:latin typeface="+mj-ea"/>
                <a:cs typeface="Pretendard" panose="02000503000000020004" pitchFamily="50" charset="-127"/>
              </a:rPr>
              <a:t>월 보고</a:t>
            </a:r>
            <a:endParaRPr lang="en-US" altLang="ko-KR" sz="4431" dirty="0">
              <a:solidFill>
                <a:schemeClr val="tx1"/>
              </a:solidFill>
              <a:latin typeface="+mj-ea"/>
              <a:cs typeface="Pretendard" panose="020005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4589392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제목 15">
            <a:extLst>
              <a:ext uri="{FF2B5EF4-FFF2-40B4-BE49-F238E27FC236}">
                <a16:creationId xmlns:a16="http://schemas.microsoft.com/office/drawing/2014/main" id="{18CFBCC9-E046-5349-CDDC-597BAE968A09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68216" y="-194960"/>
            <a:ext cx="10874896" cy="265137"/>
          </a:xfrm>
        </p:spPr>
        <p:txBody>
          <a:bodyPr/>
          <a:lstStyle/>
          <a:p>
            <a:r>
              <a:rPr lang="en-US" altLang="ko-KR" dirty="0">
                <a:solidFill>
                  <a:schemeClr val="tx1"/>
                </a:solidFill>
                <a:latin typeface="+mj-ea"/>
              </a:rPr>
              <a:t>CONTENT</a:t>
            </a:r>
            <a:endParaRPr lang="ko-KR" altLang="en-US" dirty="0">
              <a:solidFill>
                <a:schemeClr val="tx1"/>
              </a:solidFill>
              <a:latin typeface="+mj-ea"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58632B48-F1FB-E7F6-BF5C-35FCAD1D0EA0}"/>
              </a:ext>
            </a:extLst>
          </p:cNvPr>
          <p:cNvSpPr/>
          <p:nvPr/>
        </p:nvSpPr>
        <p:spPr>
          <a:xfrm>
            <a:off x="786528" y="1401820"/>
            <a:ext cx="7046089" cy="636262"/>
          </a:xfrm>
          <a:prstGeom prst="rect">
            <a:avLst/>
          </a:prstGeom>
          <a:noFill/>
          <a:ln w="28575">
            <a:solidFill>
              <a:srgbClr val="B1B6B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62">
              <a:solidFill>
                <a:schemeClr val="bg2">
                  <a:lumMod val="2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18" name="제목 1">
            <a:extLst>
              <a:ext uri="{FF2B5EF4-FFF2-40B4-BE49-F238E27FC236}">
                <a16:creationId xmlns:a16="http://schemas.microsoft.com/office/drawing/2014/main" id="{2712FF19-41E0-C40D-A7D6-33E9B97129F2}"/>
              </a:ext>
            </a:extLst>
          </p:cNvPr>
          <p:cNvSpPr txBox="1">
            <a:spLocks/>
          </p:cNvSpPr>
          <p:nvPr/>
        </p:nvSpPr>
        <p:spPr>
          <a:xfrm>
            <a:off x="1003316" y="1553931"/>
            <a:ext cx="7635295" cy="37494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spcBef>
                <a:spcPct val="0"/>
              </a:spcBef>
              <a:buNone/>
              <a:defRPr sz="2000" b="1">
                <a:solidFill>
                  <a:srgbClr val="002960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28254" indent="-328254">
              <a:buFont typeface="Arial" panose="020B0604020202020204" pitchFamily="34" charset="0"/>
              <a:buChar char="•"/>
            </a:pPr>
            <a:r>
              <a:rPr lang="en-US" altLang="ko-KR" sz="2215" dirty="0">
                <a:solidFill>
                  <a:schemeClr val="tx1"/>
                </a:solidFill>
                <a:latin typeface="+mj-ea"/>
                <a:cs typeface="Pretendard" panose="02000503000000020004" pitchFamily="50" charset="-127"/>
              </a:rPr>
              <a:t>2025</a:t>
            </a:r>
            <a:r>
              <a:rPr lang="ko-KR" altLang="en-US" sz="2215" dirty="0">
                <a:solidFill>
                  <a:schemeClr val="tx1"/>
                </a:solidFill>
                <a:latin typeface="+mj-ea"/>
                <a:cs typeface="Pretendard" panose="02000503000000020004" pitchFamily="50" charset="-127"/>
              </a:rPr>
              <a:t>년 </a:t>
            </a:r>
            <a:r>
              <a:rPr lang="en-US" altLang="ko-KR" sz="2215" dirty="0">
                <a:solidFill>
                  <a:schemeClr val="tx1"/>
                </a:solidFill>
                <a:latin typeface="+mj-ea"/>
                <a:cs typeface="Pretendard" panose="02000503000000020004" pitchFamily="50" charset="-127"/>
              </a:rPr>
              <a:t>#</a:t>
            </a:r>
            <a:r>
              <a:rPr lang="ko-KR" altLang="en-US" sz="2215" dirty="0">
                <a:solidFill>
                  <a:schemeClr val="tx1"/>
                </a:solidFill>
                <a:latin typeface="+mj-ea"/>
                <a:cs typeface="Pretendard" panose="02000503000000020004" pitchFamily="50" charset="-127"/>
              </a:rPr>
              <a:t>월 실적 </a:t>
            </a:r>
            <a:endParaRPr lang="en-US" altLang="ko-KR" sz="2215" dirty="0">
              <a:solidFill>
                <a:schemeClr val="tx1"/>
              </a:solidFill>
              <a:latin typeface="+mj-ea"/>
              <a:cs typeface="Pretendard" panose="02000503000000020004" pitchFamily="50" charset="-127"/>
            </a:endParaRPr>
          </a:p>
          <a:p>
            <a:pPr marL="328254" indent="-328254">
              <a:buFont typeface="Arial" panose="020B0604020202020204" pitchFamily="34" charset="0"/>
              <a:buChar char="•"/>
            </a:pPr>
            <a:endParaRPr lang="en-US" altLang="ko-KR" sz="2215" dirty="0">
              <a:solidFill>
                <a:schemeClr val="tx1"/>
              </a:solidFill>
              <a:latin typeface="+mj-ea"/>
              <a:cs typeface="Pretendard" panose="02000503000000020004" pitchFamily="50" charset="-127"/>
            </a:endParaRPr>
          </a:p>
          <a:p>
            <a:pPr marL="328254" indent="-328254">
              <a:buFont typeface="Arial" panose="020B0604020202020204" pitchFamily="34" charset="0"/>
              <a:buChar char="•"/>
            </a:pPr>
            <a:endParaRPr lang="en-US" altLang="ko-KR" sz="2215" dirty="0">
              <a:solidFill>
                <a:schemeClr val="tx1"/>
              </a:solidFill>
              <a:latin typeface="+mj-ea"/>
              <a:cs typeface="Pretendard" panose="02000503000000020004" pitchFamily="50" charset="-127"/>
            </a:endParaRPr>
          </a:p>
          <a:p>
            <a:pPr marL="328254" indent="-328254">
              <a:buFont typeface="Arial" panose="020B0604020202020204" pitchFamily="34" charset="0"/>
              <a:buChar char="•"/>
            </a:pPr>
            <a:r>
              <a:rPr lang="ko-KR" altLang="en-US" sz="2215" dirty="0">
                <a:solidFill>
                  <a:schemeClr val="tx1"/>
                </a:solidFill>
                <a:latin typeface="+mj-ea"/>
                <a:cs typeface="Pretendard" panose="02000503000000020004" pitchFamily="50" charset="-127"/>
              </a:rPr>
              <a:t>핵심 주요 과제 </a:t>
            </a:r>
            <a:r>
              <a:rPr lang="en-US" altLang="ko-KR" sz="2215" dirty="0">
                <a:solidFill>
                  <a:schemeClr val="tx1"/>
                </a:solidFill>
                <a:latin typeface="+mj-ea"/>
                <a:cs typeface="Pretendard" panose="02000503000000020004" pitchFamily="50" charset="-127"/>
              </a:rPr>
              <a:t>Progress</a:t>
            </a:r>
            <a:r>
              <a:rPr lang="ko-KR" altLang="en-US" sz="2215" dirty="0">
                <a:solidFill>
                  <a:schemeClr val="tx1"/>
                </a:solidFill>
                <a:latin typeface="+mj-ea"/>
                <a:cs typeface="Pretendard" panose="02000503000000020004" pitchFamily="50" charset="-127"/>
              </a:rPr>
              <a:t> </a:t>
            </a:r>
            <a:endParaRPr lang="en-US" altLang="ko-KR" sz="2215" dirty="0">
              <a:solidFill>
                <a:schemeClr val="tx1"/>
              </a:solidFill>
              <a:latin typeface="+mj-ea"/>
              <a:cs typeface="Pretendard" panose="02000503000000020004" pitchFamily="50" charset="-127"/>
            </a:endParaRPr>
          </a:p>
          <a:p>
            <a:pPr marL="328254" indent="-328254">
              <a:buFont typeface="Arial" panose="020B0604020202020204" pitchFamily="34" charset="0"/>
              <a:buChar char="•"/>
            </a:pPr>
            <a:endParaRPr lang="en-US" altLang="ko-KR" sz="2215" dirty="0">
              <a:solidFill>
                <a:schemeClr val="tx1"/>
              </a:solidFill>
              <a:latin typeface="+mj-ea"/>
              <a:cs typeface="Pretendard" panose="02000503000000020004" pitchFamily="50" charset="-127"/>
            </a:endParaRPr>
          </a:p>
          <a:p>
            <a:pPr marL="328254" indent="-328254">
              <a:buFont typeface="Arial" panose="020B0604020202020204" pitchFamily="34" charset="0"/>
              <a:buChar char="•"/>
            </a:pPr>
            <a:endParaRPr lang="en-US" altLang="ko-KR" sz="2215" dirty="0">
              <a:solidFill>
                <a:schemeClr val="tx1"/>
              </a:solidFill>
              <a:latin typeface="+mj-ea"/>
              <a:cs typeface="Pretendard" panose="02000503000000020004" pitchFamily="50" charset="-127"/>
            </a:endParaRPr>
          </a:p>
          <a:p>
            <a:pPr marL="328254" indent="-328254">
              <a:buFont typeface="Arial" panose="020B0604020202020204" pitchFamily="34" charset="0"/>
              <a:buChar char="•"/>
            </a:pPr>
            <a:r>
              <a:rPr lang="en-US" altLang="ko-KR" sz="2215" dirty="0">
                <a:solidFill>
                  <a:schemeClr val="tx1"/>
                </a:solidFill>
                <a:latin typeface="+mj-ea"/>
                <a:cs typeface="Pretendard" panose="02000503000000020004" pitchFamily="50" charset="-127"/>
              </a:rPr>
              <a:t>Key discussion agenda</a:t>
            </a:r>
          </a:p>
          <a:p>
            <a:pPr marL="328254" indent="-328254">
              <a:buFont typeface="Arial" panose="020B0604020202020204" pitchFamily="34" charset="0"/>
              <a:buChar char="•"/>
            </a:pPr>
            <a:endParaRPr lang="en-US" altLang="ko-KR" sz="2215" dirty="0">
              <a:solidFill>
                <a:schemeClr val="tx1"/>
              </a:solidFill>
              <a:latin typeface="+mj-ea"/>
              <a:cs typeface="Pretendard" panose="02000503000000020004" pitchFamily="50" charset="-127"/>
            </a:endParaRPr>
          </a:p>
          <a:p>
            <a:r>
              <a:rPr lang="en-US" altLang="ko-KR" sz="2215" b="0" dirty="0">
                <a:solidFill>
                  <a:schemeClr val="tx1"/>
                </a:solidFill>
                <a:latin typeface="+mj-ea"/>
                <a:cs typeface="Pretendard" panose="02000503000000020004" pitchFamily="50" charset="-127"/>
              </a:rPr>
              <a:t>        - </a:t>
            </a:r>
            <a:r>
              <a:rPr lang="ko-KR" altLang="en-US" sz="2215" b="0" dirty="0">
                <a:solidFill>
                  <a:schemeClr val="tx1"/>
                </a:solidFill>
                <a:latin typeface="+mj-ea"/>
                <a:cs typeface="Pretendard" panose="02000503000000020004" pitchFamily="50" charset="-127"/>
              </a:rPr>
              <a:t>논의 </a:t>
            </a:r>
            <a:r>
              <a:rPr lang="en-US" altLang="ko-KR" sz="2215" b="0" dirty="0">
                <a:solidFill>
                  <a:schemeClr val="tx1"/>
                </a:solidFill>
                <a:latin typeface="+mj-ea"/>
                <a:cs typeface="Pretendard" panose="02000503000000020004" pitchFamily="50" charset="-127"/>
              </a:rPr>
              <a:t>Agenda 1</a:t>
            </a:r>
          </a:p>
          <a:p>
            <a:r>
              <a:rPr lang="en-US" altLang="ko-KR" sz="2215" b="0" dirty="0">
                <a:solidFill>
                  <a:schemeClr val="tx1"/>
                </a:solidFill>
                <a:latin typeface="+mj-ea"/>
                <a:cs typeface="Pretendard" panose="02000503000000020004" pitchFamily="50" charset="-127"/>
              </a:rPr>
              <a:t>        - </a:t>
            </a:r>
            <a:r>
              <a:rPr lang="ko-KR" altLang="en-US" sz="2215" b="0" dirty="0">
                <a:solidFill>
                  <a:schemeClr val="tx1"/>
                </a:solidFill>
                <a:latin typeface="+mj-ea"/>
                <a:cs typeface="Pretendard" panose="02000503000000020004" pitchFamily="50" charset="-127"/>
              </a:rPr>
              <a:t>논의 </a:t>
            </a:r>
            <a:r>
              <a:rPr lang="en-US" altLang="ko-KR" sz="2215" b="0" dirty="0">
                <a:solidFill>
                  <a:schemeClr val="tx1"/>
                </a:solidFill>
                <a:latin typeface="+mj-ea"/>
                <a:cs typeface="Pretendard" panose="02000503000000020004" pitchFamily="50" charset="-127"/>
              </a:rPr>
              <a:t>Agenda 2</a:t>
            </a:r>
          </a:p>
          <a:p>
            <a:r>
              <a:rPr lang="en-US" altLang="ko-KR" sz="2215" b="0" dirty="0">
                <a:solidFill>
                  <a:schemeClr val="tx1"/>
                </a:solidFill>
                <a:latin typeface="+mj-ea"/>
                <a:cs typeface="Pretendard" panose="02000503000000020004" pitchFamily="50" charset="-127"/>
              </a:rPr>
              <a:t>        - </a:t>
            </a:r>
            <a:r>
              <a:rPr lang="ko-KR" altLang="en-US" sz="2215" b="0" dirty="0">
                <a:solidFill>
                  <a:schemeClr val="tx1"/>
                </a:solidFill>
                <a:latin typeface="+mj-ea"/>
                <a:cs typeface="Pretendard" panose="02000503000000020004" pitchFamily="50" charset="-127"/>
              </a:rPr>
              <a:t>논의</a:t>
            </a:r>
            <a:r>
              <a:rPr lang="en-US" altLang="ko-KR" sz="2215" b="0" dirty="0">
                <a:solidFill>
                  <a:schemeClr val="tx1"/>
                </a:solidFill>
                <a:latin typeface="+mj-ea"/>
                <a:cs typeface="Pretendard" panose="02000503000000020004" pitchFamily="50" charset="-127"/>
              </a:rPr>
              <a:t> Agenda 3 </a:t>
            </a:r>
          </a:p>
        </p:txBody>
      </p:sp>
    </p:spTree>
    <p:extLst>
      <p:ext uri="{BB962C8B-B14F-4D97-AF65-F5344CB8AC3E}">
        <p14:creationId xmlns:p14="http://schemas.microsoft.com/office/powerpoint/2010/main" val="346213001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782E4A57-705C-1E51-D599-43851C2CAE8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리드메시지 폰트 사이즈는 </a:t>
            </a:r>
            <a:r>
              <a:rPr lang="en-US" altLang="ko-KR" dirty="0"/>
              <a:t>18pt </a:t>
            </a:r>
            <a:r>
              <a:rPr lang="ko-KR" altLang="en-US" dirty="0"/>
              <a:t>입니다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FCFCAD05-37AC-C4FF-7001-BD1FC4DBED98}"/>
              </a:ext>
            </a:extLst>
          </p:cNvPr>
          <p:cNvCxnSpPr>
            <a:cxnSpLocks/>
          </p:cNvCxnSpPr>
          <p:nvPr/>
        </p:nvCxnSpPr>
        <p:spPr>
          <a:xfrm>
            <a:off x="6092071" y="6902446"/>
            <a:ext cx="0" cy="3988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486AB166-A949-9872-8BFF-C48181ED6407}"/>
              </a:ext>
            </a:extLst>
          </p:cNvPr>
          <p:cNvCxnSpPr>
            <a:cxnSpLocks/>
          </p:cNvCxnSpPr>
          <p:nvPr/>
        </p:nvCxnSpPr>
        <p:spPr>
          <a:xfrm flipV="1">
            <a:off x="6092071" y="520286"/>
            <a:ext cx="0" cy="3988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E2E21262-85BA-5540-9813-6CB4B7C78275}"/>
              </a:ext>
            </a:extLst>
          </p:cNvPr>
          <p:cNvCxnSpPr>
            <a:cxnSpLocks/>
          </p:cNvCxnSpPr>
          <p:nvPr/>
        </p:nvCxnSpPr>
        <p:spPr>
          <a:xfrm flipH="1">
            <a:off x="259862" y="3438797"/>
            <a:ext cx="42664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47FFABBA-8DC8-0363-E0AF-9557061D8B02}"/>
              </a:ext>
            </a:extLst>
          </p:cNvPr>
          <p:cNvCxnSpPr>
            <a:cxnSpLocks/>
          </p:cNvCxnSpPr>
          <p:nvPr/>
        </p:nvCxnSpPr>
        <p:spPr>
          <a:xfrm>
            <a:off x="11441894" y="3438797"/>
            <a:ext cx="50392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BC1EAFEB-1950-0AE0-8739-7B8F3F2CB683}"/>
              </a:ext>
            </a:extLst>
          </p:cNvPr>
          <p:cNvCxnSpPr>
            <a:cxnSpLocks/>
          </p:cNvCxnSpPr>
          <p:nvPr/>
        </p:nvCxnSpPr>
        <p:spPr>
          <a:xfrm>
            <a:off x="5693258" y="520286"/>
            <a:ext cx="797627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4FB8E3A0-5E44-E6D3-9320-6E32AC0917AE}"/>
              </a:ext>
            </a:extLst>
          </p:cNvPr>
          <p:cNvCxnSpPr>
            <a:cxnSpLocks/>
          </p:cNvCxnSpPr>
          <p:nvPr/>
        </p:nvCxnSpPr>
        <p:spPr>
          <a:xfrm>
            <a:off x="5693258" y="7301260"/>
            <a:ext cx="797627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03A83D45-6477-B36C-3F7D-3158E569E76E}"/>
              </a:ext>
            </a:extLst>
          </p:cNvPr>
          <p:cNvCxnSpPr>
            <a:cxnSpLocks/>
          </p:cNvCxnSpPr>
          <p:nvPr/>
        </p:nvCxnSpPr>
        <p:spPr>
          <a:xfrm flipV="1">
            <a:off x="259861" y="3172921"/>
            <a:ext cx="0" cy="53175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F89ABDDF-6604-80A6-777B-DCEE1AADA7F5}"/>
              </a:ext>
            </a:extLst>
          </p:cNvPr>
          <p:cNvCxnSpPr>
            <a:cxnSpLocks/>
          </p:cNvCxnSpPr>
          <p:nvPr/>
        </p:nvCxnSpPr>
        <p:spPr>
          <a:xfrm flipV="1">
            <a:off x="11941136" y="3172921"/>
            <a:ext cx="0" cy="53175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내용 개체 틀 2">
            <a:extLst>
              <a:ext uri="{FF2B5EF4-FFF2-40B4-BE49-F238E27FC236}">
                <a16:creationId xmlns:a16="http://schemas.microsoft.com/office/drawing/2014/main" id="{37FDC5A1-E2AC-0E90-3147-B6653574BCF4}"/>
              </a:ext>
            </a:extLst>
          </p:cNvPr>
          <p:cNvSpPr txBox="1">
            <a:spLocks/>
          </p:cNvSpPr>
          <p:nvPr/>
        </p:nvSpPr>
        <p:spPr>
          <a:xfrm>
            <a:off x="4625826" y="3239779"/>
            <a:ext cx="2932490" cy="568232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ko-KR"/>
            </a:defPPr>
            <a:lvl1pPr marL="174625" lvl="0" indent="-174625" latinLnBrk="0">
              <a:spcBef>
                <a:spcPts val="0"/>
              </a:spcBef>
              <a:buFont typeface="Wingdings" panose="05000000000000000000" pitchFamily="2" charset="2"/>
              <a:buChar char="§"/>
              <a:defRPr sz="1200">
                <a:latin typeface="+mj-lt"/>
                <a:cs typeface="Arial" panose="020B0604020202020204" pitchFamily="34" charset="0"/>
              </a:defRPr>
            </a:lvl1pPr>
            <a:lvl2pPr marL="363538" lvl="1" indent="-188913" latinLnBrk="0">
              <a:spcBef>
                <a:spcPts val="0"/>
              </a:spcBef>
              <a:buFont typeface="Arial" panose="020B0604020202020204" pitchFamily="34" charset="0"/>
              <a:buChar char="-"/>
              <a:defRPr sz="1200">
                <a:latin typeface="+mj-lt"/>
                <a:cs typeface="Arial" panose="020B0604020202020204" pitchFamily="34" charset="0"/>
              </a:defRPr>
            </a:lvl2pPr>
            <a:lvl3pPr marL="538163" lvl="2" indent="-174625" latinLnBrk="0">
              <a:spcBef>
                <a:spcPts val="0"/>
              </a:spcBef>
              <a:buFont typeface="바탕" panose="02030600000101010101" pitchFamily="18" charset="-127"/>
              <a:buChar char="∙"/>
              <a:defRPr sz="1200">
                <a:latin typeface="+mj-lt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/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/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/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/>
            </a:lvl9pPr>
          </a:lstStyle>
          <a:p>
            <a:pPr marL="0" indent="0" algn="ctr">
              <a:buNone/>
            </a:pPr>
            <a:r>
              <a:rPr lang="ko-KR" altLang="en-US" sz="1231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장표 내용은 </a:t>
            </a:r>
            <a:endParaRPr lang="en-US" altLang="ko-KR" sz="1231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pPr marL="0" indent="0" algn="ctr">
              <a:buNone/>
            </a:pPr>
            <a:r>
              <a:rPr lang="ko-KR" altLang="en-US" sz="1231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상하좌우 가이드선을 </a:t>
            </a:r>
            <a:endParaRPr lang="en-US" altLang="ko-KR" sz="1231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pPr marL="0" indent="0" algn="ctr">
              <a:buNone/>
            </a:pPr>
            <a:r>
              <a:rPr lang="ko-KR" altLang="en-US" sz="1231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넘지 않게 작성해 주세요</a:t>
            </a:r>
            <a:r>
              <a:rPr lang="en-US" altLang="ko-KR" sz="1231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.</a:t>
            </a:r>
            <a:endParaRPr lang="ko-KR" altLang="en-US" sz="1231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5" name="바닥글 개체 틀 4">
            <a:extLst>
              <a:ext uri="{FF2B5EF4-FFF2-40B4-BE49-F238E27FC236}">
                <a16:creationId xmlns:a16="http://schemas.microsoft.com/office/drawing/2014/main" id="{F222F1ED-4D68-F771-23AA-E29F23467EC8}"/>
              </a:ext>
            </a:extLst>
          </p:cNvPr>
          <p:cNvSpPr txBox="1">
            <a:spLocks/>
          </p:cNvSpPr>
          <p:nvPr/>
        </p:nvSpPr>
        <p:spPr>
          <a:xfrm>
            <a:off x="408623" y="7307415"/>
            <a:ext cx="7371737" cy="151580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defPPr>
              <a:defRPr lang="ko-KR"/>
            </a:defPPr>
            <a:lvl1pPr marL="0" algn="l" defTabSz="914400" rtl="0" eaLnBrk="1" latinLnBrk="0" hangingPunct="1">
              <a:spcBef>
                <a:spcPts val="0"/>
              </a:spcBef>
              <a:defRPr sz="900" kern="1200">
                <a:solidFill>
                  <a:schemeClr val="tx1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  <a:cs typeface="Arial" panose="020B0604020202020204" pitchFamily="34" charset="0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985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1 </a:t>
            </a:r>
            <a:r>
              <a:rPr lang="ko-KR" altLang="en-US" sz="985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각주에 대한 설명   </a:t>
            </a:r>
            <a:r>
              <a:rPr lang="en-US" altLang="ko-KR" sz="985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2 </a:t>
            </a:r>
            <a:r>
              <a:rPr lang="ko-KR" altLang="en-US" sz="985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각주에 대한 설명   </a:t>
            </a:r>
            <a:r>
              <a:rPr lang="en-US" altLang="ko-KR" sz="985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3 </a:t>
            </a:r>
            <a:r>
              <a:rPr lang="ko-KR" altLang="en-US" sz="985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각주에 대한 설명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87FFA92C-EB32-2EEF-CD2A-89197113AE27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11611884" y="7325653"/>
            <a:ext cx="364956" cy="151580"/>
          </a:xfrm>
        </p:spPr>
        <p:txBody>
          <a:bodyPr/>
          <a:lstStyle/>
          <a:p>
            <a:fld id="{3DFBBC6A-3425-4C62-80BA-0DDE16A15D08}" type="slidenum">
              <a:rPr lang="ko-KR" altLang="en-US" sz="985"/>
              <a:pPr/>
              <a:t>35</a:t>
            </a:fld>
            <a:endParaRPr lang="ko-KR" altLang="en-US" sz="985" dirty="0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3E318C8E-8F8A-712C-3861-51A4DF6331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타이틀 폰트 사이즈는 </a:t>
            </a:r>
            <a:r>
              <a:rPr lang="en-US" altLang="ko-KR" dirty="0"/>
              <a:t>14pt </a:t>
            </a:r>
            <a:r>
              <a:rPr lang="ko-KR" altLang="en-US" dirty="0"/>
              <a:t>입니다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18" name="바닥글 개체 틀 4">
            <a:extLst>
              <a:ext uri="{FF2B5EF4-FFF2-40B4-BE49-F238E27FC236}">
                <a16:creationId xmlns:a16="http://schemas.microsoft.com/office/drawing/2014/main" id="{075C7822-2C03-DD2F-4CCE-CAD916283C11}"/>
              </a:ext>
            </a:extLst>
          </p:cNvPr>
          <p:cNvSpPr txBox="1">
            <a:spLocks/>
          </p:cNvSpPr>
          <p:nvPr/>
        </p:nvSpPr>
        <p:spPr>
          <a:xfrm>
            <a:off x="408623" y="7443729"/>
            <a:ext cx="7371737" cy="151580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defPPr>
              <a:defRPr lang="ko-KR"/>
            </a:defPPr>
            <a:lvl1pPr marL="0" algn="l" defTabSz="914400" rtl="0" eaLnBrk="1" latinLnBrk="0" hangingPunct="1">
              <a:spcBef>
                <a:spcPts val="0"/>
              </a:spcBef>
              <a:defRPr sz="900" kern="1200">
                <a:solidFill>
                  <a:schemeClr val="tx1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  <a:cs typeface="Arial" panose="020B0604020202020204" pitchFamily="34" charset="0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985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1 </a:t>
            </a:r>
            <a:r>
              <a:rPr lang="ko-KR" altLang="en-US" sz="985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각주에 대한 설명   </a:t>
            </a:r>
            <a:r>
              <a:rPr lang="en-US" altLang="ko-KR" sz="985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2 </a:t>
            </a:r>
            <a:r>
              <a:rPr lang="ko-KR" altLang="en-US" sz="985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각주에 대한 설명   </a:t>
            </a:r>
            <a:r>
              <a:rPr lang="en-US" altLang="ko-KR" sz="985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3 </a:t>
            </a:r>
            <a:r>
              <a:rPr lang="ko-KR" altLang="en-US" sz="985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각주에 대한 설명</a:t>
            </a:r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9D084E30-C87D-BBCA-C85C-45264281C8E4}"/>
              </a:ext>
            </a:extLst>
          </p:cNvPr>
          <p:cNvSpPr/>
          <p:nvPr/>
        </p:nvSpPr>
        <p:spPr>
          <a:xfrm>
            <a:off x="10121988" y="-509199"/>
            <a:ext cx="1854852" cy="407638"/>
          </a:xfrm>
          <a:prstGeom prst="roundRect">
            <a:avLst/>
          </a:prstGeom>
          <a:solidFill>
            <a:srgbClr val="61A5C2">
              <a:alpha val="20000"/>
            </a:srgbClr>
          </a:solidFill>
          <a:ln w="19050" cap="flat" cmpd="sng" algn="ctr">
            <a:solidFill>
              <a:schemeClr val="accent6"/>
            </a:solidFill>
            <a:prstDash val="solid"/>
            <a:miter lim="800000"/>
          </a:ln>
          <a:effectLst/>
        </p:spPr>
        <p:txBody>
          <a:bodyPr lIns="0" rIns="0" rtlCol="0" anchor="ctr"/>
          <a:lstStyle/>
          <a:p>
            <a:pPr algn="ctr" defTabSz="457211" latinLnBrk="0"/>
            <a:r>
              <a:rPr lang="ko-KR" altLang="en-US" sz="1723" b="1" kern="0" dirty="0">
                <a:solidFill>
                  <a:srgbClr val="01497C"/>
                </a:solidFill>
                <a:latin typeface="Pretendard" panose="02000503000000020004" pitchFamily="50" charset="-127"/>
                <a:ea typeface="Pretendard" panose="02000503000000020004" pitchFamily="50" charset="-127"/>
              </a:rPr>
              <a:t>작성 가이드</a:t>
            </a:r>
          </a:p>
        </p:txBody>
      </p:sp>
    </p:spTree>
    <p:extLst>
      <p:ext uri="{BB962C8B-B14F-4D97-AF65-F5344CB8AC3E}">
        <p14:creationId xmlns:p14="http://schemas.microsoft.com/office/powerpoint/2010/main" val="355725007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제목 1">
            <a:extLst>
              <a:ext uri="{FF2B5EF4-FFF2-40B4-BE49-F238E27FC236}">
                <a16:creationId xmlns:a16="http://schemas.microsoft.com/office/drawing/2014/main" id="{8D8C8826-A9A6-5DF1-3492-D90B469A352D}"/>
              </a:ext>
            </a:extLst>
          </p:cNvPr>
          <p:cNvSpPr txBox="1">
            <a:spLocks/>
          </p:cNvSpPr>
          <p:nvPr/>
        </p:nvSpPr>
        <p:spPr>
          <a:xfrm>
            <a:off x="452276" y="309636"/>
            <a:ext cx="7635295" cy="2651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spcBef>
                <a:spcPct val="0"/>
              </a:spcBef>
              <a:buNone/>
              <a:defRPr sz="2000" b="1">
                <a:solidFill>
                  <a:srgbClr val="002960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18836" indent="-218836">
              <a:buFont typeface="Wingdings" panose="05000000000000000000" pitchFamily="2" charset="2"/>
              <a:buChar char="§"/>
            </a:pPr>
            <a:r>
              <a:rPr lang="ko-KR" altLang="en-US" sz="1723" dirty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기본적으로 </a:t>
            </a:r>
            <a:r>
              <a:rPr lang="en-US" altLang="ko-KR" sz="1723" dirty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Color</a:t>
            </a:r>
            <a:r>
              <a:rPr lang="ko-KR" altLang="en-US" sz="1723" dirty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사용을 최소화 합니다</a:t>
            </a:r>
            <a:r>
              <a:rPr lang="en-US" altLang="ko-KR" sz="1723" dirty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.</a:t>
            </a: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ADCF563F-C0AB-74CD-53C3-C75C5263C7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Color Guide</a:t>
            </a:r>
            <a:endParaRPr lang="ko-KR" altLang="en-US" dirty="0"/>
          </a:p>
        </p:txBody>
      </p:sp>
      <p:sp>
        <p:nvSpPr>
          <p:cNvPr id="25" name="슬라이드 번호 개체 틀 1">
            <a:extLst>
              <a:ext uri="{FF2B5EF4-FFF2-40B4-BE49-F238E27FC236}">
                <a16:creationId xmlns:a16="http://schemas.microsoft.com/office/drawing/2014/main" id="{1185BC29-22B8-0988-C979-1C4C785826C1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11611884" y="7325653"/>
            <a:ext cx="364956" cy="151580"/>
          </a:xfrm>
        </p:spPr>
        <p:txBody>
          <a:bodyPr/>
          <a:lstStyle/>
          <a:p>
            <a:fld id="{3DFBBC6A-3425-4C62-80BA-0DDE16A15D08}" type="slidenum">
              <a:rPr lang="ko-KR" altLang="en-US" sz="985"/>
              <a:pPr/>
              <a:t>36</a:t>
            </a:fld>
            <a:endParaRPr lang="ko-KR" altLang="en-US" sz="985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19CA5B5A-3962-4A33-B35D-0047ADBF65CE}"/>
              </a:ext>
            </a:extLst>
          </p:cNvPr>
          <p:cNvSpPr/>
          <p:nvPr/>
        </p:nvSpPr>
        <p:spPr>
          <a:xfrm>
            <a:off x="2300784" y="1533055"/>
            <a:ext cx="2814460" cy="443077"/>
          </a:xfrm>
          <a:prstGeom prst="rect">
            <a:avLst/>
          </a:prstGeom>
          <a:solidFill>
            <a:srgbClr val="01497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723" dirty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</a:rPr>
              <a:t>#01497C</a:t>
            </a:r>
            <a:endParaRPr lang="ko-KR" altLang="en-US" sz="1723" dirty="0">
              <a:solidFill>
                <a:schemeClr val="bg1"/>
              </a:solidFill>
              <a:latin typeface="Pretendard" panose="02000503000000020004" pitchFamily="50" charset="-127"/>
              <a:ea typeface="Pretendard" panose="02000503000000020004" pitchFamily="50" charset="-127"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E907F45F-3556-47E0-ADF6-13078BD725F0}"/>
              </a:ext>
            </a:extLst>
          </p:cNvPr>
          <p:cNvSpPr/>
          <p:nvPr/>
        </p:nvSpPr>
        <p:spPr>
          <a:xfrm>
            <a:off x="2300784" y="2109804"/>
            <a:ext cx="2814460" cy="443077"/>
          </a:xfrm>
          <a:prstGeom prst="rect">
            <a:avLst/>
          </a:prstGeom>
          <a:solidFill>
            <a:srgbClr val="2A6F9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723" dirty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</a:rPr>
              <a:t>#295D8A</a:t>
            </a:r>
            <a:endParaRPr lang="ko-KR" altLang="en-US" sz="1723" dirty="0">
              <a:solidFill>
                <a:schemeClr val="bg1"/>
              </a:solidFill>
              <a:latin typeface="Pretendard" panose="02000503000000020004" pitchFamily="50" charset="-127"/>
              <a:ea typeface="Pretendard" panose="02000503000000020004" pitchFamily="50" charset="-127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EF50D08-4B8F-4693-BAD1-8E1D5B51EAC6}"/>
              </a:ext>
            </a:extLst>
          </p:cNvPr>
          <p:cNvSpPr/>
          <p:nvPr/>
        </p:nvSpPr>
        <p:spPr>
          <a:xfrm>
            <a:off x="2300784" y="2686552"/>
            <a:ext cx="2814460" cy="443077"/>
          </a:xfrm>
          <a:prstGeom prst="rect">
            <a:avLst/>
          </a:prstGeom>
          <a:solidFill>
            <a:srgbClr val="61A5C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723" dirty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</a:rPr>
              <a:t>#61A5C2</a:t>
            </a:r>
            <a:endParaRPr lang="ko-KR" altLang="en-US" sz="1723" dirty="0">
              <a:solidFill>
                <a:schemeClr val="bg1"/>
              </a:solidFill>
              <a:latin typeface="Pretendard" panose="02000503000000020004" pitchFamily="50" charset="-127"/>
              <a:ea typeface="Pretendard" panose="02000503000000020004" pitchFamily="50" charset="-127"/>
            </a:endParaRP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B3475716-00B5-434B-BBF2-4A09A753F2E1}"/>
              </a:ext>
            </a:extLst>
          </p:cNvPr>
          <p:cNvGrpSpPr/>
          <p:nvPr/>
        </p:nvGrpSpPr>
        <p:grpSpPr>
          <a:xfrm>
            <a:off x="2300787" y="1085689"/>
            <a:ext cx="2823455" cy="266739"/>
            <a:chOff x="1833384" y="1606844"/>
            <a:chExt cx="3178095" cy="235357"/>
          </a:xfrm>
        </p:grpSpPr>
        <p:sp>
          <p:nvSpPr>
            <p:cNvPr id="8" name="내용 개체 틀 2">
              <a:extLst>
                <a:ext uri="{FF2B5EF4-FFF2-40B4-BE49-F238E27FC236}">
                  <a16:creationId xmlns:a16="http://schemas.microsoft.com/office/drawing/2014/main" id="{F8F2D002-D4DE-4EDC-B399-F8D0E7ABD29D}"/>
                </a:ext>
              </a:extLst>
            </p:cNvPr>
            <p:cNvSpPr txBox="1">
              <a:spLocks/>
            </p:cNvSpPr>
            <p:nvPr/>
          </p:nvSpPr>
          <p:spPr>
            <a:xfrm>
              <a:off x="1843914" y="1606844"/>
              <a:ext cx="3167565" cy="233943"/>
            </a:xfrm>
            <a:prstGeom prst="rect">
              <a:avLst/>
            </a:prstGeom>
          </p:spPr>
          <p:txBody>
            <a:bodyPr vert="horz" wrap="square" lIns="0" tIns="0" rIns="0" bIns="0" rtlCol="0" anchor="t" anchorCtr="0">
              <a:spAutoFit/>
            </a:bodyPr>
            <a:lstStyle>
              <a:lvl1pPr marL="174625" lvl="0" indent="-174625" latinLnBrk="0">
                <a:spcBef>
                  <a:spcPts val="0"/>
                </a:spcBef>
                <a:buFont typeface="Wingdings" panose="05000000000000000000" pitchFamily="2" charset="2"/>
                <a:buChar char="§"/>
                <a:defRPr sz="1400">
                  <a:latin typeface="Arial" panose="020B0604020202020204" pitchFamily="34" charset="0"/>
                  <a:cs typeface="Arial" panose="020B0604020202020204" pitchFamily="34" charset="0"/>
                </a:defRPr>
              </a:lvl1pPr>
              <a:lvl2pPr marL="363538" lvl="1" indent="-188913" latinLnBrk="0">
                <a:spcBef>
                  <a:spcPts val="0"/>
                </a:spcBef>
                <a:buFont typeface="Arial" panose="020B0604020202020204" pitchFamily="34" charset="0"/>
                <a:buChar char="–"/>
                <a:defRPr sz="1400">
                  <a:latin typeface="Arial" panose="020B0604020202020204" pitchFamily="34" charset="0"/>
                  <a:cs typeface="Arial" panose="020B0604020202020204" pitchFamily="34" charset="0"/>
                </a:defRPr>
              </a:lvl2pPr>
              <a:lvl3pPr marL="538163" lvl="2" indent="-174625" latinLnBrk="0">
                <a:spcBef>
                  <a:spcPts val="0"/>
                </a:spcBef>
                <a:buFont typeface="바탕" panose="02030600000101010101" pitchFamily="18" charset="-127"/>
                <a:buChar char="∙"/>
                <a:defRPr sz="1400">
                  <a:latin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1400">
                  <a:latin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»"/>
                <a:defRPr sz="1400">
                  <a:latin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000"/>
              </a:lvl6pPr>
              <a:lvl7pPr marL="29718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000"/>
              </a:lvl7pPr>
              <a:lvl8pPr marL="34290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000"/>
              </a:lvl8pPr>
              <a:lvl9pPr marL="38862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000"/>
              </a:lvl9pPr>
            </a:lstStyle>
            <a:p>
              <a:pPr marL="0" indent="0" algn="ctr">
                <a:buNone/>
              </a:pPr>
              <a:r>
                <a:rPr lang="en-US" altLang="ko-KR" sz="1723" b="1" dirty="0"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Basic</a:t>
              </a:r>
              <a:r>
                <a:rPr lang="ko-KR" altLang="en-US" sz="1723" b="1" dirty="0"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</a:t>
              </a:r>
              <a:r>
                <a:rPr lang="en-US" altLang="ko-KR" sz="1723" b="1" dirty="0"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Color</a:t>
              </a:r>
              <a:endParaRPr lang="ko-KR" altLang="en-US" sz="1723" b="1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  <p:cxnSp>
          <p:nvCxnSpPr>
            <p:cNvPr id="9" name="직선 연결선 8">
              <a:extLst>
                <a:ext uri="{FF2B5EF4-FFF2-40B4-BE49-F238E27FC236}">
                  <a16:creationId xmlns:a16="http://schemas.microsoft.com/office/drawing/2014/main" id="{D178472B-761B-4F08-BA5B-0F1EB95305B8}"/>
                </a:ext>
              </a:extLst>
            </p:cNvPr>
            <p:cNvCxnSpPr/>
            <p:nvPr/>
          </p:nvCxnSpPr>
          <p:spPr>
            <a:xfrm>
              <a:off x="1833384" y="1842201"/>
              <a:ext cx="3167564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B46956E3-C2CD-BB2E-F484-1D3D26195951}"/>
              </a:ext>
            </a:extLst>
          </p:cNvPr>
          <p:cNvSpPr/>
          <p:nvPr/>
        </p:nvSpPr>
        <p:spPr>
          <a:xfrm>
            <a:off x="2300784" y="3263299"/>
            <a:ext cx="2814460" cy="443077"/>
          </a:xfrm>
          <a:prstGeom prst="rect">
            <a:avLst/>
          </a:prstGeom>
          <a:solidFill>
            <a:srgbClr val="43617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723" dirty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</a:rPr>
              <a:t>#436175</a:t>
            </a:r>
            <a:endParaRPr lang="ko-KR" altLang="en-US" sz="1723" dirty="0">
              <a:solidFill>
                <a:schemeClr val="bg1"/>
              </a:solidFill>
              <a:latin typeface="Pretendard" panose="02000503000000020004" pitchFamily="50" charset="-127"/>
              <a:ea typeface="Pretendard" panose="02000503000000020004" pitchFamily="50" charset="-127"/>
            </a:endParaRPr>
          </a:p>
        </p:txBody>
      </p: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96019BFD-210F-5E41-0E1D-D9F0DECECD78}"/>
              </a:ext>
            </a:extLst>
          </p:cNvPr>
          <p:cNvGrpSpPr/>
          <p:nvPr/>
        </p:nvGrpSpPr>
        <p:grpSpPr>
          <a:xfrm>
            <a:off x="492534" y="1084900"/>
            <a:ext cx="1388247" cy="266739"/>
            <a:chOff x="1833384" y="1606844"/>
            <a:chExt cx="3178095" cy="235357"/>
          </a:xfrm>
        </p:grpSpPr>
        <p:sp>
          <p:nvSpPr>
            <p:cNvPr id="46" name="내용 개체 틀 2">
              <a:extLst>
                <a:ext uri="{FF2B5EF4-FFF2-40B4-BE49-F238E27FC236}">
                  <a16:creationId xmlns:a16="http://schemas.microsoft.com/office/drawing/2014/main" id="{57477288-F7E0-9C5E-62F0-5A7ADF4716E4}"/>
                </a:ext>
              </a:extLst>
            </p:cNvPr>
            <p:cNvSpPr txBox="1">
              <a:spLocks/>
            </p:cNvSpPr>
            <p:nvPr/>
          </p:nvSpPr>
          <p:spPr>
            <a:xfrm>
              <a:off x="1843912" y="1606844"/>
              <a:ext cx="3167567" cy="233943"/>
            </a:xfrm>
            <a:prstGeom prst="rect">
              <a:avLst/>
            </a:prstGeom>
          </p:spPr>
          <p:txBody>
            <a:bodyPr vert="horz" wrap="square" lIns="0" tIns="0" rIns="0" bIns="0" rtlCol="0" anchor="t" anchorCtr="0">
              <a:spAutoFit/>
            </a:bodyPr>
            <a:lstStyle>
              <a:lvl1pPr marL="174625" lvl="0" indent="-174625" latinLnBrk="0">
                <a:spcBef>
                  <a:spcPts val="0"/>
                </a:spcBef>
                <a:buFont typeface="Wingdings" panose="05000000000000000000" pitchFamily="2" charset="2"/>
                <a:buChar char="§"/>
                <a:defRPr sz="1400">
                  <a:latin typeface="Arial" panose="020B0604020202020204" pitchFamily="34" charset="0"/>
                  <a:cs typeface="Arial" panose="020B0604020202020204" pitchFamily="34" charset="0"/>
                </a:defRPr>
              </a:lvl1pPr>
              <a:lvl2pPr marL="363538" lvl="1" indent="-188913" latinLnBrk="0">
                <a:spcBef>
                  <a:spcPts val="0"/>
                </a:spcBef>
                <a:buFont typeface="Arial" panose="020B0604020202020204" pitchFamily="34" charset="0"/>
                <a:buChar char="–"/>
                <a:defRPr sz="1400">
                  <a:latin typeface="Arial" panose="020B0604020202020204" pitchFamily="34" charset="0"/>
                  <a:cs typeface="Arial" panose="020B0604020202020204" pitchFamily="34" charset="0"/>
                </a:defRPr>
              </a:lvl2pPr>
              <a:lvl3pPr marL="538163" lvl="2" indent="-174625" latinLnBrk="0">
                <a:spcBef>
                  <a:spcPts val="0"/>
                </a:spcBef>
                <a:buFont typeface="바탕" panose="02030600000101010101" pitchFamily="18" charset="-127"/>
                <a:buChar char="∙"/>
                <a:defRPr sz="1400">
                  <a:latin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1400">
                  <a:latin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»"/>
                <a:defRPr sz="1400">
                  <a:latin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000"/>
              </a:lvl6pPr>
              <a:lvl7pPr marL="29718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000"/>
              </a:lvl7pPr>
              <a:lvl8pPr marL="34290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000"/>
              </a:lvl8pPr>
              <a:lvl9pPr marL="38862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000"/>
              </a:lvl9pPr>
            </a:lstStyle>
            <a:p>
              <a:pPr marL="0" indent="0" algn="ctr">
                <a:buNone/>
              </a:pPr>
              <a:r>
                <a:rPr lang="en-US" altLang="ko-KR" sz="1723" b="1" dirty="0"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Palette</a:t>
              </a:r>
              <a:endParaRPr lang="ko-KR" altLang="en-US" sz="1723" b="1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  <p:cxnSp>
          <p:nvCxnSpPr>
            <p:cNvPr id="47" name="직선 연결선 46">
              <a:extLst>
                <a:ext uri="{FF2B5EF4-FFF2-40B4-BE49-F238E27FC236}">
                  <a16:creationId xmlns:a16="http://schemas.microsoft.com/office/drawing/2014/main" id="{7B7931D6-4408-71AB-E008-4AA5518EEA17}"/>
                </a:ext>
              </a:extLst>
            </p:cNvPr>
            <p:cNvCxnSpPr/>
            <p:nvPr/>
          </p:nvCxnSpPr>
          <p:spPr>
            <a:xfrm>
              <a:off x="1833384" y="1842201"/>
              <a:ext cx="3167564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5FA02BA0-A08C-41A5-B099-F2DA5FC04684}"/>
              </a:ext>
            </a:extLst>
          </p:cNvPr>
          <p:cNvGrpSpPr/>
          <p:nvPr/>
        </p:nvGrpSpPr>
        <p:grpSpPr>
          <a:xfrm>
            <a:off x="5544605" y="1085689"/>
            <a:ext cx="2814098" cy="266739"/>
            <a:chOff x="1833384" y="1606844"/>
            <a:chExt cx="3167564" cy="235357"/>
          </a:xfrm>
        </p:grpSpPr>
        <p:sp>
          <p:nvSpPr>
            <p:cNvPr id="13" name="내용 개체 틀 2">
              <a:extLst>
                <a:ext uri="{FF2B5EF4-FFF2-40B4-BE49-F238E27FC236}">
                  <a16:creationId xmlns:a16="http://schemas.microsoft.com/office/drawing/2014/main" id="{5675386F-6D09-4FB4-B3B1-89E318133AD9}"/>
                </a:ext>
              </a:extLst>
            </p:cNvPr>
            <p:cNvSpPr txBox="1">
              <a:spLocks/>
            </p:cNvSpPr>
            <p:nvPr/>
          </p:nvSpPr>
          <p:spPr>
            <a:xfrm>
              <a:off x="1833384" y="1606844"/>
              <a:ext cx="3167564" cy="233943"/>
            </a:xfrm>
            <a:prstGeom prst="rect">
              <a:avLst/>
            </a:prstGeom>
          </p:spPr>
          <p:txBody>
            <a:bodyPr vert="horz" wrap="square" lIns="0" tIns="0" rIns="0" bIns="0" rtlCol="0" anchor="t" anchorCtr="0">
              <a:spAutoFit/>
            </a:bodyPr>
            <a:lstStyle>
              <a:lvl1pPr marL="174625" lvl="0" indent="-174625" latinLnBrk="0">
                <a:spcBef>
                  <a:spcPts val="0"/>
                </a:spcBef>
                <a:buFont typeface="Wingdings" panose="05000000000000000000" pitchFamily="2" charset="2"/>
                <a:buChar char="§"/>
                <a:defRPr sz="1400">
                  <a:latin typeface="Arial" panose="020B0604020202020204" pitchFamily="34" charset="0"/>
                  <a:cs typeface="Arial" panose="020B0604020202020204" pitchFamily="34" charset="0"/>
                </a:defRPr>
              </a:lvl1pPr>
              <a:lvl2pPr marL="363538" lvl="1" indent="-188913" latinLnBrk="0">
                <a:spcBef>
                  <a:spcPts val="0"/>
                </a:spcBef>
                <a:buFont typeface="Arial" panose="020B0604020202020204" pitchFamily="34" charset="0"/>
                <a:buChar char="–"/>
                <a:defRPr sz="1400">
                  <a:latin typeface="Arial" panose="020B0604020202020204" pitchFamily="34" charset="0"/>
                  <a:cs typeface="Arial" panose="020B0604020202020204" pitchFamily="34" charset="0"/>
                </a:defRPr>
              </a:lvl2pPr>
              <a:lvl3pPr marL="538163" lvl="2" indent="-174625" latinLnBrk="0">
                <a:spcBef>
                  <a:spcPts val="0"/>
                </a:spcBef>
                <a:buFont typeface="바탕" panose="02030600000101010101" pitchFamily="18" charset="-127"/>
                <a:buChar char="∙"/>
                <a:defRPr sz="1400">
                  <a:latin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1400">
                  <a:latin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»"/>
                <a:defRPr sz="1400">
                  <a:latin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000"/>
              </a:lvl6pPr>
              <a:lvl7pPr marL="29718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000"/>
              </a:lvl7pPr>
              <a:lvl8pPr marL="34290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000"/>
              </a:lvl8pPr>
              <a:lvl9pPr marL="38862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000"/>
              </a:lvl9pPr>
            </a:lstStyle>
            <a:p>
              <a:pPr marL="0" indent="0" algn="ctr">
                <a:buNone/>
              </a:pPr>
              <a:r>
                <a:rPr lang="en-US" altLang="ko-KR" sz="1723" b="1" dirty="0"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Accent Color</a:t>
              </a:r>
              <a:endParaRPr lang="ko-KR" altLang="en-US" sz="1723" b="1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  <p:cxnSp>
          <p:nvCxnSpPr>
            <p:cNvPr id="14" name="직선 연결선 13">
              <a:extLst>
                <a:ext uri="{FF2B5EF4-FFF2-40B4-BE49-F238E27FC236}">
                  <a16:creationId xmlns:a16="http://schemas.microsoft.com/office/drawing/2014/main" id="{293424E3-EDE7-417E-B9A1-010CC6D5C805}"/>
                </a:ext>
              </a:extLst>
            </p:cNvPr>
            <p:cNvCxnSpPr/>
            <p:nvPr/>
          </p:nvCxnSpPr>
          <p:spPr>
            <a:xfrm>
              <a:off x="1833384" y="1842201"/>
              <a:ext cx="3167564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오른쪽 중괄호 14">
            <a:extLst>
              <a:ext uri="{FF2B5EF4-FFF2-40B4-BE49-F238E27FC236}">
                <a16:creationId xmlns:a16="http://schemas.microsoft.com/office/drawing/2014/main" id="{59B16FF8-B469-A405-9CA5-B354BA9F158B}"/>
              </a:ext>
            </a:extLst>
          </p:cNvPr>
          <p:cNvSpPr/>
          <p:nvPr/>
        </p:nvSpPr>
        <p:spPr>
          <a:xfrm rot="5400000">
            <a:off x="6883104" y="3748062"/>
            <a:ext cx="136738" cy="2814460"/>
          </a:xfrm>
          <a:prstGeom prst="rightBrac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 sz="2954"/>
          </a:p>
        </p:txBody>
      </p:sp>
      <p:sp>
        <p:nvSpPr>
          <p:cNvPr id="23" name="내용 개체 틀 2">
            <a:extLst>
              <a:ext uri="{FF2B5EF4-FFF2-40B4-BE49-F238E27FC236}">
                <a16:creationId xmlns:a16="http://schemas.microsoft.com/office/drawing/2014/main" id="{F9E6AA3E-231B-A3F8-B96D-3449048935D5}"/>
              </a:ext>
            </a:extLst>
          </p:cNvPr>
          <p:cNvSpPr txBox="1">
            <a:spLocks/>
          </p:cNvSpPr>
          <p:nvPr/>
        </p:nvSpPr>
        <p:spPr>
          <a:xfrm>
            <a:off x="5965336" y="5315469"/>
            <a:ext cx="1972276" cy="265137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marL="174625" lvl="0" indent="-174625" latinLnBrk="0">
              <a:spcBef>
                <a:spcPts val="0"/>
              </a:spcBef>
              <a:buFont typeface="Wingdings" panose="05000000000000000000" pitchFamily="2" charset="2"/>
              <a:buChar char="§"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363538" lvl="1" indent="-188913" latinLnBrk="0">
              <a:spcBef>
                <a:spcPts val="0"/>
              </a:spcBef>
              <a:buFont typeface="Arial" panose="020B0604020202020204" pitchFamily="34" charset="0"/>
              <a:buChar char="–"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538163" lvl="2" indent="-174625" latinLnBrk="0">
              <a:spcBef>
                <a:spcPts val="0"/>
              </a:spcBef>
              <a:buFont typeface="바탕" panose="02030600000101010101" pitchFamily="18" charset="-127"/>
              <a:buChar char="∙"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/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/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/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/>
            </a:lvl9pPr>
          </a:lstStyle>
          <a:p>
            <a:pPr marL="0" indent="0" algn="ctr">
              <a:buNone/>
            </a:pPr>
            <a:r>
              <a:rPr lang="ko-KR" altLang="en-US" sz="1723" b="1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강조색에 사용</a:t>
            </a:r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B592695D-58B9-8C52-68A1-C0BAF8DB7D5E}"/>
              </a:ext>
            </a:extLst>
          </p:cNvPr>
          <p:cNvSpPr/>
          <p:nvPr/>
        </p:nvSpPr>
        <p:spPr>
          <a:xfrm>
            <a:off x="5544605" y="1533055"/>
            <a:ext cx="2814460" cy="443077"/>
          </a:xfrm>
          <a:prstGeom prst="rect">
            <a:avLst/>
          </a:prstGeom>
          <a:solidFill>
            <a:srgbClr val="61A5C2">
              <a:alpha val="8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0" rIns="0" rtlCol="0" anchor="ctr"/>
          <a:lstStyle/>
          <a:p>
            <a:pPr algn="ctr" defTabSz="457211" latinLnBrk="0"/>
            <a:r>
              <a:rPr lang="en-US" altLang="ko-KR" sz="1723" dirty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</a:rPr>
              <a:t>#61A5C2 (20%)</a:t>
            </a: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D2E80CCE-959D-344D-1A2B-010528E94FB8}"/>
              </a:ext>
            </a:extLst>
          </p:cNvPr>
          <p:cNvSpPr/>
          <p:nvPr/>
        </p:nvSpPr>
        <p:spPr>
          <a:xfrm>
            <a:off x="5553602" y="2686552"/>
            <a:ext cx="2814460" cy="443077"/>
          </a:xfrm>
          <a:prstGeom prst="rect">
            <a:avLst/>
          </a:prstGeom>
          <a:solidFill>
            <a:srgbClr val="61A5C2">
              <a:alpha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0" rIns="0" rtlCol="0" anchor="ctr"/>
          <a:lstStyle/>
          <a:p>
            <a:pPr algn="ctr" defTabSz="457211" latinLnBrk="0"/>
            <a:r>
              <a:rPr lang="en-US" altLang="ko-KR" sz="1723" kern="0" dirty="0">
                <a:solidFill>
                  <a:srgbClr val="01497C"/>
                </a:solidFill>
                <a:latin typeface="Pretendard" panose="02000503000000020004" pitchFamily="50" charset="-127"/>
                <a:ea typeface="Pretendard" panose="02000503000000020004" pitchFamily="50" charset="-127"/>
              </a:rPr>
              <a:t>#61A5C2 (60%)</a:t>
            </a:r>
            <a:endParaRPr lang="ko-KR" altLang="en-US" sz="1723" kern="0" dirty="0">
              <a:solidFill>
                <a:srgbClr val="01497C"/>
              </a:solidFill>
              <a:latin typeface="Pretendard" panose="02000503000000020004" pitchFamily="50" charset="-127"/>
              <a:ea typeface="Pretendard" panose="02000503000000020004" pitchFamily="50" charset="-127"/>
            </a:endParaRP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3140F8E1-650E-861A-55DF-9841ADA2BD1A}"/>
              </a:ext>
            </a:extLst>
          </p:cNvPr>
          <p:cNvSpPr/>
          <p:nvPr/>
        </p:nvSpPr>
        <p:spPr>
          <a:xfrm>
            <a:off x="5553602" y="3263299"/>
            <a:ext cx="2814460" cy="443077"/>
          </a:xfrm>
          <a:prstGeom prst="rect">
            <a:avLst/>
          </a:prstGeom>
          <a:solidFill>
            <a:srgbClr val="61A5C2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0" rIns="0" rtlCol="0" anchor="ctr"/>
          <a:lstStyle/>
          <a:p>
            <a:pPr algn="ctr" defTabSz="457211" latinLnBrk="0"/>
            <a:r>
              <a:rPr lang="en-US" altLang="ko-KR" sz="1723" kern="0" dirty="0">
                <a:solidFill>
                  <a:srgbClr val="01497C"/>
                </a:solidFill>
                <a:latin typeface="Pretendard" panose="02000503000000020004" pitchFamily="50" charset="-127"/>
                <a:ea typeface="Pretendard" panose="02000503000000020004" pitchFamily="50" charset="-127"/>
              </a:rPr>
              <a:t>#61A5C2 (80%)</a:t>
            </a:r>
            <a:endParaRPr lang="ko-KR" altLang="en-US" sz="1723" kern="0" dirty="0">
              <a:solidFill>
                <a:srgbClr val="01497C"/>
              </a:solidFill>
              <a:latin typeface="Pretendard" panose="02000503000000020004" pitchFamily="50" charset="-127"/>
              <a:ea typeface="Pretendard" panose="02000503000000020004" pitchFamily="50" charset="-127"/>
            </a:endParaRP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594444B5-8F9A-EA3A-8B42-EE423FEDDADA}"/>
              </a:ext>
            </a:extLst>
          </p:cNvPr>
          <p:cNvSpPr/>
          <p:nvPr/>
        </p:nvSpPr>
        <p:spPr>
          <a:xfrm>
            <a:off x="5553602" y="2109804"/>
            <a:ext cx="2814460" cy="443077"/>
          </a:xfrm>
          <a:prstGeom prst="rect">
            <a:avLst/>
          </a:prstGeom>
          <a:solidFill>
            <a:srgbClr val="61A5C2">
              <a:alpha val="6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0" rIns="0" rtlCol="0" anchor="ctr"/>
          <a:lstStyle/>
          <a:p>
            <a:pPr algn="ctr" defTabSz="457211" latinLnBrk="0"/>
            <a:r>
              <a:rPr lang="en-US" altLang="ko-KR" sz="1723" kern="0" dirty="0">
                <a:solidFill>
                  <a:prstClr val="white"/>
                </a:solidFill>
                <a:latin typeface="Pretendard" panose="02000503000000020004" pitchFamily="50" charset="-127"/>
                <a:ea typeface="Pretendard" panose="02000503000000020004" pitchFamily="50" charset="-127"/>
              </a:rPr>
              <a:t>#61A5C2 (40%)</a:t>
            </a:r>
          </a:p>
        </p:txBody>
      </p: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D236AB6A-00DE-041A-638D-D47B4BE22F51}"/>
              </a:ext>
            </a:extLst>
          </p:cNvPr>
          <p:cNvGrpSpPr/>
          <p:nvPr/>
        </p:nvGrpSpPr>
        <p:grpSpPr>
          <a:xfrm>
            <a:off x="8788065" y="1085692"/>
            <a:ext cx="2823818" cy="3158718"/>
            <a:chOff x="7301162" y="1525061"/>
            <a:chExt cx="2528379" cy="2566458"/>
          </a:xfrm>
        </p:grpSpPr>
        <p:grpSp>
          <p:nvGrpSpPr>
            <p:cNvPr id="52" name="그룹 51">
              <a:extLst>
                <a:ext uri="{FF2B5EF4-FFF2-40B4-BE49-F238E27FC236}">
                  <a16:creationId xmlns:a16="http://schemas.microsoft.com/office/drawing/2014/main" id="{82996B9F-E020-4DC1-26A7-1DF2085E1990}"/>
                </a:ext>
              </a:extLst>
            </p:cNvPr>
            <p:cNvGrpSpPr/>
            <p:nvPr/>
          </p:nvGrpSpPr>
          <p:grpSpPr>
            <a:xfrm>
              <a:off x="7301485" y="1525061"/>
              <a:ext cx="2519677" cy="216726"/>
              <a:chOff x="1833384" y="1606844"/>
              <a:chExt cx="3167564" cy="235357"/>
            </a:xfrm>
          </p:grpSpPr>
          <p:sp>
            <p:nvSpPr>
              <p:cNvPr id="53" name="내용 개체 틀 2">
                <a:extLst>
                  <a:ext uri="{FF2B5EF4-FFF2-40B4-BE49-F238E27FC236}">
                    <a16:creationId xmlns:a16="http://schemas.microsoft.com/office/drawing/2014/main" id="{75738CC2-5852-54F2-9D29-4396964470E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833384" y="1606844"/>
                <a:ext cx="3167564" cy="233943"/>
              </a:xfrm>
              <a:prstGeom prst="rect">
                <a:avLst/>
              </a:prstGeom>
            </p:spPr>
            <p:txBody>
              <a:bodyPr vert="horz" wrap="square" lIns="0" tIns="0" rIns="0" bIns="0" rtlCol="0" anchor="t" anchorCtr="0">
                <a:spAutoFit/>
              </a:bodyPr>
              <a:lstStyle>
                <a:lvl1pPr marL="174625" lvl="0" indent="-174625" latinLnBrk="0">
                  <a:spcBef>
                    <a:spcPts val="0"/>
                  </a:spcBef>
                  <a:buFont typeface="Wingdings" panose="05000000000000000000" pitchFamily="2" charset="2"/>
                  <a:buChar char="§"/>
                  <a:defRPr sz="1400">
                    <a:latin typeface="Arial" panose="020B0604020202020204" pitchFamily="34" charset="0"/>
                    <a:cs typeface="Arial" panose="020B0604020202020204" pitchFamily="34" charset="0"/>
                  </a:defRPr>
                </a:lvl1pPr>
                <a:lvl2pPr marL="363538" lvl="1" indent="-188913" latinLnBrk="0">
                  <a:spcBef>
                    <a:spcPts val="0"/>
                  </a:spcBef>
                  <a:buFont typeface="Arial" panose="020B0604020202020204" pitchFamily="34" charset="0"/>
                  <a:buChar char="–"/>
                  <a:defRPr sz="1400">
                    <a:latin typeface="Arial" panose="020B0604020202020204" pitchFamily="34" charset="0"/>
                    <a:cs typeface="Arial" panose="020B0604020202020204" pitchFamily="34" charset="0"/>
                  </a:defRPr>
                </a:lvl2pPr>
                <a:lvl3pPr marL="538163" lvl="2" indent="-174625" latinLnBrk="0">
                  <a:spcBef>
                    <a:spcPts val="0"/>
                  </a:spcBef>
                  <a:buFont typeface="바탕" panose="02030600000101010101" pitchFamily="18" charset="-127"/>
                  <a:buChar char="∙"/>
                  <a:defRPr sz="1400">
                    <a:latin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1400">
                    <a:latin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»"/>
                  <a:defRPr sz="1400">
                    <a:latin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/>
                </a:lvl6pPr>
                <a:lvl7pPr marL="2971800" indent="-228600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/>
                </a:lvl7pPr>
                <a:lvl8pPr marL="3429000" indent="-228600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/>
                </a:lvl8pPr>
                <a:lvl9pPr marL="3886200" indent="-228600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/>
                </a:lvl9pPr>
              </a:lstStyle>
              <a:p>
                <a:pPr marL="0" indent="0" algn="ctr">
                  <a:buNone/>
                </a:pPr>
                <a:r>
                  <a:rPr lang="en-US" altLang="ko-KR" sz="1723" b="1" dirty="0"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B&amp;W</a:t>
                </a:r>
                <a:endParaRPr lang="ko-KR" altLang="en-US" sz="1723" b="1" dirty="0"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endParaRPr>
              </a:p>
            </p:txBody>
          </p:sp>
          <p:cxnSp>
            <p:nvCxnSpPr>
              <p:cNvPr id="54" name="직선 연결선 53">
                <a:extLst>
                  <a:ext uri="{FF2B5EF4-FFF2-40B4-BE49-F238E27FC236}">
                    <a16:creationId xmlns:a16="http://schemas.microsoft.com/office/drawing/2014/main" id="{2BCACA30-C351-D806-171C-C540FB7782F0}"/>
                  </a:ext>
                </a:extLst>
              </p:cNvPr>
              <p:cNvCxnSpPr/>
              <p:nvPr/>
            </p:nvCxnSpPr>
            <p:spPr>
              <a:xfrm>
                <a:off x="1833384" y="1842201"/>
                <a:ext cx="3167564" cy="0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5" name="오른쪽 중괄호 54">
              <a:extLst>
                <a:ext uri="{FF2B5EF4-FFF2-40B4-BE49-F238E27FC236}">
                  <a16:creationId xmlns:a16="http://schemas.microsoft.com/office/drawing/2014/main" id="{B3619AA7-1047-15E4-8289-5203457654A5}"/>
                </a:ext>
              </a:extLst>
            </p:cNvPr>
            <p:cNvSpPr/>
            <p:nvPr/>
          </p:nvSpPr>
          <p:spPr>
            <a:xfrm rot="5400000">
              <a:off x="8505612" y="2485951"/>
              <a:ext cx="111100" cy="2520000"/>
            </a:xfrm>
            <a:prstGeom prst="righ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 sz="2954"/>
            </a:p>
          </p:txBody>
        </p:sp>
        <p:sp>
          <p:nvSpPr>
            <p:cNvPr id="56" name="내용 개체 틀 2">
              <a:extLst>
                <a:ext uri="{FF2B5EF4-FFF2-40B4-BE49-F238E27FC236}">
                  <a16:creationId xmlns:a16="http://schemas.microsoft.com/office/drawing/2014/main" id="{4200E79A-556E-525B-F875-574DDAEC7DFE}"/>
                </a:ext>
              </a:extLst>
            </p:cNvPr>
            <p:cNvSpPr txBox="1">
              <a:spLocks/>
            </p:cNvSpPr>
            <p:nvPr/>
          </p:nvSpPr>
          <p:spPr>
            <a:xfrm>
              <a:off x="7678199" y="3876095"/>
              <a:ext cx="1765929" cy="215424"/>
            </a:xfrm>
            <a:prstGeom prst="rect">
              <a:avLst/>
            </a:prstGeom>
          </p:spPr>
          <p:txBody>
            <a:bodyPr vert="horz" wrap="square" lIns="0" tIns="0" rIns="0" bIns="0" rtlCol="0" anchor="t" anchorCtr="0">
              <a:spAutoFit/>
            </a:bodyPr>
            <a:lstStyle>
              <a:lvl1pPr marL="174625" lvl="0" indent="-174625" latinLnBrk="0">
                <a:spcBef>
                  <a:spcPts val="0"/>
                </a:spcBef>
                <a:buFont typeface="Wingdings" panose="05000000000000000000" pitchFamily="2" charset="2"/>
                <a:buChar char="§"/>
                <a:defRPr sz="1400">
                  <a:latin typeface="Arial" panose="020B0604020202020204" pitchFamily="34" charset="0"/>
                  <a:cs typeface="Arial" panose="020B0604020202020204" pitchFamily="34" charset="0"/>
                </a:defRPr>
              </a:lvl1pPr>
              <a:lvl2pPr marL="363538" lvl="1" indent="-188913" latinLnBrk="0">
                <a:spcBef>
                  <a:spcPts val="0"/>
                </a:spcBef>
                <a:buFont typeface="Arial" panose="020B0604020202020204" pitchFamily="34" charset="0"/>
                <a:buChar char="–"/>
                <a:defRPr sz="1400">
                  <a:latin typeface="Arial" panose="020B0604020202020204" pitchFamily="34" charset="0"/>
                  <a:cs typeface="Arial" panose="020B0604020202020204" pitchFamily="34" charset="0"/>
                </a:defRPr>
              </a:lvl2pPr>
              <a:lvl3pPr marL="538163" lvl="2" indent="-174625" latinLnBrk="0">
                <a:spcBef>
                  <a:spcPts val="0"/>
                </a:spcBef>
                <a:buFont typeface="바탕" panose="02030600000101010101" pitchFamily="18" charset="-127"/>
                <a:buChar char="∙"/>
                <a:defRPr sz="1400">
                  <a:latin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1400">
                  <a:latin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»"/>
                <a:defRPr sz="1400">
                  <a:latin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000"/>
              </a:lvl6pPr>
              <a:lvl7pPr marL="29718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000"/>
              </a:lvl7pPr>
              <a:lvl8pPr marL="34290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000"/>
              </a:lvl8pPr>
              <a:lvl9pPr marL="38862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000"/>
              </a:lvl9pPr>
            </a:lstStyle>
            <a:p>
              <a:pPr marL="0" indent="0" algn="ctr">
                <a:buNone/>
              </a:pPr>
              <a:r>
                <a:rPr lang="ko-KR" altLang="en-US" sz="1723" b="1" dirty="0"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흑백에 사용</a:t>
              </a:r>
            </a:p>
          </p:txBody>
        </p:sp>
        <p:sp>
          <p:nvSpPr>
            <p:cNvPr id="57" name="직사각형 56">
              <a:extLst>
                <a:ext uri="{FF2B5EF4-FFF2-40B4-BE49-F238E27FC236}">
                  <a16:creationId xmlns:a16="http://schemas.microsoft.com/office/drawing/2014/main" id="{8A430462-67F1-A265-A13D-4FEA16976EB8}"/>
                </a:ext>
              </a:extLst>
            </p:cNvPr>
            <p:cNvSpPr/>
            <p:nvPr/>
          </p:nvSpPr>
          <p:spPr>
            <a:xfrm>
              <a:off x="7301485" y="1888545"/>
              <a:ext cx="2520000" cy="3600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lIns="0" rIns="0" rtlCol="0" anchor="ctr"/>
            <a:lstStyle/>
            <a:p>
              <a:pPr algn="ctr" defTabSz="457211" latinLnBrk="0"/>
              <a:r>
                <a:rPr lang="en-US" altLang="ko-KR" sz="1723" kern="0" dirty="0">
                  <a:solidFill>
                    <a:prstClr val="white"/>
                  </a:solidFill>
                  <a:latin typeface="Pretendard" panose="02000503000000020004" pitchFamily="50" charset="-127"/>
                  <a:ea typeface="Pretendard" panose="02000503000000020004" pitchFamily="50" charset="-127"/>
                </a:rPr>
                <a:t>#7F7F7F</a:t>
              </a:r>
            </a:p>
          </p:txBody>
        </p:sp>
        <p:sp>
          <p:nvSpPr>
            <p:cNvPr id="58" name="직사각형 57">
              <a:extLst>
                <a:ext uri="{FF2B5EF4-FFF2-40B4-BE49-F238E27FC236}">
                  <a16:creationId xmlns:a16="http://schemas.microsoft.com/office/drawing/2014/main" id="{6436A37F-96D8-9164-DB69-F77792CA18AF}"/>
                </a:ext>
              </a:extLst>
            </p:cNvPr>
            <p:cNvSpPr/>
            <p:nvPr/>
          </p:nvSpPr>
          <p:spPr>
            <a:xfrm>
              <a:off x="7309541" y="2825761"/>
              <a:ext cx="2520000" cy="360000"/>
            </a:xfrm>
            <a:prstGeom prst="rect">
              <a:avLst/>
            </a:prstGeom>
            <a:solidFill>
              <a:schemeClr val="bg1">
                <a:lumMod val="75000"/>
                <a:alpha val="4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lIns="0" rIns="0" rtlCol="0" anchor="ctr"/>
            <a:lstStyle/>
            <a:p>
              <a:pPr algn="ctr" defTabSz="457211" latinLnBrk="0">
                <a:defRPr/>
              </a:pPr>
              <a:r>
                <a:rPr lang="en-US" altLang="ko-KR" sz="1723" kern="0" dirty="0">
                  <a:solidFill>
                    <a:srgbClr val="01497C"/>
                  </a:solidFill>
                  <a:latin typeface="Pretendard" panose="02000503000000020004" pitchFamily="50" charset="-127"/>
                  <a:ea typeface="Pretendard" panose="02000503000000020004" pitchFamily="50" charset="-127"/>
                </a:rPr>
                <a:t>#E5E5E5</a:t>
              </a:r>
              <a:endParaRPr lang="ko-KR" altLang="en-US" sz="1723" kern="0" dirty="0">
                <a:solidFill>
                  <a:srgbClr val="01497C"/>
                </a:solidFill>
                <a:latin typeface="Pretendard" panose="02000503000000020004" pitchFamily="50" charset="-127"/>
                <a:ea typeface="Pretendard" panose="02000503000000020004" pitchFamily="50" charset="-127"/>
              </a:endParaRPr>
            </a:p>
          </p:txBody>
        </p:sp>
        <p:sp>
          <p:nvSpPr>
            <p:cNvPr id="59" name="직사각형 58">
              <a:extLst>
                <a:ext uri="{FF2B5EF4-FFF2-40B4-BE49-F238E27FC236}">
                  <a16:creationId xmlns:a16="http://schemas.microsoft.com/office/drawing/2014/main" id="{43684BC2-B743-45E6-D828-D1179E355582}"/>
                </a:ext>
              </a:extLst>
            </p:cNvPr>
            <p:cNvSpPr/>
            <p:nvPr/>
          </p:nvSpPr>
          <p:spPr>
            <a:xfrm>
              <a:off x="7309541" y="3294368"/>
              <a:ext cx="2520000" cy="360000"/>
            </a:xfrm>
            <a:prstGeom prst="rect">
              <a:avLst/>
            </a:prstGeom>
            <a:solidFill>
              <a:schemeClr val="bg1">
                <a:lumMod val="95000"/>
                <a:alpha val="2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lIns="0" rIns="0" rtlCol="0" anchor="ctr"/>
            <a:lstStyle/>
            <a:p>
              <a:pPr algn="ctr" defTabSz="457211" latinLnBrk="0"/>
              <a:r>
                <a:rPr lang="en-US" altLang="ko-KR" sz="1723" kern="0" dirty="0">
                  <a:solidFill>
                    <a:srgbClr val="01497C"/>
                  </a:solidFill>
                  <a:latin typeface="Pretendard" panose="02000503000000020004" pitchFamily="50" charset="-127"/>
                  <a:ea typeface="Pretendard" panose="02000503000000020004" pitchFamily="50" charset="-127"/>
                </a:rPr>
                <a:t>#F2F2F2</a:t>
              </a:r>
              <a:endParaRPr lang="ko-KR" altLang="en-US" sz="1723" kern="0" dirty="0">
                <a:solidFill>
                  <a:srgbClr val="01497C"/>
                </a:solidFill>
                <a:latin typeface="Pretendard" panose="02000503000000020004" pitchFamily="50" charset="-127"/>
                <a:ea typeface="Pretendard" panose="02000503000000020004" pitchFamily="50" charset="-127"/>
              </a:endParaRPr>
            </a:p>
          </p:txBody>
        </p:sp>
        <p:sp>
          <p:nvSpPr>
            <p:cNvPr id="60" name="직사각형 59">
              <a:extLst>
                <a:ext uri="{FF2B5EF4-FFF2-40B4-BE49-F238E27FC236}">
                  <a16:creationId xmlns:a16="http://schemas.microsoft.com/office/drawing/2014/main" id="{E3DA8E65-DE2A-FC44-49A4-0183A3C3A8F2}"/>
                </a:ext>
              </a:extLst>
            </p:cNvPr>
            <p:cNvSpPr/>
            <p:nvPr/>
          </p:nvSpPr>
          <p:spPr>
            <a:xfrm>
              <a:off x="7309541" y="2357153"/>
              <a:ext cx="2520000" cy="360000"/>
            </a:xfrm>
            <a:prstGeom prst="rect">
              <a:avLst/>
            </a:prstGeom>
            <a:solidFill>
              <a:srgbClr val="B1B6B7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lIns="0" rIns="0" rtlCol="0" anchor="ctr"/>
            <a:lstStyle/>
            <a:p>
              <a:pPr algn="ctr" defTabSz="457211" latinLnBrk="0">
                <a:defRPr/>
              </a:pPr>
              <a:r>
                <a:rPr lang="en-US" altLang="ko-KR" sz="1723" kern="0" dirty="0">
                  <a:solidFill>
                    <a:schemeClr val="bg1"/>
                  </a:solidFill>
                  <a:latin typeface="Pretendard" panose="02000503000000020004" pitchFamily="50" charset="-127"/>
                  <a:ea typeface="Pretendard" panose="02000503000000020004" pitchFamily="50" charset="-127"/>
                </a:rPr>
                <a:t>#B1B6B7</a:t>
              </a:r>
              <a:endParaRPr lang="ko-KR" altLang="en-US" sz="1723" kern="0" dirty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</a:endParaRPr>
            </a:p>
          </p:txBody>
        </p:sp>
      </p:grpSp>
      <p:sp>
        <p:nvSpPr>
          <p:cNvPr id="3" name="직사각형 2">
            <a:extLst>
              <a:ext uri="{FF2B5EF4-FFF2-40B4-BE49-F238E27FC236}">
                <a16:creationId xmlns:a16="http://schemas.microsoft.com/office/drawing/2014/main" id="{30E49A01-5F3F-C0C6-BEBC-7EC0849D08A9}"/>
              </a:ext>
            </a:extLst>
          </p:cNvPr>
          <p:cNvSpPr/>
          <p:nvPr/>
        </p:nvSpPr>
        <p:spPr>
          <a:xfrm>
            <a:off x="5553602" y="3840046"/>
            <a:ext cx="2814460" cy="443077"/>
          </a:xfrm>
          <a:prstGeom prst="rect">
            <a:avLst/>
          </a:prstGeom>
          <a:solidFill>
            <a:srgbClr val="F2F2E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723" dirty="0">
                <a:solidFill>
                  <a:schemeClr val="accent6"/>
                </a:solidFill>
              </a:rPr>
              <a:t>#F2F2E4</a:t>
            </a:r>
            <a:endParaRPr lang="ko-KR" altLang="en-US" sz="1723" dirty="0">
              <a:solidFill>
                <a:schemeClr val="accent6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EA4326F-A9FD-AC19-DDE9-F4CDBBD46ED3}"/>
              </a:ext>
            </a:extLst>
          </p:cNvPr>
          <p:cNvSpPr/>
          <p:nvPr/>
        </p:nvSpPr>
        <p:spPr>
          <a:xfrm>
            <a:off x="5553602" y="4416793"/>
            <a:ext cx="2814460" cy="443077"/>
          </a:xfrm>
          <a:prstGeom prst="rect">
            <a:avLst/>
          </a:prstGeom>
          <a:solidFill>
            <a:srgbClr val="E1CE9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723" dirty="0">
                <a:solidFill>
                  <a:schemeClr val="accent6"/>
                </a:solidFill>
              </a:rPr>
              <a:t>#E1C292</a:t>
            </a:r>
            <a:endParaRPr lang="ko-KR" altLang="en-US" sz="1723" dirty="0">
              <a:solidFill>
                <a:schemeClr val="accent6"/>
              </a:solidFill>
            </a:endParaRPr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A829F313-5346-F567-63CB-A6BE0BB2305A}"/>
              </a:ext>
            </a:extLst>
          </p:cNvPr>
          <p:cNvGrpSpPr/>
          <p:nvPr/>
        </p:nvGrpSpPr>
        <p:grpSpPr>
          <a:xfrm>
            <a:off x="613850" y="1533056"/>
            <a:ext cx="888127" cy="2682161"/>
            <a:chOff x="498753" y="1888545"/>
            <a:chExt cx="721603" cy="2179256"/>
          </a:xfrm>
        </p:grpSpPr>
        <p:sp>
          <p:nvSpPr>
            <p:cNvPr id="16" name="사각형: 둥근 모서리 15">
              <a:extLst>
                <a:ext uri="{FF2B5EF4-FFF2-40B4-BE49-F238E27FC236}">
                  <a16:creationId xmlns:a16="http://schemas.microsoft.com/office/drawing/2014/main" id="{07B6E715-637F-9275-FB59-2C7C5668D53D}"/>
                </a:ext>
              </a:extLst>
            </p:cNvPr>
            <p:cNvSpPr/>
            <p:nvPr/>
          </p:nvSpPr>
          <p:spPr>
            <a:xfrm>
              <a:off x="691373" y="1888548"/>
              <a:ext cx="252000" cy="252000"/>
            </a:xfrm>
            <a:prstGeom prst="roundRect">
              <a:avLst/>
            </a:prstGeom>
            <a:solidFill>
              <a:srgbClr val="01497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492" dirty="0">
                  <a:solidFill>
                    <a:schemeClr val="bg1"/>
                  </a:solidFill>
                  <a:latin typeface="Pretendard" panose="02000503000000020004" pitchFamily="50" charset="-127"/>
                  <a:ea typeface="Pretendard" panose="02000503000000020004" pitchFamily="50" charset="-127"/>
                </a:rPr>
                <a:t>01497C</a:t>
              </a:r>
              <a:endParaRPr lang="ko-KR" altLang="en-US" sz="492" dirty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</a:endParaRPr>
            </a:p>
          </p:txBody>
        </p:sp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C047D835-CE9A-E65D-2D40-2E95282A98A5}"/>
                </a:ext>
              </a:extLst>
            </p:cNvPr>
            <p:cNvSpPr/>
            <p:nvPr/>
          </p:nvSpPr>
          <p:spPr>
            <a:xfrm>
              <a:off x="691373" y="2163870"/>
              <a:ext cx="252000" cy="252000"/>
            </a:xfrm>
            <a:prstGeom prst="roundRect">
              <a:avLst/>
            </a:prstGeom>
            <a:solidFill>
              <a:srgbClr val="2A6F9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492" dirty="0">
                  <a:solidFill>
                    <a:schemeClr val="bg1"/>
                  </a:solidFill>
                  <a:latin typeface="Pretendard" panose="02000503000000020004" pitchFamily="50" charset="-127"/>
                  <a:ea typeface="Pretendard" panose="02000503000000020004" pitchFamily="50" charset="-127"/>
                </a:rPr>
                <a:t>295D8A</a:t>
              </a:r>
              <a:endParaRPr lang="ko-KR" altLang="en-US" sz="492" dirty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</a:endParaRPr>
            </a:p>
          </p:txBody>
        </p:sp>
        <p:sp>
          <p:nvSpPr>
            <p:cNvPr id="71" name="사각형: 둥근 모서리 70">
              <a:extLst>
                <a:ext uri="{FF2B5EF4-FFF2-40B4-BE49-F238E27FC236}">
                  <a16:creationId xmlns:a16="http://schemas.microsoft.com/office/drawing/2014/main" id="{0FB8DC73-8EC3-FE2D-578F-C0D72C18BA36}"/>
                </a:ext>
              </a:extLst>
            </p:cNvPr>
            <p:cNvSpPr/>
            <p:nvPr/>
          </p:nvSpPr>
          <p:spPr>
            <a:xfrm>
              <a:off x="691373" y="2439192"/>
              <a:ext cx="252000" cy="252000"/>
            </a:xfrm>
            <a:prstGeom prst="roundRect">
              <a:avLst/>
            </a:prstGeom>
            <a:solidFill>
              <a:srgbClr val="61A5C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492" dirty="0">
                  <a:solidFill>
                    <a:schemeClr val="bg1"/>
                  </a:solidFill>
                  <a:latin typeface="Pretendard" panose="02000503000000020004" pitchFamily="50" charset="-127"/>
                  <a:ea typeface="Pretendard" panose="02000503000000020004" pitchFamily="50" charset="-127"/>
                </a:rPr>
                <a:t>61A5C2</a:t>
              </a:r>
              <a:endParaRPr lang="ko-KR" altLang="en-US" sz="492" dirty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</a:endParaRPr>
            </a:p>
          </p:txBody>
        </p:sp>
        <p:sp>
          <p:nvSpPr>
            <p:cNvPr id="72" name="사각형: 둥근 모서리 71">
              <a:extLst>
                <a:ext uri="{FF2B5EF4-FFF2-40B4-BE49-F238E27FC236}">
                  <a16:creationId xmlns:a16="http://schemas.microsoft.com/office/drawing/2014/main" id="{34F945DD-7C83-05D2-1F90-2A5A26D84E47}"/>
                </a:ext>
              </a:extLst>
            </p:cNvPr>
            <p:cNvSpPr/>
            <p:nvPr/>
          </p:nvSpPr>
          <p:spPr>
            <a:xfrm>
              <a:off x="968356" y="1888548"/>
              <a:ext cx="252000" cy="252000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lIns="0" rIns="0" rtlCol="0" anchor="ctr"/>
            <a:lstStyle/>
            <a:p>
              <a:pPr algn="ctr" defTabSz="457211" latinLnBrk="0">
                <a:defRPr/>
              </a:pPr>
              <a:r>
                <a:rPr lang="en-US" altLang="ko-KR" sz="492" kern="0" dirty="0">
                  <a:solidFill>
                    <a:prstClr val="white"/>
                  </a:solidFill>
                  <a:latin typeface="Pretendard" panose="02000503000000020004" pitchFamily="50" charset="-127"/>
                  <a:ea typeface="Pretendard" panose="02000503000000020004" pitchFamily="50" charset="-127"/>
                </a:rPr>
                <a:t>#7F7F7F</a:t>
              </a:r>
              <a:endParaRPr lang="ko-KR" altLang="en-US" sz="492" kern="0" dirty="0">
                <a:solidFill>
                  <a:prstClr val="white"/>
                </a:solidFill>
                <a:latin typeface="Pretendard" panose="02000503000000020004" pitchFamily="50" charset="-127"/>
                <a:ea typeface="Pretendard" panose="02000503000000020004" pitchFamily="50" charset="-127"/>
              </a:endParaRPr>
            </a:p>
          </p:txBody>
        </p:sp>
        <p:sp>
          <p:nvSpPr>
            <p:cNvPr id="78" name="사각형: 둥근 모서리 77">
              <a:extLst>
                <a:ext uri="{FF2B5EF4-FFF2-40B4-BE49-F238E27FC236}">
                  <a16:creationId xmlns:a16="http://schemas.microsoft.com/office/drawing/2014/main" id="{0F8DE479-50CB-3D87-7CB4-F124A927ADD2}"/>
                </a:ext>
              </a:extLst>
            </p:cNvPr>
            <p:cNvSpPr/>
            <p:nvPr/>
          </p:nvSpPr>
          <p:spPr>
            <a:xfrm>
              <a:off x="968356" y="2439192"/>
              <a:ext cx="252000" cy="252000"/>
            </a:xfrm>
            <a:prstGeom prst="roundRect">
              <a:avLst/>
            </a:prstGeom>
            <a:solidFill>
              <a:schemeClr val="bg1">
                <a:lumMod val="75000"/>
                <a:alpha val="4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lIns="0" rIns="0" rtlCol="0" anchor="ctr"/>
            <a:lstStyle/>
            <a:p>
              <a:pPr algn="ctr" defTabSz="457211" latinLnBrk="0">
                <a:defRPr/>
              </a:pPr>
              <a:r>
                <a:rPr lang="en-US" altLang="ko-KR" sz="492" kern="0" dirty="0">
                  <a:solidFill>
                    <a:srgbClr val="01497C"/>
                  </a:solidFill>
                  <a:latin typeface="Pretendard" panose="02000503000000020004" pitchFamily="50" charset="-127"/>
                  <a:ea typeface="Pretendard" panose="02000503000000020004" pitchFamily="50" charset="-127"/>
                </a:rPr>
                <a:t>#BFBFBF</a:t>
              </a:r>
              <a:endParaRPr lang="ko-KR" altLang="en-US" sz="492" kern="0" dirty="0">
                <a:solidFill>
                  <a:srgbClr val="01497C"/>
                </a:solidFill>
                <a:latin typeface="Pretendard" panose="02000503000000020004" pitchFamily="50" charset="-127"/>
                <a:ea typeface="Pretendard" panose="02000503000000020004" pitchFamily="50" charset="-127"/>
              </a:endParaRPr>
            </a:p>
          </p:txBody>
        </p:sp>
        <p:sp>
          <p:nvSpPr>
            <p:cNvPr id="79" name="사각형: 둥근 모서리 78">
              <a:extLst>
                <a:ext uri="{FF2B5EF4-FFF2-40B4-BE49-F238E27FC236}">
                  <a16:creationId xmlns:a16="http://schemas.microsoft.com/office/drawing/2014/main" id="{48ED1F07-B488-E09A-4087-0343822FD410}"/>
                </a:ext>
              </a:extLst>
            </p:cNvPr>
            <p:cNvSpPr/>
            <p:nvPr/>
          </p:nvSpPr>
          <p:spPr>
            <a:xfrm>
              <a:off x="691373" y="2714514"/>
              <a:ext cx="252000" cy="252000"/>
            </a:xfrm>
            <a:prstGeom prst="roundRect">
              <a:avLst/>
            </a:prstGeom>
            <a:solidFill>
              <a:srgbClr val="43617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492" dirty="0">
                  <a:solidFill>
                    <a:schemeClr val="bg1"/>
                  </a:solidFill>
                  <a:latin typeface="Pretendard" panose="02000503000000020004" pitchFamily="50" charset="-127"/>
                  <a:ea typeface="Pretendard" panose="02000503000000020004" pitchFamily="50" charset="-127"/>
                </a:rPr>
                <a:t>436175</a:t>
              </a:r>
              <a:endParaRPr lang="ko-KR" altLang="en-US" sz="492" dirty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</a:endParaRPr>
            </a:p>
          </p:txBody>
        </p:sp>
        <p:sp>
          <p:nvSpPr>
            <p:cNvPr id="80" name="사각형: 둥근 모서리 79">
              <a:extLst>
                <a:ext uri="{FF2B5EF4-FFF2-40B4-BE49-F238E27FC236}">
                  <a16:creationId xmlns:a16="http://schemas.microsoft.com/office/drawing/2014/main" id="{70CAB2DB-B385-F2CE-BC08-755815D6EE89}"/>
                </a:ext>
              </a:extLst>
            </p:cNvPr>
            <p:cNvSpPr/>
            <p:nvPr/>
          </p:nvSpPr>
          <p:spPr>
            <a:xfrm>
              <a:off x="968356" y="2163870"/>
              <a:ext cx="252000" cy="252000"/>
            </a:xfrm>
            <a:prstGeom prst="roundRect">
              <a:avLst/>
            </a:prstGeom>
            <a:solidFill>
              <a:srgbClr val="B1B6B7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lIns="0" rIns="0" rtlCol="0" anchor="ctr"/>
            <a:lstStyle/>
            <a:p>
              <a:pPr algn="ctr" defTabSz="457211" latinLnBrk="0">
                <a:defRPr/>
              </a:pPr>
              <a:r>
                <a:rPr lang="en-US" altLang="ko-KR" sz="492" kern="0" dirty="0">
                  <a:solidFill>
                    <a:schemeClr val="bg1"/>
                  </a:solidFill>
                  <a:latin typeface="Pretendard" panose="02000503000000020004" pitchFamily="50" charset="-127"/>
                  <a:ea typeface="Pretendard" panose="02000503000000020004" pitchFamily="50" charset="-127"/>
                </a:rPr>
                <a:t>#B1B6B7</a:t>
              </a:r>
              <a:endParaRPr lang="ko-KR" altLang="en-US" sz="492" kern="0" dirty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</a:endParaRPr>
            </a:p>
          </p:txBody>
        </p:sp>
        <p:sp>
          <p:nvSpPr>
            <p:cNvPr id="81" name="사각형: 둥근 모서리 80">
              <a:extLst>
                <a:ext uri="{FF2B5EF4-FFF2-40B4-BE49-F238E27FC236}">
                  <a16:creationId xmlns:a16="http://schemas.microsoft.com/office/drawing/2014/main" id="{39E2F4AE-A5CE-378E-AA31-128A6E2E08CB}"/>
                </a:ext>
              </a:extLst>
            </p:cNvPr>
            <p:cNvSpPr/>
            <p:nvPr/>
          </p:nvSpPr>
          <p:spPr>
            <a:xfrm>
              <a:off x="691373" y="2989836"/>
              <a:ext cx="252000" cy="252000"/>
            </a:xfrm>
            <a:prstGeom prst="roundRect">
              <a:avLst/>
            </a:prstGeom>
            <a:solidFill>
              <a:srgbClr val="61A5C2">
                <a:alpha val="8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lIns="0" rIns="0" rtlCol="0" anchor="ctr"/>
            <a:lstStyle/>
            <a:p>
              <a:pPr algn="ctr" defTabSz="457211" latinLnBrk="0">
                <a:defRPr/>
              </a:pPr>
              <a:r>
                <a:rPr lang="en-US" altLang="ko-KR" sz="492" dirty="0">
                  <a:solidFill>
                    <a:schemeClr val="bg1"/>
                  </a:solidFill>
                  <a:latin typeface="Pretendard" panose="02000503000000020004" pitchFamily="50" charset="-127"/>
                  <a:ea typeface="Pretendard" panose="02000503000000020004" pitchFamily="50" charset="-127"/>
                </a:rPr>
                <a:t>61A5C2</a:t>
              </a:r>
              <a:endParaRPr lang="ko-KR" altLang="en-US" sz="492" dirty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</a:endParaRPr>
            </a:p>
            <a:p>
              <a:pPr algn="ctr" defTabSz="457211" latinLnBrk="0">
                <a:defRPr/>
              </a:pPr>
              <a:r>
                <a:rPr lang="en-US" altLang="ko-KR" sz="492" kern="0" dirty="0">
                  <a:solidFill>
                    <a:prstClr val="white"/>
                  </a:solidFill>
                  <a:latin typeface="Pretendard" panose="02000503000000020004" pitchFamily="50" charset="-127"/>
                  <a:ea typeface="Pretendard" panose="02000503000000020004" pitchFamily="50" charset="-127"/>
                </a:rPr>
                <a:t>(20%)</a:t>
              </a:r>
              <a:endParaRPr lang="ko-KR" altLang="en-US" sz="492" kern="0" dirty="0">
                <a:solidFill>
                  <a:prstClr val="white"/>
                </a:solidFill>
                <a:latin typeface="Pretendard" panose="02000503000000020004" pitchFamily="50" charset="-127"/>
                <a:ea typeface="Pretendard" panose="02000503000000020004" pitchFamily="50" charset="-127"/>
              </a:endParaRPr>
            </a:p>
          </p:txBody>
        </p:sp>
        <p:sp>
          <p:nvSpPr>
            <p:cNvPr id="83" name="사각형: 둥근 모서리 82">
              <a:extLst>
                <a:ext uri="{FF2B5EF4-FFF2-40B4-BE49-F238E27FC236}">
                  <a16:creationId xmlns:a16="http://schemas.microsoft.com/office/drawing/2014/main" id="{96470FBC-962C-EB97-004D-FFA1B2451671}"/>
                </a:ext>
              </a:extLst>
            </p:cNvPr>
            <p:cNvSpPr/>
            <p:nvPr/>
          </p:nvSpPr>
          <p:spPr>
            <a:xfrm>
              <a:off x="691373" y="3265158"/>
              <a:ext cx="252000" cy="252000"/>
            </a:xfrm>
            <a:prstGeom prst="roundRect">
              <a:avLst/>
            </a:prstGeom>
            <a:solidFill>
              <a:srgbClr val="61A5C2">
                <a:alpha val="6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lIns="0" rIns="0" rtlCol="0" anchor="ctr"/>
            <a:lstStyle/>
            <a:p>
              <a:pPr algn="ctr" defTabSz="457211" latinLnBrk="0">
                <a:defRPr/>
              </a:pPr>
              <a:r>
                <a:rPr lang="en-US" altLang="ko-KR" sz="492" kern="0" dirty="0">
                  <a:solidFill>
                    <a:prstClr val="white"/>
                  </a:solidFill>
                  <a:latin typeface="Pretendard" panose="02000503000000020004" pitchFamily="50" charset="-127"/>
                  <a:ea typeface="Pretendard" panose="02000503000000020004" pitchFamily="50" charset="-127"/>
                </a:rPr>
                <a:t>61A5C2</a:t>
              </a:r>
            </a:p>
            <a:p>
              <a:pPr algn="ctr" defTabSz="457211" latinLnBrk="0">
                <a:defRPr/>
              </a:pPr>
              <a:r>
                <a:rPr lang="en-US" altLang="ko-KR" sz="492" kern="0" dirty="0">
                  <a:solidFill>
                    <a:prstClr val="white"/>
                  </a:solidFill>
                  <a:latin typeface="Pretendard" panose="02000503000000020004" pitchFamily="50" charset="-127"/>
                  <a:ea typeface="Pretendard" panose="02000503000000020004" pitchFamily="50" charset="-127"/>
                </a:rPr>
                <a:t>(40%)</a:t>
              </a:r>
            </a:p>
          </p:txBody>
        </p:sp>
        <p:sp>
          <p:nvSpPr>
            <p:cNvPr id="85" name="사각형: 둥근 모서리 84">
              <a:extLst>
                <a:ext uri="{FF2B5EF4-FFF2-40B4-BE49-F238E27FC236}">
                  <a16:creationId xmlns:a16="http://schemas.microsoft.com/office/drawing/2014/main" id="{821B0505-2BB4-08EB-2D26-0673E798124A}"/>
                </a:ext>
              </a:extLst>
            </p:cNvPr>
            <p:cNvSpPr/>
            <p:nvPr/>
          </p:nvSpPr>
          <p:spPr>
            <a:xfrm>
              <a:off x="691373" y="3540480"/>
              <a:ext cx="252000" cy="252000"/>
            </a:xfrm>
            <a:prstGeom prst="roundRect">
              <a:avLst/>
            </a:prstGeom>
            <a:solidFill>
              <a:srgbClr val="61A5C2">
                <a:alpha val="4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lIns="0" rIns="0" rtlCol="0" anchor="ctr"/>
            <a:lstStyle/>
            <a:p>
              <a:pPr algn="ctr" defTabSz="457211" latinLnBrk="0">
                <a:defRPr/>
              </a:pPr>
              <a:r>
                <a:rPr lang="en-US" altLang="ko-KR" sz="492" kern="0" dirty="0">
                  <a:solidFill>
                    <a:srgbClr val="01497C"/>
                  </a:solidFill>
                  <a:latin typeface="Pretendard" panose="02000503000000020004" pitchFamily="50" charset="-127"/>
                  <a:ea typeface="Pretendard" panose="02000503000000020004" pitchFamily="50" charset="-127"/>
                </a:rPr>
                <a:t>61A5C2</a:t>
              </a:r>
            </a:p>
            <a:p>
              <a:pPr algn="ctr" defTabSz="457211" latinLnBrk="0">
                <a:defRPr/>
              </a:pPr>
              <a:r>
                <a:rPr lang="en-US" altLang="ko-KR" sz="492" kern="0" dirty="0">
                  <a:solidFill>
                    <a:srgbClr val="01497C"/>
                  </a:solidFill>
                  <a:latin typeface="Pretendard" panose="02000503000000020004" pitchFamily="50" charset="-127"/>
                  <a:ea typeface="Pretendard" panose="02000503000000020004" pitchFamily="50" charset="-127"/>
                </a:rPr>
                <a:t>(60%)</a:t>
              </a:r>
            </a:p>
          </p:txBody>
        </p:sp>
        <p:sp>
          <p:nvSpPr>
            <p:cNvPr id="87" name="사각형: 둥근 모서리 86">
              <a:extLst>
                <a:ext uri="{FF2B5EF4-FFF2-40B4-BE49-F238E27FC236}">
                  <a16:creationId xmlns:a16="http://schemas.microsoft.com/office/drawing/2014/main" id="{73E32EF3-CE5D-C3E3-D4B7-0C60D67F546C}"/>
                </a:ext>
              </a:extLst>
            </p:cNvPr>
            <p:cNvSpPr/>
            <p:nvPr/>
          </p:nvSpPr>
          <p:spPr>
            <a:xfrm>
              <a:off x="691373" y="3815801"/>
              <a:ext cx="252000" cy="252000"/>
            </a:xfrm>
            <a:prstGeom prst="roundRect">
              <a:avLst/>
            </a:prstGeom>
            <a:solidFill>
              <a:srgbClr val="61A5C2">
                <a:alpha val="2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lIns="0" rIns="0" rtlCol="0" anchor="ctr"/>
            <a:lstStyle/>
            <a:p>
              <a:pPr algn="ctr" defTabSz="457211" latinLnBrk="0">
                <a:defRPr/>
              </a:pPr>
              <a:r>
                <a:rPr lang="en-US" altLang="ko-KR" sz="492" kern="0" dirty="0">
                  <a:solidFill>
                    <a:srgbClr val="01497C"/>
                  </a:solidFill>
                  <a:latin typeface="Pretendard" panose="02000503000000020004" pitchFamily="50" charset="-127"/>
                  <a:ea typeface="Pretendard" panose="02000503000000020004" pitchFamily="50" charset="-127"/>
                </a:rPr>
                <a:t>61A5C2</a:t>
              </a:r>
            </a:p>
            <a:p>
              <a:pPr algn="ctr" defTabSz="457211" latinLnBrk="0">
                <a:defRPr/>
              </a:pPr>
              <a:r>
                <a:rPr lang="en-US" altLang="ko-KR" sz="492" kern="0" dirty="0">
                  <a:solidFill>
                    <a:srgbClr val="01497C"/>
                  </a:solidFill>
                  <a:latin typeface="Pretendard" panose="02000503000000020004" pitchFamily="50" charset="-127"/>
                  <a:ea typeface="Pretendard" panose="02000503000000020004" pitchFamily="50" charset="-127"/>
                </a:rPr>
                <a:t>(80%)</a:t>
              </a:r>
            </a:p>
          </p:txBody>
        </p:sp>
        <p:sp>
          <p:nvSpPr>
            <p:cNvPr id="39" name="왼쪽 중괄호 38">
              <a:extLst>
                <a:ext uri="{FF2B5EF4-FFF2-40B4-BE49-F238E27FC236}">
                  <a16:creationId xmlns:a16="http://schemas.microsoft.com/office/drawing/2014/main" id="{7D589BAE-5DD2-5FD1-2E26-9BED68D22AFA}"/>
                </a:ext>
              </a:extLst>
            </p:cNvPr>
            <p:cNvSpPr/>
            <p:nvPr/>
          </p:nvSpPr>
          <p:spPr>
            <a:xfrm>
              <a:off x="620671" y="1888545"/>
              <a:ext cx="45719" cy="1080000"/>
            </a:xfrm>
            <a:prstGeom prst="leftBrac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 sz="2215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BCD06EC3-E5E0-1BB6-0BA5-BB098D6E149D}"/>
                </a:ext>
              </a:extLst>
            </p:cNvPr>
            <p:cNvSpPr txBox="1"/>
            <p:nvPr/>
          </p:nvSpPr>
          <p:spPr>
            <a:xfrm>
              <a:off x="498753" y="2390073"/>
              <a:ext cx="107772" cy="76896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r>
                <a:rPr lang="en-US" altLang="ko-KR" sz="615" kern="0" dirty="0">
                  <a:solidFill>
                    <a:srgbClr val="01497C"/>
                  </a:solidFill>
                  <a:latin typeface="Pretendard" panose="02000503000000020004" pitchFamily="50" charset="-127"/>
                  <a:ea typeface="Pretendard" panose="02000503000000020004" pitchFamily="50" charset="-127"/>
                </a:rPr>
                <a:t>BC</a:t>
              </a:r>
              <a:endParaRPr lang="ko-KR" altLang="en-US" sz="615" dirty="0"/>
            </a:p>
          </p:txBody>
        </p:sp>
        <p:sp>
          <p:nvSpPr>
            <p:cNvPr id="42" name="왼쪽 중괄호 41">
              <a:extLst>
                <a:ext uri="{FF2B5EF4-FFF2-40B4-BE49-F238E27FC236}">
                  <a16:creationId xmlns:a16="http://schemas.microsoft.com/office/drawing/2014/main" id="{47348647-BDB8-1650-401D-090EA3445C4B}"/>
                </a:ext>
              </a:extLst>
            </p:cNvPr>
            <p:cNvSpPr/>
            <p:nvPr/>
          </p:nvSpPr>
          <p:spPr>
            <a:xfrm>
              <a:off x="620671" y="3014733"/>
              <a:ext cx="45719" cy="1044000"/>
            </a:xfrm>
            <a:prstGeom prst="leftBrac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 sz="2215"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ECA59B35-3028-63FB-DC2E-AF40B808035B}"/>
                </a:ext>
              </a:extLst>
            </p:cNvPr>
            <p:cNvSpPr txBox="1"/>
            <p:nvPr/>
          </p:nvSpPr>
          <p:spPr>
            <a:xfrm>
              <a:off x="498753" y="3498261"/>
              <a:ext cx="107772" cy="76896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r>
                <a:rPr lang="en-US" altLang="ko-KR" sz="615" kern="0" dirty="0">
                  <a:solidFill>
                    <a:srgbClr val="01497C"/>
                  </a:solidFill>
                  <a:latin typeface="Pretendard" panose="02000503000000020004" pitchFamily="50" charset="-127"/>
                  <a:ea typeface="Pretendard" panose="02000503000000020004" pitchFamily="50" charset="-127"/>
                </a:rPr>
                <a:t>AC</a:t>
              </a:r>
              <a:endParaRPr lang="ko-KR" altLang="en-US" sz="615" dirty="0"/>
            </a:p>
          </p:txBody>
        </p:sp>
        <p:sp>
          <p:nvSpPr>
            <p:cNvPr id="2" name="사각형: 둥근 모서리 1">
              <a:extLst>
                <a:ext uri="{FF2B5EF4-FFF2-40B4-BE49-F238E27FC236}">
                  <a16:creationId xmlns:a16="http://schemas.microsoft.com/office/drawing/2014/main" id="{A39A9A69-873D-634C-7788-94935E6704A0}"/>
                </a:ext>
              </a:extLst>
            </p:cNvPr>
            <p:cNvSpPr/>
            <p:nvPr/>
          </p:nvSpPr>
          <p:spPr>
            <a:xfrm>
              <a:off x="968356" y="2995683"/>
              <a:ext cx="252000" cy="252000"/>
            </a:xfrm>
            <a:prstGeom prst="roundRect">
              <a:avLst/>
            </a:prstGeom>
            <a:solidFill>
              <a:srgbClr val="F2F2E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492" dirty="0">
                  <a:solidFill>
                    <a:schemeClr val="accent6"/>
                  </a:solidFill>
                </a:rPr>
                <a:t>#F2F2E4</a:t>
              </a:r>
              <a:endParaRPr lang="ko-KR" altLang="en-US" sz="492" dirty="0">
                <a:solidFill>
                  <a:schemeClr val="accent6"/>
                </a:solidFill>
              </a:endParaRPr>
            </a:p>
          </p:txBody>
        </p:sp>
        <p:sp>
          <p:nvSpPr>
            <p:cNvPr id="17" name="사각형: 둥근 모서리 16">
              <a:extLst>
                <a:ext uri="{FF2B5EF4-FFF2-40B4-BE49-F238E27FC236}">
                  <a16:creationId xmlns:a16="http://schemas.microsoft.com/office/drawing/2014/main" id="{13AD315B-05D4-1136-F057-2A0960D8E47A}"/>
                </a:ext>
              </a:extLst>
            </p:cNvPr>
            <p:cNvSpPr/>
            <p:nvPr/>
          </p:nvSpPr>
          <p:spPr>
            <a:xfrm>
              <a:off x="968356" y="3269056"/>
              <a:ext cx="252000" cy="252000"/>
            </a:xfrm>
            <a:prstGeom prst="roundRect">
              <a:avLst/>
            </a:prstGeom>
            <a:solidFill>
              <a:srgbClr val="E1CE9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492" dirty="0">
                  <a:solidFill>
                    <a:schemeClr val="accent6"/>
                  </a:solidFill>
                </a:rPr>
                <a:t>#E1C292</a:t>
              </a:r>
              <a:endParaRPr lang="ko-KR" altLang="en-US" sz="492" dirty="0">
                <a:solidFill>
                  <a:schemeClr val="accent6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514783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화살표: 오각형 99">
            <a:extLst>
              <a:ext uri="{FF2B5EF4-FFF2-40B4-BE49-F238E27FC236}">
                <a16:creationId xmlns:a16="http://schemas.microsoft.com/office/drawing/2014/main" id="{72F18287-15F6-7F7E-C739-D4E97BCDD905}"/>
              </a:ext>
            </a:extLst>
          </p:cNvPr>
          <p:cNvSpPr/>
          <p:nvPr/>
        </p:nvSpPr>
        <p:spPr>
          <a:xfrm>
            <a:off x="3588714" y="5401718"/>
            <a:ext cx="1197466" cy="522000"/>
          </a:xfrm>
          <a:prstGeom prst="homePlate">
            <a:avLst>
              <a:gd name="adj" fmla="val 24547"/>
            </a:avLst>
          </a:prstGeom>
          <a:solidFill>
            <a:schemeClr val="accent6"/>
          </a:solidFill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1477" b="1" dirty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</a:rPr>
              <a:t>  가나다</a:t>
            </a:r>
          </a:p>
        </p:txBody>
      </p:sp>
      <p:sp>
        <p:nvSpPr>
          <p:cNvPr id="99" name="화살표: 오각형 98">
            <a:extLst>
              <a:ext uri="{FF2B5EF4-FFF2-40B4-BE49-F238E27FC236}">
                <a16:creationId xmlns:a16="http://schemas.microsoft.com/office/drawing/2014/main" id="{65C15F5A-C24E-2F4A-9318-E95E48EA2BA4}"/>
              </a:ext>
            </a:extLst>
          </p:cNvPr>
          <p:cNvSpPr/>
          <p:nvPr/>
        </p:nvSpPr>
        <p:spPr>
          <a:xfrm>
            <a:off x="2579077" y="5401718"/>
            <a:ext cx="1197465" cy="522000"/>
          </a:xfrm>
          <a:prstGeom prst="homePlate">
            <a:avLst>
              <a:gd name="adj" fmla="val 24547"/>
            </a:avLst>
          </a:prstGeom>
          <a:solidFill>
            <a:schemeClr val="accent6"/>
          </a:solidFill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1477" b="1" dirty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</a:rPr>
              <a:t>  가나다</a:t>
            </a:r>
          </a:p>
        </p:txBody>
      </p:sp>
      <p:sp>
        <p:nvSpPr>
          <p:cNvPr id="98" name="화살표: 오각형 97">
            <a:extLst>
              <a:ext uri="{FF2B5EF4-FFF2-40B4-BE49-F238E27FC236}">
                <a16:creationId xmlns:a16="http://schemas.microsoft.com/office/drawing/2014/main" id="{AA7B4EC7-82C2-E2E3-F4A6-AE968504D9FC}"/>
              </a:ext>
            </a:extLst>
          </p:cNvPr>
          <p:cNvSpPr/>
          <p:nvPr/>
        </p:nvSpPr>
        <p:spPr>
          <a:xfrm>
            <a:off x="1539048" y="5401718"/>
            <a:ext cx="1227854" cy="522000"/>
          </a:xfrm>
          <a:prstGeom prst="homePlate">
            <a:avLst>
              <a:gd name="adj" fmla="val 24547"/>
            </a:avLst>
          </a:prstGeom>
          <a:solidFill>
            <a:schemeClr val="accent6"/>
          </a:solidFill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1477" b="1" dirty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</a:rPr>
              <a:t>  가나다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97C1D730-EFEA-B0D4-DDB3-919A35244967}"/>
              </a:ext>
            </a:extLst>
          </p:cNvPr>
          <p:cNvSpPr/>
          <p:nvPr/>
        </p:nvSpPr>
        <p:spPr>
          <a:xfrm>
            <a:off x="1929072" y="2472740"/>
            <a:ext cx="2068782" cy="101948"/>
          </a:xfrm>
          <a:prstGeom prst="rect">
            <a:avLst/>
          </a:prstGeom>
          <a:solidFill>
            <a:srgbClr val="ADD0DD">
              <a:alpha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844083" latinLnBrk="0">
              <a:defRPr/>
            </a:pPr>
            <a:endParaRPr lang="ko-KR" altLang="en-US" sz="1662" kern="0" dirty="0">
              <a:solidFill>
                <a:prstClr val="white"/>
              </a:solidFill>
              <a:latin typeface="Pretendard" panose="02000503000000020004" pitchFamily="50" charset="-127"/>
              <a:ea typeface="Pretendard" panose="02000503000000020004" pitchFamily="50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431356" y="4512484"/>
            <a:ext cx="1107692" cy="62030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477" dirty="0">
                <a:solidFill>
                  <a:schemeClr val="accent3"/>
                </a:solidFill>
                <a:latin typeface="Pretendard" panose="02000503000000020004" pitchFamily="50" charset="-127"/>
                <a:ea typeface="Pretendard" panose="02000503000000020004" pitchFamily="50" charset="-127"/>
              </a:rPr>
              <a:t>#436175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EAB1EC05-846F-42DF-B8CA-0ED199E05CC6}"/>
              </a:ext>
            </a:extLst>
          </p:cNvPr>
          <p:cNvSpPr/>
          <p:nvPr/>
        </p:nvSpPr>
        <p:spPr>
          <a:xfrm>
            <a:off x="4944041" y="1372586"/>
            <a:ext cx="2933626" cy="332139"/>
          </a:xfrm>
          <a:prstGeom prst="rect">
            <a:avLst/>
          </a:prstGeom>
          <a:noFill/>
          <a:ln w="190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231" dirty="0">
                <a:solidFill>
                  <a:schemeClr val="accent6"/>
                </a:solidFill>
                <a:latin typeface="Pretendard" panose="02000503000000020004" pitchFamily="50" charset="-127"/>
                <a:ea typeface="Pretendard" panose="02000503000000020004" pitchFamily="50" charset="-127"/>
              </a:rPr>
              <a:t>#01497C</a:t>
            </a:r>
          </a:p>
        </p:txBody>
      </p:sp>
      <p:sp>
        <p:nvSpPr>
          <p:cNvPr id="17" name="화살표: 오각형 16">
            <a:extLst>
              <a:ext uri="{FF2B5EF4-FFF2-40B4-BE49-F238E27FC236}">
                <a16:creationId xmlns:a16="http://schemas.microsoft.com/office/drawing/2014/main" id="{B68D8BED-67B5-45F5-9C98-8733F58D7705}"/>
              </a:ext>
            </a:extLst>
          </p:cNvPr>
          <p:cNvSpPr/>
          <p:nvPr/>
        </p:nvSpPr>
        <p:spPr>
          <a:xfrm>
            <a:off x="8103530" y="1372586"/>
            <a:ext cx="2933626" cy="332139"/>
          </a:xfrm>
          <a:prstGeom prst="homePlate">
            <a:avLst>
              <a:gd name="adj" fmla="val 20956"/>
            </a:avLst>
          </a:prstGeom>
          <a:noFill/>
          <a:ln w="190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231" dirty="0">
                <a:solidFill>
                  <a:schemeClr val="accent6"/>
                </a:solidFill>
                <a:latin typeface="Pretendard" panose="02000503000000020004" pitchFamily="50" charset="-127"/>
                <a:ea typeface="Pretendard" panose="02000503000000020004" pitchFamily="50" charset="-127"/>
              </a:rPr>
              <a:t>#01497C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321690F3-2CC3-4E92-A58A-D708DBE283AE}"/>
              </a:ext>
            </a:extLst>
          </p:cNvPr>
          <p:cNvSpPr/>
          <p:nvPr/>
        </p:nvSpPr>
        <p:spPr>
          <a:xfrm>
            <a:off x="1784553" y="1372586"/>
            <a:ext cx="2933626" cy="33213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477" dirty="0">
                <a:solidFill>
                  <a:schemeClr val="accent6"/>
                </a:solidFill>
                <a:latin typeface="Pretendard" panose="02000503000000020004" pitchFamily="50" charset="-127"/>
                <a:ea typeface="Pretendard" panose="02000503000000020004" pitchFamily="50" charset="-127"/>
              </a:rPr>
              <a:t>Title #01497C </a:t>
            </a:r>
            <a:endParaRPr lang="ko-KR" altLang="en-US" sz="1477" dirty="0">
              <a:solidFill>
                <a:schemeClr val="accent6"/>
              </a:solidFill>
              <a:latin typeface="Pretendard" panose="02000503000000020004" pitchFamily="50" charset="-127"/>
              <a:ea typeface="Pretendard" panose="02000503000000020004" pitchFamily="50" charset="-127"/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CB362A6C-DB56-4AA0-BDCB-097A9B7F5FAF}"/>
              </a:ext>
            </a:extLst>
          </p:cNvPr>
          <p:cNvSpPr/>
          <p:nvPr/>
        </p:nvSpPr>
        <p:spPr>
          <a:xfrm>
            <a:off x="4944041" y="1807558"/>
            <a:ext cx="2933626" cy="332139"/>
          </a:xfrm>
          <a:prstGeom prst="rect">
            <a:avLst/>
          </a:prstGeom>
          <a:noFill/>
          <a:ln w="1905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231" dirty="0">
                <a:solidFill>
                  <a:schemeClr val="accent6"/>
                </a:solidFill>
                <a:latin typeface="Pretendard" panose="02000503000000020004" pitchFamily="50" charset="-127"/>
                <a:ea typeface="Pretendard" panose="02000503000000020004" pitchFamily="50" charset="-127"/>
              </a:rPr>
              <a:t>#61A5C2</a:t>
            </a:r>
          </a:p>
        </p:txBody>
      </p:sp>
      <p:sp>
        <p:nvSpPr>
          <p:cNvPr id="26" name="화살표: 오각형 25">
            <a:extLst>
              <a:ext uri="{FF2B5EF4-FFF2-40B4-BE49-F238E27FC236}">
                <a16:creationId xmlns:a16="http://schemas.microsoft.com/office/drawing/2014/main" id="{9B29DD7D-CB77-4E8E-9EE1-392B7D86DB52}"/>
              </a:ext>
            </a:extLst>
          </p:cNvPr>
          <p:cNvSpPr/>
          <p:nvPr/>
        </p:nvSpPr>
        <p:spPr>
          <a:xfrm>
            <a:off x="8103530" y="1807558"/>
            <a:ext cx="2933626" cy="332139"/>
          </a:xfrm>
          <a:prstGeom prst="homePlate">
            <a:avLst>
              <a:gd name="adj" fmla="val 20956"/>
            </a:avLst>
          </a:prstGeom>
          <a:noFill/>
          <a:ln w="1905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231" dirty="0">
                <a:solidFill>
                  <a:schemeClr val="accent6"/>
                </a:solidFill>
                <a:latin typeface="Pretendard" panose="02000503000000020004" pitchFamily="50" charset="-127"/>
                <a:ea typeface="Pretendard" panose="02000503000000020004" pitchFamily="50" charset="-127"/>
              </a:rPr>
              <a:t>#61A5C2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80CB8BBE-CE06-4AC4-B5E1-FAFC8D6E6DCC}"/>
              </a:ext>
            </a:extLst>
          </p:cNvPr>
          <p:cNvSpPr/>
          <p:nvPr/>
        </p:nvSpPr>
        <p:spPr>
          <a:xfrm>
            <a:off x="1784553" y="1807558"/>
            <a:ext cx="2933626" cy="33213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477" dirty="0">
                <a:solidFill>
                  <a:schemeClr val="accent3"/>
                </a:solidFill>
                <a:latin typeface="Pretendard" panose="02000503000000020004" pitchFamily="50" charset="-127"/>
                <a:ea typeface="Pretendard" panose="02000503000000020004" pitchFamily="50" charset="-127"/>
              </a:rPr>
              <a:t>Title #436175</a:t>
            </a: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A5311445-03A9-4E57-AF3B-00E7C19094CA}"/>
              </a:ext>
            </a:extLst>
          </p:cNvPr>
          <p:cNvGrpSpPr/>
          <p:nvPr/>
        </p:nvGrpSpPr>
        <p:grpSpPr>
          <a:xfrm>
            <a:off x="1784553" y="989987"/>
            <a:ext cx="2933626" cy="264671"/>
            <a:chOff x="1833384" y="1555473"/>
            <a:chExt cx="3178095" cy="286728"/>
          </a:xfrm>
        </p:grpSpPr>
        <p:sp>
          <p:nvSpPr>
            <p:cNvPr id="30" name="내용 개체 틀 2">
              <a:extLst>
                <a:ext uri="{FF2B5EF4-FFF2-40B4-BE49-F238E27FC236}">
                  <a16:creationId xmlns:a16="http://schemas.microsoft.com/office/drawing/2014/main" id="{BB439B44-65F3-4760-9C54-4FACDCB5ECEF}"/>
                </a:ext>
              </a:extLst>
            </p:cNvPr>
            <p:cNvSpPr txBox="1">
              <a:spLocks/>
            </p:cNvSpPr>
            <p:nvPr/>
          </p:nvSpPr>
          <p:spPr>
            <a:xfrm>
              <a:off x="1843915" y="1555473"/>
              <a:ext cx="3167564" cy="246249"/>
            </a:xfrm>
            <a:prstGeom prst="rect">
              <a:avLst/>
            </a:prstGeom>
          </p:spPr>
          <p:txBody>
            <a:bodyPr vert="horz" wrap="square" lIns="0" tIns="0" rIns="0" bIns="0" rtlCol="0" anchor="t" anchorCtr="0">
              <a:spAutoFit/>
            </a:bodyPr>
            <a:lstStyle>
              <a:lvl1pPr marL="174625" lvl="0" indent="-174625" latinLnBrk="0">
                <a:spcBef>
                  <a:spcPts val="0"/>
                </a:spcBef>
                <a:buFont typeface="Wingdings" panose="05000000000000000000" pitchFamily="2" charset="2"/>
                <a:buChar char="§"/>
                <a:defRPr sz="1400">
                  <a:latin typeface="Arial" panose="020B0604020202020204" pitchFamily="34" charset="0"/>
                  <a:cs typeface="Arial" panose="020B0604020202020204" pitchFamily="34" charset="0"/>
                </a:defRPr>
              </a:lvl1pPr>
              <a:lvl2pPr marL="363538" lvl="1" indent="-188913" latinLnBrk="0">
                <a:spcBef>
                  <a:spcPts val="0"/>
                </a:spcBef>
                <a:buFont typeface="Arial" panose="020B0604020202020204" pitchFamily="34" charset="0"/>
                <a:buChar char="–"/>
                <a:defRPr sz="1400">
                  <a:latin typeface="Arial" panose="020B0604020202020204" pitchFamily="34" charset="0"/>
                  <a:cs typeface="Arial" panose="020B0604020202020204" pitchFamily="34" charset="0"/>
                </a:defRPr>
              </a:lvl2pPr>
              <a:lvl3pPr marL="538163" lvl="2" indent="-174625" latinLnBrk="0">
                <a:spcBef>
                  <a:spcPts val="0"/>
                </a:spcBef>
                <a:buFont typeface="바탕" panose="02030600000101010101" pitchFamily="18" charset="-127"/>
                <a:buChar char="∙"/>
                <a:defRPr sz="1400">
                  <a:latin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1400">
                  <a:latin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»"/>
                <a:defRPr sz="1400">
                  <a:latin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000"/>
              </a:lvl6pPr>
              <a:lvl7pPr marL="29718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000"/>
              </a:lvl7pPr>
              <a:lvl8pPr marL="34290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000"/>
              </a:lvl8pPr>
              <a:lvl9pPr marL="38862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000"/>
              </a:lvl9pPr>
            </a:lstStyle>
            <a:p>
              <a:pPr marL="0" indent="0" algn="ctr">
                <a:buNone/>
              </a:pPr>
              <a:r>
                <a:rPr lang="en-US" altLang="ko-KR" sz="1477" b="1" dirty="0"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Title</a:t>
              </a:r>
              <a:endParaRPr lang="ko-KR" altLang="en-US" sz="1477" b="1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  <p:cxnSp>
          <p:nvCxnSpPr>
            <p:cNvPr id="31" name="직선 연결선 30">
              <a:extLst>
                <a:ext uri="{FF2B5EF4-FFF2-40B4-BE49-F238E27FC236}">
                  <a16:creationId xmlns:a16="http://schemas.microsoft.com/office/drawing/2014/main" id="{5CBE408B-4533-4AAC-A01A-F4D3DB57A64E}"/>
                </a:ext>
              </a:extLst>
            </p:cNvPr>
            <p:cNvCxnSpPr/>
            <p:nvPr/>
          </p:nvCxnSpPr>
          <p:spPr>
            <a:xfrm>
              <a:off x="1833384" y="1842201"/>
              <a:ext cx="3167564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2" name="타원 31">
            <a:extLst>
              <a:ext uri="{FF2B5EF4-FFF2-40B4-BE49-F238E27FC236}">
                <a16:creationId xmlns:a16="http://schemas.microsoft.com/office/drawing/2014/main" id="{E5C76128-6400-41BF-91E7-B8FD2E2E0EE8}"/>
              </a:ext>
            </a:extLst>
          </p:cNvPr>
          <p:cNvSpPr/>
          <p:nvPr/>
        </p:nvSpPr>
        <p:spPr>
          <a:xfrm>
            <a:off x="3983712" y="3489730"/>
            <a:ext cx="199385" cy="199385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108" b="1" dirty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</a:rPr>
              <a:t>1</a:t>
            </a:r>
            <a:endParaRPr lang="ko-KR" altLang="en-US" sz="1108" b="1" dirty="0">
              <a:solidFill>
                <a:schemeClr val="bg1"/>
              </a:solidFill>
              <a:latin typeface="Pretendard" panose="02000503000000020004" pitchFamily="50" charset="-127"/>
              <a:ea typeface="Pretendard" panose="02000503000000020004" pitchFamily="50" charset="-127"/>
            </a:endParaRPr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D709F552-8865-4DD5-AED7-A4DF0937274E}"/>
              </a:ext>
            </a:extLst>
          </p:cNvPr>
          <p:cNvSpPr/>
          <p:nvPr/>
        </p:nvSpPr>
        <p:spPr>
          <a:xfrm>
            <a:off x="3983712" y="3853424"/>
            <a:ext cx="199385" cy="199385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108" b="1" dirty="0">
                <a:latin typeface="Pretendard" panose="02000503000000020004" pitchFamily="50" charset="-127"/>
                <a:ea typeface="Pretendard" panose="02000503000000020004" pitchFamily="50" charset="-127"/>
              </a:rPr>
              <a:t>1</a:t>
            </a:r>
            <a:endParaRPr lang="ko-KR" altLang="en-US" sz="1108" b="1" dirty="0">
              <a:latin typeface="Pretendard" panose="02000503000000020004" pitchFamily="50" charset="-127"/>
              <a:ea typeface="Pretendard" panose="02000503000000020004" pitchFamily="50" charset="-127"/>
            </a:endParaRP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210BD514-A47C-45BC-97DF-62C213AA1439}"/>
              </a:ext>
            </a:extLst>
          </p:cNvPr>
          <p:cNvSpPr/>
          <p:nvPr/>
        </p:nvSpPr>
        <p:spPr>
          <a:xfrm>
            <a:off x="4404774" y="3489730"/>
            <a:ext cx="199385" cy="199385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108" b="1" dirty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</a:rPr>
              <a:t>A</a:t>
            </a:r>
            <a:endParaRPr lang="ko-KR" altLang="en-US" sz="1108" b="1" dirty="0">
              <a:solidFill>
                <a:schemeClr val="bg1"/>
              </a:solidFill>
              <a:latin typeface="Pretendard" panose="02000503000000020004" pitchFamily="50" charset="-127"/>
              <a:ea typeface="Pretendard" panose="02000503000000020004" pitchFamily="50" charset="-127"/>
            </a:endParaRPr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29B8ACF0-EA2C-4ABE-9487-EEDEAC753478}"/>
              </a:ext>
            </a:extLst>
          </p:cNvPr>
          <p:cNvSpPr/>
          <p:nvPr/>
        </p:nvSpPr>
        <p:spPr>
          <a:xfrm>
            <a:off x="4404774" y="3853424"/>
            <a:ext cx="199385" cy="199385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108" b="1" dirty="0">
                <a:latin typeface="Pretendard" panose="02000503000000020004" pitchFamily="50" charset="-127"/>
                <a:ea typeface="Pretendard" panose="02000503000000020004" pitchFamily="50" charset="-127"/>
              </a:rPr>
              <a:t>A</a:t>
            </a:r>
            <a:endParaRPr lang="ko-KR" altLang="en-US" sz="1108" b="1" dirty="0">
              <a:latin typeface="Pretendard" panose="02000503000000020004" pitchFamily="50" charset="-127"/>
              <a:ea typeface="Pretendard" panose="02000503000000020004" pitchFamily="50" charset="-127"/>
            </a:endParaRP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7A42719F-724D-4B4B-8C83-F4C262597649}"/>
              </a:ext>
            </a:extLst>
          </p:cNvPr>
          <p:cNvSpPr/>
          <p:nvPr/>
        </p:nvSpPr>
        <p:spPr>
          <a:xfrm>
            <a:off x="3141589" y="3861732"/>
            <a:ext cx="182769" cy="182769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108" b="1" dirty="0">
                <a:latin typeface="Pretendard" panose="02000503000000020004" pitchFamily="50" charset="-127"/>
                <a:ea typeface="Pretendard" panose="02000503000000020004" pitchFamily="50" charset="-127"/>
              </a:rPr>
              <a:t>1</a:t>
            </a:r>
            <a:endParaRPr lang="ko-KR" altLang="en-US" sz="1108" b="1" dirty="0">
              <a:latin typeface="Pretendard" panose="02000503000000020004" pitchFamily="50" charset="-127"/>
              <a:ea typeface="Pretendard" panose="02000503000000020004" pitchFamily="50" charset="-127"/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2F181642-690B-4944-B39E-4F5C3A9903CF}"/>
              </a:ext>
            </a:extLst>
          </p:cNvPr>
          <p:cNvSpPr/>
          <p:nvPr/>
        </p:nvSpPr>
        <p:spPr>
          <a:xfrm>
            <a:off x="3141589" y="3498038"/>
            <a:ext cx="182769" cy="18276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108" b="1" dirty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</a:rPr>
              <a:t>1</a:t>
            </a:r>
            <a:endParaRPr lang="ko-KR" altLang="en-US" sz="1108" b="1" dirty="0">
              <a:solidFill>
                <a:schemeClr val="bg1"/>
              </a:solidFill>
              <a:latin typeface="Pretendard" panose="02000503000000020004" pitchFamily="50" charset="-127"/>
              <a:ea typeface="Pretendard" panose="02000503000000020004" pitchFamily="50" charset="-127"/>
            </a:endParaRP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8FE93D0B-F001-4856-961F-3F758B81A39D}"/>
              </a:ext>
            </a:extLst>
          </p:cNvPr>
          <p:cNvSpPr/>
          <p:nvPr/>
        </p:nvSpPr>
        <p:spPr>
          <a:xfrm>
            <a:off x="3562651" y="3861732"/>
            <a:ext cx="182769" cy="182769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108" b="1" dirty="0">
                <a:latin typeface="Pretendard" panose="02000503000000020004" pitchFamily="50" charset="-127"/>
                <a:ea typeface="Pretendard" panose="02000503000000020004" pitchFamily="50" charset="-127"/>
              </a:rPr>
              <a:t>B</a:t>
            </a:r>
            <a:endParaRPr lang="ko-KR" altLang="en-US" sz="1108" b="1" dirty="0">
              <a:latin typeface="Pretendard" panose="02000503000000020004" pitchFamily="50" charset="-127"/>
              <a:ea typeface="Pretendard" panose="02000503000000020004" pitchFamily="50" charset="-127"/>
            </a:endParaRP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95F4A69A-8452-42C2-BC14-7CCEEEDC750B}"/>
              </a:ext>
            </a:extLst>
          </p:cNvPr>
          <p:cNvSpPr/>
          <p:nvPr/>
        </p:nvSpPr>
        <p:spPr>
          <a:xfrm>
            <a:off x="3562651" y="3498038"/>
            <a:ext cx="182769" cy="18276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108" b="1" dirty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</a:rPr>
              <a:t>A</a:t>
            </a:r>
            <a:endParaRPr lang="ko-KR" altLang="en-US" sz="1108" b="1" dirty="0">
              <a:solidFill>
                <a:schemeClr val="bg1"/>
              </a:solidFill>
              <a:latin typeface="Pretendard" panose="02000503000000020004" pitchFamily="50" charset="-127"/>
              <a:ea typeface="Pretendard" panose="02000503000000020004" pitchFamily="50" charset="-127"/>
            </a:endParaRPr>
          </a:p>
        </p:txBody>
      </p:sp>
      <p:sp>
        <p:nvSpPr>
          <p:cNvPr id="25" name="내용 개체 틀 2">
            <a:extLst>
              <a:ext uri="{FF2B5EF4-FFF2-40B4-BE49-F238E27FC236}">
                <a16:creationId xmlns:a16="http://schemas.microsoft.com/office/drawing/2014/main" id="{7F5A0914-20B7-41D9-93F9-A5602B9D085E}"/>
              </a:ext>
            </a:extLst>
          </p:cNvPr>
          <p:cNvSpPr txBox="1">
            <a:spLocks/>
          </p:cNvSpPr>
          <p:nvPr/>
        </p:nvSpPr>
        <p:spPr>
          <a:xfrm>
            <a:off x="1806995" y="3406393"/>
            <a:ext cx="2916068" cy="795602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ko-KR"/>
            </a:defPPr>
            <a:lvl1pPr marL="174625" lvl="0" indent="-174625" latinLnBrk="0">
              <a:spcBef>
                <a:spcPts val="0"/>
              </a:spcBef>
              <a:buFont typeface="Wingdings" panose="05000000000000000000" pitchFamily="2" charset="2"/>
              <a:buChar char="§"/>
              <a:defRPr sz="1200">
                <a:latin typeface="+mj-lt"/>
                <a:cs typeface="Arial" panose="020B0604020202020204" pitchFamily="34" charset="0"/>
              </a:defRPr>
            </a:lvl1pPr>
            <a:lvl2pPr marL="363538" lvl="1" indent="-188913" latinLnBrk="0">
              <a:spcBef>
                <a:spcPts val="0"/>
              </a:spcBef>
              <a:buFont typeface="Arial" panose="020B0604020202020204" pitchFamily="34" charset="0"/>
              <a:buChar char="-"/>
              <a:defRPr sz="1200">
                <a:latin typeface="+mj-lt"/>
                <a:cs typeface="Arial" panose="020B0604020202020204" pitchFamily="34" charset="0"/>
              </a:defRPr>
            </a:lvl2pPr>
            <a:lvl3pPr marL="538163" lvl="2" indent="-174625" latinLnBrk="0">
              <a:spcBef>
                <a:spcPts val="0"/>
              </a:spcBef>
              <a:buFont typeface="바탕" panose="02030600000101010101" pitchFamily="18" charset="-127"/>
              <a:buChar char="∙"/>
              <a:defRPr sz="1200">
                <a:latin typeface="+mj-lt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/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/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/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/>
            </a:lvl9pPr>
          </a:lstStyle>
          <a:p>
            <a:pPr>
              <a:buFont typeface="Arial" panose="020B0604020202020204" pitchFamily="34" charset="0"/>
              <a:buChar char="•"/>
            </a:pPr>
            <a:r>
              <a:rPr lang="ko-KR" altLang="en-US" sz="1108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각주</a:t>
            </a:r>
            <a:endParaRPr lang="en-US" altLang="ko-KR" sz="1108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pPr lvl="1"/>
            <a:r>
              <a:rPr lang="ko-KR" altLang="en-US" sz="1108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각주 예시</a:t>
            </a:r>
            <a:r>
              <a:rPr lang="en-US" altLang="ko-KR" sz="1108" baseline="300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1</a:t>
            </a:r>
          </a:p>
          <a:p>
            <a:pPr lvl="1"/>
            <a:r>
              <a:rPr lang="ko-KR" altLang="en-US" sz="1108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각주 예시</a:t>
            </a:r>
            <a:r>
              <a:rPr lang="en-US" altLang="ko-KR" sz="1108" baseline="300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2</a:t>
            </a:r>
          </a:p>
          <a:p>
            <a:pPr lvl="1"/>
            <a:r>
              <a:rPr lang="ko-KR" altLang="en-US" sz="1108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각주 예시</a:t>
            </a:r>
            <a:r>
              <a:rPr lang="en-US" altLang="ko-KR" sz="1108" baseline="300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3</a:t>
            </a:r>
            <a:endParaRPr lang="ko-KR" altLang="en-US" sz="1108" baseline="300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pPr lvl="1"/>
            <a:endParaRPr lang="ko-KR" altLang="en-US" sz="1108" baseline="300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6149A2EB-64E2-4BB7-ADDB-8250EB79820B}"/>
              </a:ext>
            </a:extLst>
          </p:cNvPr>
          <p:cNvSpPr/>
          <p:nvPr/>
        </p:nvSpPr>
        <p:spPr>
          <a:xfrm>
            <a:off x="8103529" y="2304002"/>
            <a:ext cx="2947863" cy="208352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6462" tIns="0" rIns="0" bIns="0" rtlCol="0" anchor="ctr"/>
          <a:lstStyle/>
          <a:p>
            <a:endParaRPr lang="ko-KR" altLang="en-US" sz="1292" b="1" dirty="0">
              <a:solidFill>
                <a:schemeClr val="bg1"/>
              </a:solidFill>
              <a:latin typeface="Pretendard" panose="02000503000000020004" pitchFamily="50" charset="-127"/>
              <a:ea typeface="Pretendard" panose="02000503000000020004" pitchFamily="50" charset="-127"/>
            </a:endParaRPr>
          </a:p>
        </p:txBody>
      </p:sp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FF5E3ACB-4698-4E32-B0B9-59242553BA3F}"/>
              </a:ext>
            </a:extLst>
          </p:cNvPr>
          <p:cNvCxnSpPr>
            <a:cxnSpLocks/>
          </p:cNvCxnSpPr>
          <p:nvPr/>
        </p:nvCxnSpPr>
        <p:spPr>
          <a:xfrm>
            <a:off x="5441999" y="2391279"/>
            <a:ext cx="0" cy="2714153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4" name="그룹 63">
            <a:extLst>
              <a:ext uri="{FF2B5EF4-FFF2-40B4-BE49-F238E27FC236}">
                <a16:creationId xmlns:a16="http://schemas.microsoft.com/office/drawing/2014/main" id="{EA189F68-0249-486D-9FF6-365EE509051B}"/>
              </a:ext>
            </a:extLst>
          </p:cNvPr>
          <p:cNvGrpSpPr/>
          <p:nvPr/>
        </p:nvGrpSpPr>
        <p:grpSpPr>
          <a:xfrm>
            <a:off x="5331241" y="3928579"/>
            <a:ext cx="232615" cy="232615"/>
            <a:chOff x="5274302" y="3300081"/>
            <a:chExt cx="252000" cy="252000"/>
          </a:xfrm>
        </p:grpSpPr>
        <p:sp>
          <p:nvSpPr>
            <p:cNvPr id="50" name="타원 49">
              <a:extLst>
                <a:ext uri="{FF2B5EF4-FFF2-40B4-BE49-F238E27FC236}">
                  <a16:creationId xmlns:a16="http://schemas.microsoft.com/office/drawing/2014/main" id="{D02B4E72-E7FC-4017-91C3-D819DFC3BC49}"/>
                </a:ext>
              </a:extLst>
            </p:cNvPr>
            <p:cNvSpPr>
              <a:spLocks noChangeAspect="1"/>
            </p:cNvSpPr>
            <p:nvPr/>
          </p:nvSpPr>
          <p:spPr>
            <a:xfrm rot="16200000">
              <a:off x="5274302" y="3300081"/>
              <a:ext cx="252000" cy="252000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 w="190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ko-KR" altLang="en-US" sz="1662" b="1" dirty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</a:endParaRPr>
            </a:p>
          </p:txBody>
        </p:sp>
        <p:sp>
          <p:nvSpPr>
            <p:cNvPr id="51" name="L 도형 50">
              <a:extLst>
                <a:ext uri="{FF2B5EF4-FFF2-40B4-BE49-F238E27FC236}">
                  <a16:creationId xmlns:a16="http://schemas.microsoft.com/office/drawing/2014/main" id="{9D389EB6-8B20-45B5-ADA2-C839E0F1AF10}"/>
                </a:ext>
              </a:extLst>
            </p:cNvPr>
            <p:cNvSpPr>
              <a:spLocks noChangeAspect="1"/>
            </p:cNvSpPr>
            <p:nvPr/>
          </p:nvSpPr>
          <p:spPr>
            <a:xfrm rot="13642354">
              <a:off x="5313286" y="3356453"/>
              <a:ext cx="144016" cy="144016"/>
            </a:xfrm>
            <a:prstGeom prst="corner">
              <a:avLst>
                <a:gd name="adj1" fmla="val 23955"/>
                <a:gd name="adj2" fmla="val 20495"/>
              </a:avLst>
            </a:prstGeom>
            <a:solidFill>
              <a:schemeClr val="accent5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62" dirty="0">
                <a:latin typeface="Pretendard" panose="02000503000000020004" pitchFamily="50" charset="-127"/>
                <a:ea typeface="Pretendard" panose="02000503000000020004" pitchFamily="50" charset="-127"/>
              </a:endParaRPr>
            </a:p>
          </p:txBody>
        </p:sp>
      </p:grp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387EA577-76F1-4FD3-84A0-F4F6973D5A29}"/>
              </a:ext>
            </a:extLst>
          </p:cNvPr>
          <p:cNvGrpSpPr/>
          <p:nvPr/>
        </p:nvGrpSpPr>
        <p:grpSpPr>
          <a:xfrm>
            <a:off x="5332388" y="4494582"/>
            <a:ext cx="232615" cy="232615"/>
            <a:chOff x="5274302" y="3743261"/>
            <a:chExt cx="252000" cy="252000"/>
          </a:xfrm>
        </p:grpSpPr>
        <p:sp>
          <p:nvSpPr>
            <p:cNvPr id="53" name="타원 52">
              <a:extLst>
                <a:ext uri="{FF2B5EF4-FFF2-40B4-BE49-F238E27FC236}">
                  <a16:creationId xmlns:a16="http://schemas.microsoft.com/office/drawing/2014/main" id="{35001918-7B91-45D1-A5E7-8D855F007221}"/>
                </a:ext>
              </a:extLst>
            </p:cNvPr>
            <p:cNvSpPr>
              <a:spLocks noChangeAspect="1"/>
            </p:cNvSpPr>
            <p:nvPr/>
          </p:nvSpPr>
          <p:spPr>
            <a:xfrm rot="21437667">
              <a:off x="5274302" y="3743261"/>
              <a:ext cx="252000" cy="252000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 w="190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ko-KR" altLang="en-US" sz="1662" b="1" dirty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</a:endParaRPr>
            </a:p>
          </p:txBody>
        </p:sp>
        <p:sp>
          <p:nvSpPr>
            <p:cNvPr id="54" name="L 도형 53">
              <a:extLst>
                <a:ext uri="{FF2B5EF4-FFF2-40B4-BE49-F238E27FC236}">
                  <a16:creationId xmlns:a16="http://schemas.microsoft.com/office/drawing/2014/main" id="{E5FFB61C-1583-4A8C-A301-A2496BA93F95}"/>
                </a:ext>
              </a:extLst>
            </p:cNvPr>
            <p:cNvSpPr>
              <a:spLocks noChangeAspect="1"/>
            </p:cNvSpPr>
            <p:nvPr/>
          </p:nvSpPr>
          <p:spPr>
            <a:xfrm rot="18880021">
              <a:off x="5325208" y="3782374"/>
              <a:ext cx="144016" cy="144016"/>
            </a:xfrm>
            <a:prstGeom prst="corner">
              <a:avLst>
                <a:gd name="adj1" fmla="val 23955"/>
                <a:gd name="adj2" fmla="val 20495"/>
              </a:avLst>
            </a:prstGeom>
            <a:solidFill>
              <a:schemeClr val="accent5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62" dirty="0">
                <a:latin typeface="Pretendard" panose="02000503000000020004" pitchFamily="50" charset="-127"/>
                <a:ea typeface="Pretendard" panose="02000503000000020004" pitchFamily="50" charset="-127"/>
              </a:endParaRPr>
            </a:p>
          </p:txBody>
        </p:sp>
      </p:grpSp>
      <p:grpSp>
        <p:nvGrpSpPr>
          <p:cNvPr id="61" name="그룹 60">
            <a:extLst>
              <a:ext uri="{FF2B5EF4-FFF2-40B4-BE49-F238E27FC236}">
                <a16:creationId xmlns:a16="http://schemas.microsoft.com/office/drawing/2014/main" id="{3C6C174B-C697-4728-B51D-5D61D3D742DD}"/>
              </a:ext>
            </a:extLst>
          </p:cNvPr>
          <p:cNvGrpSpPr/>
          <p:nvPr/>
        </p:nvGrpSpPr>
        <p:grpSpPr>
          <a:xfrm>
            <a:off x="5331241" y="2796572"/>
            <a:ext cx="232615" cy="232615"/>
            <a:chOff x="5627652" y="3300081"/>
            <a:chExt cx="252000" cy="252000"/>
          </a:xfrm>
        </p:grpSpPr>
        <p:sp>
          <p:nvSpPr>
            <p:cNvPr id="56" name="타원 55">
              <a:extLst>
                <a:ext uri="{FF2B5EF4-FFF2-40B4-BE49-F238E27FC236}">
                  <a16:creationId xmlns:a16="http://schemas.microsoft.com/office/drawing/2014/main" id="{234A9E19-719B-4B7E-A4C5-AD6FFEB7F633}"/>
                </a:ext>
              </a:extLst>
            </p:cNvPr>
            <p:cNvSpPr>
              <a:spLocks noChangeAspect="1"/>
            </p:cNvSpPr>
            <p:nvPr/>
          </p:nvSpPr>
          <p:spPr>
            <a:xfrm rot="16200000">
              <a:off x="5627652" y="3300081"/>
              <a:ext cx="252000" cy="252000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 w="190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ko-KR" altLang="en-US" sz="1662" b="1" dirty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</a:endParaRPr>
            </a:p>
          </p:txBody>
        </p:sp>
        <p:sp>
          <p:nvSpPr>
            <p:cNvPr id="57" name="L 도형 56">
              <a:extLst>
                <a:ext uri="{FF2B5EF4-FFF2-40B4-BE49-F238E27FC236}">
                  <a16:creationId xmlns:a16="http://schemas.microsoft.com/office/drawing/2014/main" id="{0C3C86FA-EC6F-4283-9A11-BCBFC6F09E1E}"/>
                </a:ext>
              </a:extLst>
            </p:cNvPr>
            <p:cNvSpPr>
              <a:spLocks noChangeAspect="1"/>
            </p:cNvSpPr>
            <p:nvPr/>
          </p:nvSpPr>
          <p:spPr>
            <a:xfrm rot="13642354">
              <a:off x="5666636" y="3356453"/>
              <a:ext cx="144016" cy="144016"/>
            </a:xfrm>
            <a:prstGeom prst="corner">
              <a:avLst>
                <a:gd name="adj1" fmla="val 23955"/>
                <a:gd name="adj2" fmla="val 20495"/>
              </a:avLst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62" dirty="0">
                <a:latin typeface="Pretendard" panose="02000503000000020004" pitchFamily="50" charset="-127"/>
                <a:ea typeface="Pretendard" panose="02000503000000020004" pitchFamily="50" charset="-127"/>
              </a:endParaRPr>
            </a:p>
          </p:txBody>
        </p:sp>
      </p:grpSp>
      <p:grpSp>
        <p:nvGrpSpPr>
          <p:cNvPr id="62" name="그룹 61">
            <a:extLst>
              <a:ext uri="{FF2B5EF4-FFF2-40B4-BE49-F238E27FC236}">
                <a16:creationId xmlns:a16="http://schemas.microsoft.com/office/drawing/2014/main" id="{F7200C17-0A01-4A20-95D0-CA7ACC1DF9B8}"/>
              </a:ext>
            </a:extLst>
          </p:cNvPr>
          <p:cNvGrpSpPr/>
          <p:nvPr/>
        </p:nvGrpSpPr>
        <p:grpSpPr>
          <a:xfrm>
            <a:off x="5331241" y="3362576"/>
            <a:ext cx="232615" cy="232615"/>
            <a:chOff x="5627652" y="3743261"/>
            <a:chExt cx="252000" cy="252000"/>
          </a:xfrm>
        </p:grpSpPr>
        <p:sp>
          <p:nvSpPr>
            <p:cNvPr id="59" name="타원 58">
              <a:extLst>
                <a:ext uri="{FF2B5EF4-FFF2-40B4-BE49-F238E27FC236}">
                  <a16:creationId xmlns:a16="http://schemas.microsoft.com/office/drawing/2014/main" id="{C9B212E7-E1B4-448C-99C0-0A59D039B195}"/>
                </a:ext>
              </a:extLst>
            </p:cNvPr>
            <p:cNvSpPr>
              <a:spLocks noChangeAspect="1"/>
            </p:cNvSpPr>
            <p:nvPr/>
          </p:nvSpPr>
          <p:spPr>
            <a:xfrm rot="21437667">
              <a:off x="5627652" y="3743261"/>
              <a:ext cx="252000" cy="252000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 w="190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ko-KR" altLang="en-US" sz="1662" b="1" dirty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</a:endParaRPr>
            </a:p>
          </p:txBody>
        </p:sp>
        <p:sp>
          <p:nvSpPr>
            <p:cNvPr id="60" name="L 도형 59">
              <a:extLst>
                <a:ext uri="{FF2B5EF4-FFF2-40B4-BE49-F238E27FC236}">
                  <a16:creationId xmlns:a16="http://schemas.microsoft.com/office/drawing/2014/main" id="{2BC0EB81-D8DA-44CB-B1D4-952B62E5934E}"/>
                </a:ext>
              </a:extLst>
            </p:cNvPr>
            <p:cNvSpPr>
              <a:spLocks noChangeAspect="1"/>
            </p:cNvSpPr>
            <p:nvPr/>
          </p:nvSpPr>
          <p:spPr>
            <a:xfrm rot="18880021">
              <a:off x="5678558" y="3782374"/>
              <a:ext cx="144016" cy="144016"/>
            </a:xfrm>
            <a:prstGeom prst="corner">
              <a:avLst>
                <a:gd name="adj1" fmla="val 23955"/>
                <a:gd name="adj2" fmla="val 20495"/>
              </a:avLst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62" dirty="0">
                <a:latin typeface="Pretendard" panose="02000503000000020004" pitchFamily="50" charset="-127"/>
                <a:ea typeface="Pretendard" panose="02000503000000020004" pitchFamily="50" charset="-127"/>
              </a:endParaRPr>
            </a:p>
          </p:txBody>
        </p:sp>
      </p:grpSp>
      <p:sp>
        <p:nvSpPr>
          <p:cNvPr id="65" name="직사각형 64">
            <a:extLst>
              <a:ext uri="{FF2B5EF4-FFF2-40B4-BE49-F238E27FC236}">
                <a16:creationId xmlns:a16="http://schemas.microsoft.com/office/drawing/2014/main" id="{CD23261F-26BD-42BF-B55D-FE5B5DBE2C5B}"/>
              </a:ext>
            </a:extLst>
          </p:cNvPr>
          <p:cNvSpPr/>
          <p:nvPr/>
        </p:nvSpPr>
        <p:spPr>
          <a:xfrm>
            <a:off x="11249760" y="7287369"/>
            <a:ext cx="539936" cy="223548"/>
          </a:xfrm>
          <a:prstGeom prst="rect">
            <a:avLst/>
          </a:prstGeom>
          <a:solidFill>
            <a:schemeClr val="accent6"/>
          </a:solidFill>
          <a:ln w="190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231" b="1" dirty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</a:rPr>
              <a:t>E.O.D</a:t>
            </a:r>
            <a:endParaRPr lang="ko-KR" altLang="en-US" sz="1231" b="1" dirty="0">
              <a:solidFill>
                <a:schemeClr val="bg1"/>
              </a:solidFill>
              <a:latin typeface="Pretendard" panose="02000503000000020004" pitchFamily="50" charset="-127"/>
              <a:ea typeface="Pretendard" panose="02000503000000020004" pitchFamily="50" charset="-127"/>
            </a:endParaRPr>
          </a:p>
        </p:txBody>
      </p:sp>
      <p:sp>
        <p:nvSpPr>
          <p:cNvPr id="66" name="직사각형 65">
            <a:extLst>
              <a:ext uri="{FF2B5EF4-FFF2-40B4-BE49-F238E27FC236}">
                <a16:creationId xmlns:a16="http://schemas.microsoft.com/office/drawing/2014/main" id="{9666CD98-16CF-4359-8A28-EAEC03E4CA24}"/>
              </a:ext>
            </a:extLst>
          </p:cNvPr>
          <p:cNvSpPr/>
          <p:nvPr/>
        </p:nvSpPr>
        <p:spPr>
          <a:xfrm>
            <a:off x="431356" y="2156237"/>
            <a:ext cx="1107692" cy="620308"/>
          </a:xfrm>
          <a:prstGeom prst="rect">
            <a:avLst/>
          </a:prstGeom>
          <a:noFill/>
          <a:ln w="1905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477" dirty="0">
                <a:solidFill>
                  <a:schemeClr val="accent5"/>
                </a:solidFill>
                <a:latin typeface="Pretendard" panose="02000503000000020004" pitchFamily="50" charset="-127"/>
                <a:ea typeface="Pretendard" panose="02000503000000020004" pitchFamily="50" charset="-127"/>
              </a:rPr>
              <a:t>Title</a:t>
            </a:r>
            <a:endParaRPr lang="ko-KR" altLang="en-US" sz="1477" dirty="0">
              <a:solidFill>
                <a:schemeClr val="accent5"/>
              </a:solidFill>
              <a:latin typeface="Pretendard" panose="02000503000000020004" pitchFamily="50" charset="-127"/>
              <a:ea typeface="Pretendard" panose="02000503000000020004" pitchFamily="50" charset="-127"/>
            </a:endParaRPr>
          </a:p>
        </p:txBody>
      </p: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2AE0135A-9649-4939-853E-C2AFBA2F9A23}"/>
              </a:ext>
            </a:extLst>
          </p:cNvPr>
          <p:cNvSpPr/>
          <p:nvPr/>
        </p:nvSpPr>
        <p:spPr>
          <a:xfrm>
            <a:off x="1794274" y="4530905"/>
            <a:ext cx="2941653" cy="613110"/>
          </a:xfrm>
          <a:prstGeom prst="rect">
            <a:avLst/>
          </a:prstGeom>
          <a:solidFill>
            <a:srgbClr val="61A5C2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0" rIns="0" rtlCol="0" anchor="ctr"/>
          <a:lstStyle/>
          <a:p>
            <a:pPr algn="ctr" defTabSz="457211" latinLnBrk="0"/>
            <a:r>
              <a:rPr lang="en-US" altLang="ko-KR" sz="1477" kern="0" dirty="0">
                <a:solidFill>
                  <a:srgbClr val="01497C"/>
                </a:solidFill>
                <a:latin typeface="Pretendard" panose="02000503000000020004" pitchFamily="50" charset="-127"/>
                <a:ea typeface="Pretendard" panose="02000503000000020004" pitchFamily="50" charset="-127"/>
              </a:rPr>
              <a:t>#61A5C2 (80%) = #DFEDF3</a:t>
            </a:r>
            <a:endParaRPr lang="ko-KR" altLang="en-US" sz="1477" kern="0" dirty="0">
              <a:solidFill>
                <a:srgbClr val="01497C"/>
              </a:solidFill>
              <a:latin typeface="Pretendard" panose="02000503000000020004" pitchFamily="50" charset="-127"/>
              <a:ea typeface="Pretendard" panose="02000503000000020004" pitchFamily="50" charset="-127"/>
            </a:endParaRP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47F3DBC5-6352-7459-5F54-1741CBA0C493}"/>
              </a:ext>
            </a:extLst>
          </p:cNvPr>
          <p:cNvGrpSpPr/>
          <p:nvPr/>
        </p:nvGrpSpPr>
        <p:grpSpPr>
          <a:xfrm>
            <a:off x="5720804" y="2820647"/>
            <a:ext cx="208394" cy="127846"/>
            <a:chOff x="7276019" y="4585254"/>
            <a:chExt cx="225760" cy="138500"/>
          </a:xfrm>
        </p:grpSpPr>
        <p:sp>
          <p:nvSpPr>
            <p:cNvPr id="9" name="L 도형 8">
              <a:extLst>
                <a:ext uri="{FF2B5EF4-FFF2-40B4-BE49-F238E27FC236}">
                  <a16:creationId xmlns:a16="http://schemas.microsoft.com/office/drawing/2014/main" id="{F39E73D8-86AF-8140-2A07-20C04B9327BA}"/>
                </a:ext>
              </a:extLst>
            </p:cNvPr>
            <p:cNvSpPr>
              <a:spLocks noChangeAspect="1"/>
            </p:cNvSpPr>
            <p:nvPr/>
          </p:nvSpPr>
          <p:spPr>
            <a:xfrm rot="13552174">
              <a:off x="7276589" y="4584684"/>
              <a:ext cx="138499" cy="139640"/>
            </a:xfrm>
            <a:prstGeom prst="corner">
              <a:avLst>
                <a:gd name="adj1" fmla="val 22023"/>
                <a:gd name="adj2" fmla="val 21458"/>
              </a:avLst>
            </a:prstGeom>
            <a:solidFill>
              <a:schemeClr val="accent5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62" dirty="0">
                <a:latin typeface="Pretendard" panose="02000503000000020004" pitchFamily="50" charset="-127"/>
                <a:ea typeface="Pretendard" panose="02000503000000020004" pitchFamily="50" charset="-127"/>
              </a:endParaRPr>
            </a:p>
          </p:txBody>
        </p:sp>
        <p:sp>
          <p:nvSpPr>
            <p:cNvPr id="15" name="L 도형 14">
              <a:extLst>
                <a:ext uri="{FF2B5EF4-FFF2-40B4-BE49-F238E27FC236}">
                  <a16:creationId xmlns:a16="http://schemas.microsoft.com/office/drawing/2014/main" id="{EAEF9DE2-0469-5AE3-1BAE-40035D5EC3E9}"/>
                </a:ext>
              </a:extLst>
            </p:cNvPr>
            <p:cNvSpPr>
              <a:spLocks noChangeAspect="1"/>
            </p:cNvSpPr>
            <p:nvPr/>
          </p:nvSpPr>
          <p:spPr>
            <a:xfrm rot="13552174">
              <a:off x="7362709" y="4584685"/>
              <a:ext cx="138499" cy="139640"/>
            </a:xfrm>
            <a:prstGeom prst="corner">
              <a:avLst>
                <a:gd name="adj1" fmla="val 22023"/>
                <a:gd name="adj2" fmla="val 21458"/>
              </a:avLst>
            </a:prstGeom>
            <a:solidFill>
              <a:schemeClr val="accent5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62" dirty="0">
                <a:latin typeface="Pretendard" panose="02000503000000020004" pitchFamily="50" charset="-127"/>
                <a:ea typeface="Pretendard" panose="02000503000000020004" pitchFamily="50" charset="-127"/>
              </a:endParaRPr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58C14926-EEF1-4D62-5609-926AF0328271}"/>
              </a:ext>
            </a:extLst>
          </p:cNvPr>
          <p:cNvGrpSpPr/>
          <p:nvPr/>
        </p:nvGrpSpPr>
        <p:grpSpPr>
          <a:xfrm>
            <a:off x="5720804" y="2495975"/>
            <a:ext cx="208394" cy="127846"/>
            <a:chOff x="7276019" y="4585254"/>
            <a:chExt cx="225760" cy="138500"/>
          </a:xfrm>
          <a:solidFill>
            <a:schemeClr val="accent5"/>
          </a:solidFill>
        </p:grpSpPr>
        <p:sp>
          <p:nvSpPr>
            <p:cNvPr id="22" name="L 도형 21">
              <a:extLst>
                <a:ext uri="{FF2B5EF4-FFF2-40B4-BE49-F238E27FC236}">
                  <a16:creationId xmlns:a16="http://schemas.microsoft.com/office/drawing/2014/main" id="{4A393083-9994-463D-42D4-29BD171C3367}"/>
                </a:ext>
              </a:extLst>
            </p:cNvPr>
            <p:cNvSpPr>
              <a:spLocks noChangeAspect="1"/>
            </p:cNvSpPr>
            <p:nvPr/>
          </p:nvSpPr>
          <p:spPr>
            <a:xfrm rot="13552174">
              <a:off x="7276589" y="4584684"/>
              <a:ext cx="138499" cy="139640"/>
            </a:xfrm>
            <a:prstGeom prst="corner">
              <a:avLst>
                <a:gd name="adj1" fmla="val 22023"/>
                <a:gd name="adj2" fmla="val 2145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62" dirty="0">
                <a:latin typeface="Pretendard" panose="02000503000000020004" pitchFamily="50" charset="-127"/>
                <a:ea typeface="Pretendard" panose="02000503000000020004" pitchFamily="50" charset="-127"/>
              </a:endParaRPr>
            </a:p>
          </p:txBody>
        </p:sp>
        <p:sp>
          <p:nvSpPr>
            <p:cNvPr id="24" name="L 도형 23">
              <a:extLst>
                <a:ext uri="{FF2B5EF4-FFF2-40B4-BE49-F238E27FC236}">
                  <a16:creationId xmlns:a16="http://schemas.microsoft.com/office/drawing/2014/main" id="{95BD3062-4279-98A6-A5EB-08A6425311D8}"/>
                </a:ext>
              </a:extLst>
            </p:cNvPr>
            <p:cNvSpPr>
              <a:spLocks noChangeAspect="1"/>
            </p:cNvSpPr>
            <p:nvPr/>
          </p:nvSpPr>
          <p:spPr>
            <a:xfrm rot="13552174">
              <a:off x="7362709" y="4584685"/>
              <a:ext cx="138499" cy="139640"/>
            </a:xfrm>
            <a:prstGeom prst="corner">
              <a:avLst>
                <a:gd name="adj1" fmla="val 22023"/>
                <a:gd name="adj2" fmla="val 2145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62" dirty="0">
                <a:latin typeface="Pretendard" panose="02000503000000020004" pitchFamily="50" charset="-127"/>
                <a:ea typeface="Pretendard" panose="02000503000000020004" pitchFamily="50" charset="-127"/>
              </a:endParaRPr>
            </a:p>
          </p:txBody>
        </p:sp>
      </p:grpSp>
      <p:sp>
        <p:nvSpPr>
          <p:cNvPr id="41" name="내용 개체 틀 2">
            <a:extLst>
              <a:ext uri="{FF2B5EF4-FFF2-40B4-BE49-F238E27FC236}">
                <a16:creationId xmlns:a16="http://schemas.microsoft.com/office/drawing/2014/main" id="{74347395-18B2-4750-6F91-7DF9CF3B0893}"/>
              </a:ext>
            </a:extLst>
          </p:cNvPr>
          <p:cNvSpPr txBox="1">
            <a:spLocks/>
          </p:cNvSpPr>
          <p:nvPr/>
        </p:nvSpPr>
        <p:spPr>
          <a:xfrm>
            <a:off x="8333838" y="3665301"/>
            <a:ext cx="2256078" cy="511487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ko-KR"/>
            </a:defPPr>
            <a:lvl1pPr marL="174625" lvl="0" indent="-174625" latinLnBrk="0">
              <a:spcBef>
                <a:spcPts val="0"/>
              </a:spcBef>
              <a:buFont typeface="Wingdings" panose="05000000000000000000" pitchFamily="2" charset="2"/>
              <a:buChar char="§"/>
              <a:defRPr sz="1200">
                <a:latin typeface="+mj-lt"/>
                <a:cs typeface="Arial" panose="020B0604020202020204" pitchFamily="34" charset="0"/>
              </a:defRPr>
            </a:lvl1pPr>
            <a:lvl2pPr marL="363538" lvl="1" indent="-188913" latinLnBrk="0">
              <a:spcBef>
                <a:spcPts val="0"/>
              </a:spcBef>
              <a:buFont typeface="Arial" panose="020B0604020202020204" pitchFamily="34" charset="0"/>
              <a:buChar char="-"/>
              <a:defRPr sz="1200">
                <a:latin typeface="+mj-lt"/>
                <a:cs typeface="Arial" panose="020B0604020202020204" pitchFamily="34" charset="0"/>
              </a:defRPr>
            </a:lvl2pPr>
            <a:lvl3pPr marL="538163" lvl="2" indent="-174625" latinLnBrk="0">
              <a:spcBef>
                <a:spcPts val="0"/>
              </a:spcBef>
              <a:buFont typeface="바탕" panose="02030600000101010101" pitchFamily="18" charset="-127"/>
              <a:buChar char="∙"/>
              <a:defRPr sz="1200">
                <a:latin typeface="+mj-lt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/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/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/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/>
            </a:lvl9pPr>
          </a:lstStyle>
          <a:p>
            <a:pPr marL="0" indent="0">
              <a:buNone/>
            </a:pPr>
            <a:r>
              <a:rPr lang="ko-KR" altLang="en-US" sz="1108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예를 들 때 </a:t>
            </a:r>
            <a:r>
              <a:rPr lang="en-US" altLang="ko-KR" sz="1108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(for example)  →  e.g.,</a:t>
            </a:r>
          </a:p>
          <a:p>
            <a:pPr marL="0" indent="0">
              <a:buNone/>
            </a:pPr>
            <a:endParaRPr lang="en-US" altLang="ko-KR" sz="1108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pPr marL="0" indent="0">
              <a:buNone/>
            </a:pPr>
            <a:r>
              <a:rPr lang="ko-KR" altLang="en-US" sz="1108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즉 </a:t>
            </a:r>
            <a:r>
              <a:rPr lang="en-US" altLang="ko-KR" sz="1108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(that is)  →  </a:t>
            </a:r>
            <a:r>
              <a:rPr lang="en-US" altLang="ko-KR" sz="1108" dirty="0" err="1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ie</a:t>
            </a:r>
            <a:r>
              <a:rPr lang="en-US" altLang="ko-KR" sz="1108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,</a:t>
            </a:r>
            <a:endParaRPr lang="ko-KR" altLang="en-US" sz="1108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461ACB05-82A7-F328-914D-5A613C15F7F7}"/>
              </a:ext>
            </a:extLst>
          </p:cNvPr>
          <p:cNvSpPr/>
          <p:nvPr/>
        </p:nvSpPr>
        <p:spPr>
          <a:xfrm>
            <a:off x="399266" y="68399"/>
            <a:ext cx="2083465" cy="78882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6462" tIns="0" rIns="0" bIns="0" rtlCol="0" anchor="ctr"/>
          <a:lstStyle/>
          <a:p>
            <a:r>
              <a:rPr lang="en-US" altLang="ko-KR" sz="1108" b="1" dirty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</a:rPr>
              <a:t>[</a:t>
            </a:r>
            <a:r>
              <a:rPr lang="ko-KR" altLang="en-US" sz="1108" b="1" dirty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</a:rPr>
              <a:t>글씨체</a:t>
            </a:r>
            <a:r>
              <a:rPr lang="en-US" altLang="ko-KR" sz="1108" b="1" dirty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</a:rPr>
              <a:t>]</a:t>
            </a:r>
          </a:p>
          <a:p>
            <a:r>
              <a:rPr lang="ko-KR" altLang="en-US" sz="1108" b="1" dirty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</a:rPr>
              <a:t>한글</a:t>
            </a:r>
            <a:r>
              <a:rPr lang="en-US" altLang="ko-KR" sz="1108" b="1" dirty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</a:rPr>
              <a:t>: </a:t>
            </a:r>
            <a:r>
              <a:rPr lang="en-US" altLang="ko-KR" sz="1108" b="1" dirty="0" err="1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</a:rPr>
              <a:t>Pretendard</a:t>
            </a:r>
            <a:endParaRPr lang="en-US" altLang="ko-KR" sz="1108" b="1" dirty="0">
              <a:solidFill>
                <a:schemeClr val="tx1"/>
              </a:solidFill>
              <a:latin typeface="Pretendard" panose="02000503000000020004" pitchFamily="50" charset="-127"/>
              <a:ea typeface="Pretendard" panose="02000503000000020004" pitchFamily="50" charset="-127"/>
            </a:endParaRPr>
          </a:p>
          <a:p>
            <a:r>
              <a:rPr lang="ko-KR" altLang="en-US" sz="1108" b="1" dirty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</a:rPr>
              <a:t>영어</a:t>
            </a:r>
            <a:r>
              <a:rPr lang="en-US" altLang="ko-KR" sz="1108" b="1" dirty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</a:rPr>
              <a:t>: </a:t>
            </a:r>
            <a:r>
              <a:rPr lang="en-US" altLang="ko-KR" sz="1108" b="1" dirty="0" err="1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</a:rPr>
              <a:t>Pretendard</a:t>
            </a:r>
            <a:endParaRPr lang="en-US" altLang="ko-KR" sz="1108" b="1" dirty="0">
              <a:solidFill>
                <a:schemeClr val="tx1"/>
              </a:solidFill>
              <a:latin typeface="Pretendard" panose="02000503000000020004" pitchFamily="50" charset="-127"/>
              <a:ea typeface="Pretendard" panose="02000503000000020004" pitchFamily="50" charset="-127"/>
            </a:endParaRPr>
          </a:p>
          <a:p>
            <a:r>
              <a:rPr lang="ko-KR" altLang="en-US" sz="1108" b="1" dirty="0" err="1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</a:rPr>
              <a:t>줄간격</a:t>
            </a:r>
            <a:r>
              <a:rPr lang="ko-KR" altLang="en-US" sz="1108" b="1" dirty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</a:rPr>
              <a:t> </a:t>
            </a:r>
            <a:r>
              <a:rPr lang="en-US" altLang="ko-KR" sz="1108" b="1" dirty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</a:rPr>
              <a:t>: 1</a:t>
            </a:r>
            <a:r>
              <a:rPr lang="ko-KR" altLang="en-US" sz="1108" b="1" dirty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</a:rPr>
              <a:t>줄 </a:t>
            </a:r>
            <a:r>
              <a:rPr lang="en-US" altLang="ko-KR" sz="1108" b="1" dirty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</a:rPr>
              <a:t>or 1.2</a:t>
            </a:r>
            <a:r>
              <a:rPr lang="ko-KR" altLang="en-US" sz="1108" b="1" dirty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</a:rPr>
              <a:t>배수 </a:t>
            </a:r>
            <a:endParaRPr lang="en-US" altLang="ko-KR" sz="1108" b="1" dirty="0">
              <a:solidFill>
                <a:schemeClr val="tx1"/>
              </a:solidFill>
              <a:latin typeface="Pretendard" panose="02000503000000020004" pitchFamily="50" charset="-127"/>
              <a:ea typeface="Pretendard" panose="02000503000000020004" pitchFamily="50" charset="-127"/>
            </a:endParaRPr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24DEDD70-CC70-7719-509B-4EE23340BF8F}"/>
              </a:ext>
            </a:extLst>
          </p:cNvPr>
          <p:cNvSpPr/>
          <p:nvPr/>
        </p:nvSpPr>
        <p:spPr>
          <a:xfrm>
            <a:off x="9998560" y="-427678"/>
            <a:ext cx="1854852" cy="407638"/>
          </a:xfrm>
          <a:prstGeom prst="roundRect">
            <a:avLst/>
          </a:prstGeom>
          <a:solidFill>
            <a:srgbClr val="61A5C2">
              <a:alpha val="20000"/>
            </a:srgbClr>
          </a:solidFill>
          <a:ln w="19050" cap="flat" cmpd="sng" algn="ctr">
            <a:solidFill>
              <a:schemeClr val="accent6"/>
            </a:solidFill>
            <a:prstDash val="solid"/>
            <a:miter lim="800000"/>
          </a:ln>
          <a:effectLst/>
        </p:spPr>
        <p:txBody>
          <a:bodyPr lIns="0" rIns="0" rtlCol="0" anchor="ctr"/>
          <a:lstStyle/>
          <a:p>
            <a:pPr algn="ctr" defTabSz="457211" latinLnBrk="0"/>
            <a:r>
              <a:rPr lang="ko-KR" altLang="en-US" sz="1723" b="1" kern="0" dirty="0">
                <a:solidFill>
                  <a:srgbClr val="01497C"/>
                </a:solidFill>
                <a:latin typeface="Pretendard" panose="02000503000000020004" pitchFamily="50" charset="-127"/>
                <a:ea typeface="Pretendard" panose="02000503000000020004" pitchFamily="50" charset="-127"/>
              </a:rPr>
              <a:t>작성 가이드</a:t>
            </a:r>
          </a:p>
        </p:txBody>
      </p:sp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677B1BC2-BB1E-1100-1B66-B96F88B184EC}"/>
              </a:ext>
            </a:extLst>
          </p:cNvPr>
          <p:cNvSpPr txBox="1">
            <a:spLocks/>
          </p:cNvSpPr>
          <p:nvPr/>
        </p:nvSpPr>
        <p:spPr>
          <a:xfrm>
            <a:off x="8194596" y="4508731"/>
            <a:ext cx="2916068" cy="189411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ko-KR"/>
            </a:defPPr>
            <a:lvl1pPr marL="174625" lvl="0" indent="-174625" latinLnBrk="0">
              <a:spcBef>
                <a:spcPts val="0"/>
              </a:spcBef>
              <a:buFont typeface="Wingdings" panose="05000000000000000000" pitchFamily="2" charset="2"/>
              <a:buChar char="§"/>
              <a:defRPr sz="1200">
                <a:latin typeface="+mj-lt"/>
                <a:cs typeface="Arial" panose="020B0604020202020204" pitchFamily="34" charset="0"/>
              </a:defRPr>
            </a:lvl1pPr>
            <a:lvl2pPr marL="363538" lvl="1" indent="-188913" latinLnBrk="0">
              <a:spcBef>
                <a:spcPts val="0"/>
              </a:spcBef>
              <a:buFont typeface="Arial" panose="020B0604020202020204" pitchFamily="34" charset="0"/>
              <a:buChar char="-"/>
              <a:defRPr sz="1200">
                <a:latin typeface="+mj-lt"/>
                <a:cs typeface="Arial" panose="020B0604020202020204" pitchFamily="34" charset="0"/>
              </a:defRPr>
            </a:lvl2pPr>
            <a:lvl3pPr marL="538163" lvl="2" indent="-174625" latinLnBrk="0">
              <a:spcBef>
                <a:spcPts val="0"/>
              </a:spcBef>
              <a:buFont typeface="바탕" panose="02030600000101010101" pitchFamily="18" charset="-127"/>
              <a:buChar char="∙"/>
              <a:defRPr sz="1200">
                <a:latin typeface="+mj-lt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/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/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/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/>
            </a:lvl9pPr>
          </a:lstStyle>
          <a:p>
            <a:pPr>
              <a:buFont typeface="Arial" panose="020B0604020202020204" pitchFamily="34" charset="0"/>
              <a:buChar char="•"/>
            </a:pPr>
            <a:r>
              <a:rPr lang="ko-KR" altLang="en-US" sz="1231" b="1" dirty="0">
                <a:solidFill>
                  <a:srgbClr val="FF0000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강조 색깔 </a:t>
            </a:r>
            <a:r>
              <a:rPr lang="en-US" altLang="ko-KR" sz="1231" b="1" dirty="0">
                <a:solidFill>
                  <a:srgbClr val="FF0000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: </a:t>
            </a:r>
            <a:r>
              <a:rPr lang="ko-KR" altLang="en-US" sz="1231" b="1" dirty="0">
                <a:solidFill>
                  <a:srgbClr val="FF0000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이 빨간색 활용</a:t>
            </a:r>
            <a:endParaRPr lang="ko-KR" altLang="en-US" sz="1231" b="1" baseline="30000" dirty="0">
              <a:solidFill>
                <a:srgbClr val="FF0000"/>
              </a:solidFill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5" name="TextBox 1">
            <a:extLst>
              <a:ext uri="{FF2B5EF4-FFF2-40B4-BE49-F238E27FC236}">
                <a16:creationId xmlns:a16="http://schemas.microsoft.com/office/drawing/2014/main" id="{E0DFF936-4C27-3FE4-DC3D-6D33DEA0FA26}"/>
              </a:ext>
            </a:extLst>
          </p:cNvPr>
          <p:cNvSpPr txBox="1"/>
          <p:nvPr/>
        </p:nvSpPr>
        <p:spPr>
          <a:xfrm>
            <a:off x="10170452" y="4366767"/>
            <a:ext cx="332308" cy="71744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sz="1100" b="1" kern="1200">
                <a:solidFill>
                  <a:schemeClr val="tx1"/>
                </a:solidFill>
                <a:latin typeface="Tahoma" pitchFamily="34" charset="0"/>
                <a:ea typeface="바탕" pitchFamily="18" charset="-127"/>
                <a:cs typeface="+mn-c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sz="1100" b="1" kern="1200">
                <a:solidFill>
                  <a:schemeClr val="tx1"/>
                </a:solidFill>
                <a:latin typeface="Tahoma" pitchFamily="34" charset="0"/>
                <a:ea typeface="바탕" pitchFamily="18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sz="1100" b="1" kern="1200">
                <a:solidFill>
                  <a:schemeClr val="tx1"/>
                </a:solidFill>
                <a:latin typeface="Tahoma" pitchFamily="34" charset="0"/>
                <a:ea typeface="바탕" pitchFamily="18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sz="1100" b="1" kern="1200">
                <a:solidFill>
                  <a:schemeClr val="tx1"/>
                </a:solidFill>
                <a:latin typeface="Tahoma" pitchFamily="34" charset="0"/>
                <a:ea typeface="바탕" pitchFamily="18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sz="1100" b="1" kern="1200">
                <a:solidFill>
                  <a:schemeClr val="tx1"/>
                </a:solidFill>
                <a:latin typeface="Tahoma" pitchFamily="34" charset="0"/>
                <a:ea typeface="바탕" pitchFamily="18" charset="-127"/>
                <a:cs typeface="+mn-cs"/>
              </a:defRPr>
            </a:lvl5pPr>
            <a:lvl6pPr marL="2286000" algn="l" defTabSz="914400" rtl="0" eaLnBrk="1" latinLnBrk="1" hangingPunct="1">
              <a:defRPr sz="1100" b="1" kern="1200">
                <a:solidFill>
                  <a:schemeClr val="tx1"/>
                </a:solidFill>
                <a:latin typeface="Tahoma" pitchFamily="34" charset="0"/>
                <a:ea typeface="바탕" pitchFamily="18" charset="-127"/>
                <a:cs typeface="+mn-cs"/>
              </a:defRPr>
            </a:lvl6pPr>
            <a:lvl7pPr marL="2743200" algn="l" defTabSz="914400" rtl="0" eaLnBrk="1" latinLnBrk="1" hangingPunct="1">
              <a:defRPr sz="1100" b="1" kern="1200">
                <a:solidFill>
                  <a:schemeClr val="tx1"/>
                </a:solidFill>
                <a:latin typeface="Tahoma" pitchFamily="34" charset="0"/>
                <a:ea typeface="바탕" pitchFamily="18" charset="-127"/>
                <a:cs typeface="+mn-cs"/>
              </a:defRPr>
            </a:lvl7pPr>
            <a:lvl8pPr marL="3200400" algn="l" defTabSz="914400" rtl="0" eaLnBrk="1" latinLnBrk="1" hangingPunct="1">
              <a:defRPr sz="1100" b="1" kern="1200">
                <a:solidFill>
                  <a:schemeClr val="tx1"/>
                </a:solidFill>
                <a:latin typeface="Tahoma" pitchFamily="34" charset="0"/>
                <a:ea typeface="바탕" pitchFamily="18" charset="-127"/>
                <a:cs typeface="+mn-cs"/>
              </a:defRPr>
            </a:lvl8pPr>
            <a:lvl9pPr marL="3657600" algn="l" defTabSz="914400" rtl="0" eaLnBrk="1" latinLnBrk="1" hangingPunct="1">
              <a:defRPr sz="1100" b="1" kern="1200">
                <a:solidFill>
                  <a:schemeClr val="tx1"/>
                </a:solidFill>
                <a:latin typeface="Tahoma" pitchFamily="34" charset="0"/>
                <a:ea typeface="바탕" pitchFamily="18" charset="-127"/>
                <a:cs typeface="+mn-cs"/>
              </a:defRPr>
            </a:lvl9pPr>
          </a:lstStyle>
          <a:p>
            <a:pPr marL="263776" indent="-263776" defTabSz="844044" fontAlgn="auto"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ü"/>
              <a:defRPr/>
            </a:pPr>
            <a:r>
              <a:rPr lang="en-US" altLang="ko-KR" sz="4062" spc="-84" dirty="0">
                <a:solidFill>
                  <a:srgbClr val="FF0000"/>
                </a:solidFill>
                <a:latin typeface="Pretendard" panose="02000503000000020004" pitchFamily="50" charset="-127"/>
                <a:ea typeface="Pretendard" panose="02000503000000020004" pitchFamily="50" charset="-127"/>
              </a:rPr>
              <a:t> </a:t>
            </a:r>
            <a:endParaRPr lang="ko-KR" altLang="en-US" sz="4062" spc="-84" dirty="0">
              <a:solidFill>
                <a:srgbClr val="FF0000"/>
              </a:solidFill>
              <a:latin typeface="Pretendard" panose="02000503000000020004" pitchFamily="50" charset="-127"/>
              <a:ea typeface="Pretendard" panose="02000503000000020004" pitchFamily="50" charset="-127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AACF18E4-26B0-467D-A728-88A2F919A538}"/>
              </a:ext>
            </a:extLst>
          </p:cNvPr>
          <p:cNvGrpSpPr/>
          <p:nvPr/>
        </p:nvGrpSpPr>
        <p:grpSpPr>
          <a:xfrm rot="16200000">
            <a:off x="7189916" y="2916588"/>
            <a:ext cx="298757" cy="767135"/>
            <a:chOff x="11123826" y="909224"/>
            <a:chExt cx="155951" cy="400444"/>
          </a:xfrm>
        </p:grpSpPr>
        <p:sp>
          <p:nvSpPr>
            <p:cNvPr id="42" name="사각형: 둥근 모서리 41">
              <a:extLst>
                <a:ext uri="{FF2B5EF4-FFF2-40B4-BE49-F238E27FC236}">
                  <a16:creationId xmlns:a16="http://schemas.microsoft.com/office/drawing/2014/main" id="{AD15642B-C868-D2C9-9B3F-A1C653ABD59D}"/>
                </a:ext>
              </a:extLst>
            </p:cNvPr>
            <p:cNvSpPr/>
            <p:nvPr/>
          </p:nvSpPr>
          <p:spPr>
            <a:xfrm>
              <a:off x="11123826" y="909224"/>
              <a:ext cx="155951" cy="400444"/>
            </a:xfrm>
            <a:prstGeom prst="roundRect">
              <a:avLst>
                <a:gd name="adj" fmla="val 50000"/>
              </a:avLst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62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  <p:sp>
          <p:nvSpPr>
            <p:cNvPr id="43" name="타원 42">
              <a:extLst>
                <a:ext uri="{FF2B5EF4-FFF2-40B4-BE49-F238E27FC236}">
                  <a16:creationId xmlns:a16="http://schemas.microsoft.com/office/drawing/2014/main" id="{3953DDF7-CE5C-2264-C0A9-6D667DBD7829}"/>
                </a:ext>
              </a:extLst>
            </p:cNvPr>
            <p:cNvSpPr/>
            <p:nvPr/>
          </p:nvSpPr>
          <p:spPr>
            <a:xfrm>
              <a:off x="11148791" y="939756"/>
              <a:ext cx="106020" cy="10602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62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  <p:sp>
          <p:nvSpPr>
            <p:cNvPr id="44" name="타원 43">
              <a:extLst>
                <a:ext uri="{FF2B5EF4-FFF2-40B4-BE49-F238E27FC236}">
                  <a16:creationId xmlns:a16="http://schemas.microsoft.com/office/drawing/2014/main" id="{1927F075-4D25-34E5-E17C-D5CB99E9B2CE}"/>
                </a:ext>
              </a:extLst>
            </p:cNvPr>
            <p:cNvSpPr/>
            <p:nvPr/>
          </p:nvSpPr>
          <p:spPr>
            <a:xfrm>
              <a:off x="11148791" y="1057368"/>
              <a:ext cx="106020" cy="1060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62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  <p:sp>
          <p:nvSpPr>
            <p:cNvPr id="45" name="타원 44">
              <a:extLst>
                <a:ext uri="{FF2B5EF4-FFF2-40B4-BE49-F238E27FC236}">
                  <a16:creationId xmlns:a16="http://schemas.microsoft.com/office/drawing/2014/main" id="{3CC82C85-D83E-887A-F02A-17D45AC276F8}"/>
                </a:ext>
              </a:extLst>
            </p:cNvPr>
            <p:cNvSpPr/>
            <p:nvPr/>
          </p:nvSpPr>
          <p:spPr>
            <a:xfrm>
              <a:off x="11148791" y="1174977"/>
              <a:ext cx="106020" cy="1060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62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</p:grp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6691E707-966B-FC89-02E0-FFD089106031}"/>
              </a:ext>
            </a:extLst>
          </p:cNvPr>
          <p:cNvGrpSpPr/>
          <p:nvPr/>
        </p:nvGrpSpPr>
        <p:grpSpPr>
          <a:xfrm rot="16200000">
            <a:off x="7189050" y="2575935"/>
            <a:ext cx="298757" cy="767135"/>
            <a:chOff x="10750446" y="909224"/>
            <a:chExt cx="155951" cy="400444"/>
          </a:xfrm>
        </p:grpSpPr>
        <p:sp>
          <p:nvSpPr>
            <p:cNvPr id="47" name="사각형: 둥근 모서리 46">
              <a:extLst>
                <a:ext uri="{FF2B5EF4-FFF2-40B4-BE49-F238E27FC236}">
                  <a16:creationId xmlns:a16="http://schemas.microsoft.com/office/drawing/2014/main" id="{2D366BA0-4529-91CF-AA76-A545A0BE68A5}"/>
                </a:ext>
              </a:extLst>
            </p:cNvPr>
            <p:cNvSpPr/>
            <p:nvPr/>
          </p:nvSpPr>
          <p:spPr>
            <a:xfrm>
              <a:off x="10750446" y="909224"/>
              <a:ext cx="155951" cy="400444"/>
            </a:xfrm>
            <a:prstGeom prst="roundRect">
              <a:avLst>
                <a:gd name="adj" fmla="val 50000"/>
              </a:avLst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62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  <p:sp>
          <p:nvSpPr>
            <p:cNvPr id="48" name="타원 47">
              <a:extLst>
                <a:ext uri="{FF2B5EF4-FFF2-40B4-BE49-F238E27FC236}">
                  <a16:creationId xmlns:a16="http://schemas.microsoft.com/office/drawing/2014/main" id="{6AD8B30D-CC0C-F523-0062-931B789C20C0}"/>
                </a:ext>
              </a:extLst>
            </p:cNvPr>
            <p:cNvSpPr/>
            <p:nvPr/>
          </p:nvSpPr>
          <p:spPr>
            <a:xfrm>
              <a:off x="10775411" y="939756"/>
              <a:ext cx="106020" cy="1060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62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  <p:sp>
          <p:nvSpPr>
            <p:cNvPr id="49" name="타원 48">
              <a:extLst>
                <a:ext uri="{FF2B5EF4-FFF2-40B4-BE49-F238E27FC236}">
                  <a16:creationId xmlns:a16="http://schemas.microsoft.com/office/drawing/2014/main" id="{5D376058-0D03-4BF5-644D-DAD1548F833B}"/>
                </a:ext>
              </a:extLst>
            </p:cNvPr>
            <p:cNvSpPr/>
            <p:nvPr/>
          </p:nvSpPr>
          <p:spPr>
            <a:xfrm>
              <a:off x="10775411" y="1057368"/>
              <a:ext cx="106020" cy="106020"/>
            </a:xfrm>
            <a:prstGeom prst="ellipse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62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  <p:sp>
          <p:nvSpPr>
            <p:cNvPr id="52" name="타원 51">
              <a:extLst>
                <a:ext uri="{FF2B5EF4-FFF2-40B4-BE49-F238E27FC236}">
                  <a16:creationId xmlns:a16="http://schemas.microsoft.com/office/drawing/2014/main" id="{CBEC167E-0921-111E-599C-BBD904C1FF70}"/>
                </a:ext>
              </a:extLst>
            </p:cNvPr>
            <p:cNvSpPr/>
            <p:nvPr/>
          </p:nvSpPr>
          <p:spPr>
            <a:xfrm>
              <a:off x="10775411" y="1174977"/>
              <a:ext cx="106020" cy="1060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62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</p:grpSp>
      <p:grpSp>
        <p:nvGrpSpPr>
          <p:cNvPr id="55" name="그룹 54">
            <a:extLst>
              <a:ext uri="{FF2B5EF4-FFF2-40B4-BE49-F238E27FC236}">
                <a16:creationId xmlns:a16="http://schemas.microsoft.com/office/drawing/2014/main" id="{384B6804-3FD1-2A24-B6CC-8AE5E8B3B899}"/>
              </a:ext>
            </a:extLst>
          </p:cNvPr>
          <p:cNvGrpSpPr/>
          <p:nvPr/>
        </p:nvGrpSpPr>
        <p:grpSpPr>
          <a:xfrm rot="5400000">
            <a:off x="7194132" y="2235286"/>
            <a:ext cx="298754" cy="767130"/>
            <a:chOff x="10380756" y="909224"/>
            <a:chExt cx="155951" cy="400444"/>
          </a:xfrm>
        </p:grpSpPr>
        <p:sp>
          <p:nvSpPr>
            <p:cNvPr id="58" name="사각형: 둥근 모서리 57">
              <a:extLst>
                <a:ext uri="{FF2B5EF4-FFF2-40B4-BE49-F238E27FC236}">
                  <a16:creationId xmlns:a16="http://schemas.microsoft.com/office/drawing/2014/main" id="{C1C162B5-94CC-0C69-28BF-E06196A78307}"/>
                </a:ext>
              </a:extLst>
            </p:cNvPr>
            <p:cNvSpPr/>
            <p:nvPr/>
          </p:nvSpPr>
          <p:spPr>
            <a:xfrm>
              <a:off x="10380756" y="909224"/>
              <a:ext cx="155951" cy="400444"/>
            </a:xfrm>
            <a:prstGeom prst="roundRect">
              <a:avLst>
                <a:gd name="adj" fmla="val 50000"/>
              </a:avLst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62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  <p:sp>
          <p:nvSpPr>
            <p:cNvPr id="67" name="타원 66">
              <a:extLst>
                <a:ext uri="{FF2B5EF4-FFF2-40B4-BE49-F238E27FC236}">
                  <a16:creationId xmlns:a16="http://schemas.microsoft.com/office/drawing/2014/main" id="{3FABA618-E441-7F60-558D-F65D10FA7068}"/>
                </a:ext>
              </a:extLst>
            </p:cNvPr>
            <p:cNvSpPr/>
            <p:nvPr/>
          </p:nvSpPr>
          <p:spPr>
            <a:xfrm>
              <a:off x="10405721" y="939756"/>
              <a:ext cx="106020" cy="106020"/>
            </a:xfrm>
            <a:prstGeom prst="ellipse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62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  <p:sp>
          <p:nvSpPr>
            <p:cNvPr id="69" name="타원 68">
              <a:extLst>
                <a:ext uri="{FF2B5EF4-FFF2-40B4-BE49-F238E27FC236}">
                  <a16:creationId xmlns:a16="http://schemas.microsoft.com/office/drawing/2014/main" id="{8A5F7420-CB88-1209-C3B2-2CBD9571653B}"/>
                </a:ext>
              </a:extLst>
            </p:cNvPr>
            <p:cNvSpPr/>
            <p:nvPr/>
          </p:nvSpPr>
          <p:spPr>
            <a:xfrm>
              <a:off x="10405721" y="1057368"/>
              <a:ext cx="106020" cy="1060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62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  <p:sp>
          <p:nvSpPr>
            <p:cNvPr id="70" name="타원 69">
              <a:extLst>
                <a:ext uri="{FF2B5EF4-FFF2-40B4-BE49-F238E27FC236}">
                  <a16:creationId xmlns:a16="http://schemas.microsoft.com/office/drawing/2014/main" id="{64DDB8FB-BF22-234B-B010-DC55DD8D4885}"/>
                </a:ext>
              </a:extLst>
            </p:cNvPr>
            <p:cNvSpPr/>
            <p:nvPr/>
          </p:nvSpPr>
          <p:spPr>
            <a:xfrm>
              <a:off x="10405721" y="1174977"/>
              <a:ext cx="106020" cy="1060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62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</p:grpSp>
      <p:sp>
        <p:nvSpPr>
          <p:cNvPr id="73" name="제목 72">
            <a:extLst>
              <a:ext uri="{FF2B5EF4-FFF2-40B4-BE49-F238E27FC236}">
                <a16:creationId xmlns:a16="http://schemas.microsoft.com/office/drawing/2014/main" id="{5D59B12E-7A57-3148-BF3F-21DA2B0138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01497C"/>
                </a:solidFill>
              </a:rPr>
              <a:t>페이지 타이틀 자리 입니다</a:t>
            </a:r>
          </a:p>
        </p:txBody>
      </p:sp>
      <p:sp>
        <p:nvSpPr>
          <p:cNvPr id="74" name="텍스트 개체 틀 73">
            <a:extLst>
              <a:ext uri="{FF2B5EF4-FFF2-40B4-BE49-F238E27FC236}">
                <a16:creationId xmlns:a16="http://schemas.microsoft.com/office/drawing/2014/main" id="{47321DEA-9161-FA56-DFED-52E97AB1131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01497C"/>
                </a:solidFill>
              </a:rPr>
              <a:t>보고서의 리드 메시지 입니다</a:t>
            </a:r>
          </a:p>
        </p:txBody>
      </p:sp>
      <p:sp>
        <p:nvSpPr>
          <p:cNvPr id="75" name="슬라이드 번호 개체 틀 1">
            <a:extLst>
              <a:ext uri="{FF2B5EF4-FFF2-40B4-BE49-F238E27FC236}">
                <a16:creationId xmlns:a16="http://schemas.microsoft.com/office/drawing/2014/main" id="{12A144BF-015A-CEDA-C213-E041E5D368E8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11611884" y="7325653"/>
            <a:ext cx="364956" cy="151580"/>
          </a:xfrm>
        </p:spPr>
        <p:txBody>
          <a:bodyPr/>
          <a:lstStyle/>
          <a:p>
            <a:fld id="{3DFBBC6A-3425-4C62-80BA-0DDE16A15D08}" type="slidenum">
              <a:rPr lang="ko-KR" altLang="en-US" sz="985"/>
              <a:pPr/>
              <a:t>37</a:t>
            </a:fld>
            <a:endParaRPr lang="ko-KR" altLang="en-US" sz="985" dirty="0"/>
          </a:p>
        </p:txBody>
      </p:sp>
      <p:sp>
        <p:nvSpPr>
          <p:cNvPr id="76" name="직사각형 75">
            <a:extLst>
              <a:ext uri="{FF2B5EF4-FFF2-40B4-BE49-F238E27FC236}">
                <a16:creationId xmlns:a16="http://schemas.microsoft.com/office/drawing/2014/main" id="{4BD07154-E74B-3103-38F8-CAC8B90682E3}"/>
              </a:ext>
            </a:extLst>
          </p:cNvPr>
          <p:cNvSpPr/>
          <p:nvPr/>
        </p:nvSpPr>
        <p:spPr>
          <a:xfrm>
            <a:off x="431356" y="1372418"/>
            <a:ext cx="1107692" cy="620308"/>
          </a:xfrm>
          <a:prstGeom prst="rect">
            <a:avLst/>
          </a:prstGeom>
          <a:noFill/>
          <a:ln w="190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477" dirty="0">
                <a:solidFill>
                  <a:schemeClr val="accent6"/>
                </a:solidFill>
                <a:latin typeface="Pretendard" panose="02000503000000020004" pitchFamily="50" charset="-127"/>
                <a:ea typeface="Pretendard" panose="02000503000000020004" pitchFamily="50" charset="-127"/>
              </a:rPr>
              <a:t>Title</a:t>
            </a:r>
            <a:endParaRPr lang="ko-KR" altLang="en-US" sz="1477" dirty="0">
              <a:solidFill>
                <a:schemeClr val="accent6"/>
              </a:solidFill>
              <a:latin typeface="Pretendard" panose="02000503000000020004" pitchFamily="50" charset="-127"/>
              <a:ea typeface="Pretendard" panose="02000503000000020004" pitchFamily="50" charset="-127"/>
            </a:endParaRPr>
          </a:p>
        </p:txBody>
      </p:sp>
      <p:sp>
        <p:nvSpPr>
          <p:cNvPr id="89" name="텍스트 개체 틀 2">
            <a:extLst>
              <a:ext uri="{FF2B5EF4-FFF2-40B4-BE49-F238E27FC236}">
                <a16:creationId xmlns:a16="http://schemas.microsoft.com/office/drawing/2014/main" id="{CE2380EC-FAAC-5F33-7732-E5D42C0115A0}"/>
              </a:ext>
            </a:extLst>
          </p:cNvPr>
          <p:cNvSpPr txBox="1">
            <a:spLocks/>
          </p:cNvSpPr>
          <p:nvPr/>
        </p:nvSpPr>
        <p:spPr>
          <a:xfrm>
            <a:off x="8225385" y="2439686"/>
            <a:ext cx="3024375" cy="681918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marL="130969" indent="-130969" algn="l" defTabSz="685800" rtl="0" eaLnBrk="1" latinLnBrk="0" hangingPunct="1">
              <a:spcBef>
                <a:spcPts val="0"/>
              </a:spcBef>
              <a:buFont typeface="Wingdings" panose="05000000000000000000" pitchFamily="2" charset="2"/>
              <a:buChar char="§"/>
              <a:defRPr sz="1200" kern="120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1pPr>
            <a:lvl2pPr marL="272654" indent="-141685" algn="l" defTabSz="685800" rtl="0" eaLnBrk="1" latinLnBrk="0" hangingPunct="1">
              <a:spcBef>
                <a:spcPts val="0"/>
              </a:spcBef>
              <a:buFont typeface="Arial" panose="020B0604020202020204" pitchFamily="34" charset="0"/>
              <a:buChar char="-"/>
              <a:defRPr sz="1200" kern="120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2pPr>
            <a:lvl3pPr marL="403622" indent="-130969" algn="l" defTabSz="685800" rtl="0" eaLnBrk="1" latinLnBrk="0" hangingPunct="1">
              <a:spcBef>
                <a:spcPts val="0"/>
              </a:spcBef>
              <a:buFont typeface="바탕" panose="02030600000101010101" pitchFamily="18" charset="-127"/>
              <a:buChar char="∙"/>
              <a:defRPr sz="1200" kern="120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3pPr>
            <a:lvl4pPr marL="12001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105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5430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105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18859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1477" dirty="0"/>
              <a:t>마스터 텍스트 스타일을 편집합니다</a:t>
            </a:r>
          </a:p>
          <a:p>
            <a:pPr lvl="1"/>
            <a:r>
              <a:rPr lang="ko-KR" altLang="en-US" sz="1477" dirty="0"/>
              <a:t>둘째 수준</a:t>
            </a:r>
          </a:p>
          <a:p>
            <a:pPr lvl="2"/>
            <a:r>
              <a:rPr lang="ko-KR" altLang="en-US" sz="1477" dirty="0"/>
              <a:t>셋째 수준</a:t>
            </a:r>
          </a:p>
        </p:txBody>
      </p:sp>
      <p:sp>
        <p:nvSpPr>
          <p:cNvPr id="90" name="텍스트 개체 틀 2">
            <a:extLst>
              <a:ext uri="{FF2B5EF4-FFF2-40B4-BE49-F238E27FC236}">
                <a16:creationId xmlns:a16="http://schemas.microsoft.com/office/drawing/2014/main" id="{403C4AA5-AE13-6513-C7A8-D5DD94C747A5}"/>
              </a:ext>
            </a:extLst>
          </p:cNvPr>
          <p:cNvSpPr txBox="1">
            <a:spLocks/>
          </p:cNvSpPr>
          <p:nvPr/>
        </p:nvSpPr>
        <p:spPr>
          <a:xfrm>
            <a:off x="1761806" y="2417656"/>
            <a:ext cx="3024375" cy="681918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marL="130969" indent="-130969" algn="l" defTabSz="685800" rtl="0" eaLnBrk="1" latinLnBrk="0" hangingPunct="1">
              <a:spcBef>
                <a:spcPts val="0"/>
              </a:spcBef>
              <a:buFont typeface="Wingdings" panose="05000000000000000000" pitchFamily="2" charset="2"/>
              <a:buChar char="§"/>
              <a:defRPr sz="1200" kern="120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1pPr>
            <a:lvl2pPr marL="272654" indent="-141685" algn="l" defTabSz="685800" rtl="0" eaLnBrk="1" latinLnBrk="0" hangingPunct="1">
              <a:spcBef>
                <a:spcPts val="0"/>
              </a:spcBef>
              <a:buFont typeface="Arial" panose="020B0604020202020204" pitchFamily="34" charset="0"/>
              <a:buChar char="-"/>
              <a:defRPr sz="1200" kern="120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2pPr>
            <a:lvl3pPr marL="403622" indent="-130969" algn="l" defTabSz="685800" rtl="0" eaLnBrk="1" latinLnBrk="0" hangingPunct="1">
              <a:spcBef>
                <a:spcPts val="0"/>
              </a:spcBef>
              <a:buFont typeface="바탕" panose="02030600000101010101" pitchFamily="18" charset="-127"/>
              <a:buChar char="∙"/>
              <a:defRPr sz="1200" kern="120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3pPr>
            <a:lvl4pPr marL="12001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105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5430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105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18859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1477" dirty="0"/>
              <a:t>마스터 텍스트 스타일을 편집합니다</a:t>
            </a:r>
          </a:p>
          <a:p>
            <a:pPr lvl="1"/>
            <a:r>
              <a:rPr lang="ko-KR" altLang="en-US" sz="1477" dirty="0"/>
              <a:t>둘째 수준</a:t>
            </a:r>
          </a:p>
          <a:p>
            <a:pPr lvl="2"/>
            <a:r>
              <a:rPr lang="ko-KR" altLang="en-US" sz="1477" dirty="0"/>
              <a:t>셋째 수준</a:t>
            </a:r>
          </a:p>
        </p:txBody>
      </p:sp>
      <p:sp>
        <p:nvSpPr>
          <p:cNvPr id="91" name="직사각형 90">
            <a:extLst>
              <a:ext uri="{FF2B5EF4-FFF2-40B4-BE49-F238E27FC236}">
                <a16:creationId xmlns:a16="http://schemas.microsoft.com/office/drawing/2014/main" id="{3F3EEA92-D511-1304-7D6A-5F7C6586A854}"/>
              </a:ext>
            </a:extLst>
          </p:cNvPr>
          <p:cNvSpPr/>
          <p:nvPr/>
        </p:nvSpPr>
        <p:spPr>
          <a:xfrm>
            <a:off x="431356" y="3723876"/>
            <a:ext cx="1107692" cy="620308"/>
          </a:xfrm>
          <a:prstGeom prst="rect">
            <a:avLst/>
          </a:prstGeom>
          <a:solidFill>
            <a:schemeClr val="accent4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477" dirty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</a:rPr>
              <a:t>Title</a:t>
            </a:r>
            <a:endParaRPr lang="ko-KR" altLang="en-US" sz="1477" dirty="0">
              <a:solidFill>
                <a:schemeClr val="bg1"/>
              </a:solidFill>
              <a:latin typeface="Pretendard" panose="02000503000000020004" pitchFamily="50" charset="-127"/>
              <a:ea typeface="Pretendard" panose="02000503000000020004" pitchFamily="50" charset="-127"/>
            </a:endParaRPr>
          </a:p>
        </p:txBody>
      </p:sp>
      <p:sp>
        <p:nvSpPr>
          <p:cNvPr id="92" name="직사각형 91">
            <a:extLst>
              <a:ext uri="{FF2B5EF4-FFF2-40B4-BE49-F238E27FC236}">
                <a16:creationId xmlns:a16="http://schemas.microsoft.com/office/drawing/2014/main" id="{37860701-8C2D-A798-ABAC-24319A6514AF}"/>
              </a:ext>
            </a:extLst>
          </p:cNvPr>
          <p:cNvSpPr/>
          <p:nvPr/>
        </p:nvSpPr>
        <p:spPr>
          <a:xfrm>
            <a:off x="431356" y="2940056"/>
            <a:ext cx="1107692" cy="620308"/>
          </a:xfrm>
          <a:prstGeom prst="rect">
            <a:avLst/>
          </a:prstGeom>
          <a:solidFill>
            <a:schemeClr val="accent6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477" dirty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</a:rPr>
              <a:t>Title</a:t>
            </a:r>
            <a:endParaRPr lang="ko-KR" altLang="en-US" sz="1477" dirty="0">
              <a:solidFill>
                <a:schemeClr val="bg1"/>
              </a:solidFill>
              <a:latin typeface="Pretendard" panose="02000503000000020004" pitchFamily="50" charset="-127"/>
              <a:ea typeface="Pretendard" panose="02000503000000020004" pitchFamily="50" charset="-127"/>
            </a:endParaRPr>
          </a:p>
        </p:txBody>
      </p:sp>
      <p:sp>
        <p:nvSpPr>
          <p:cNvPr id="94" name="화살표: 오각형 93">
            <a:extLst>
              <a:ext uri="{FF2B5EF4-FFF2-40B4-BE49-F238E27FC236}">
                <a16:creationId xmlns:a16="http://schemas.microsoft.com/office/drawing/2014/main" id="{ED012932-76A3-63E1-739F-70230837AFD5}"/>
              </a:ext>
            </a:extLst>
          </p:cNvPr>
          <p:cNvSpPr/>
          <p:nvPr/>
        </p:nvSpPr>
        <p:spPr>
          <a:xfrm>
            <a:off x="431358" y="5401718"/>
            <a:ext cx="1325905" cy="522000"/>
          </a:xfrm>
          <a:prstGeom prst="homePlate">
            <a:avLst>
              <a:gd name="adj" fmla="val 24547"/>
            </a:avLst>
          </a:prstGeom>
          <a:solidFill>
            <a:schemeClr val="accent6"/>
          </a:solidFill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1477" b="1" dirty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</a:rPr>
              <a:t>가나다</a:t>
            </a:r>
          </a:p>
        </p:txBody>
      </p:sp>
      <p:sp>
        <p:nvSpPr>
          <p:cNvPr id="101" name="화살표: 오각형 100">
            <a:extLst>
              <a:ext uri="{FF2B5EF4-FFF2-40B4-BE49-F238E27FC236}">
                <a16:creationId xmlns:a16="http://schemas.microsoft.com/office/drawing/2014/main" id="{6FBDAD70-CEA0-F748-C861-4AFB5CEE7A7D}"/>
              </a:ext>
            </a:extLst>
          </p:cNvPr>
          <p:cNvSpPr/>
          <p:nvPr/>
        </p:nvSpPr>
        <p:spPr>
          <a:xfrm>
            <a:off x="3588714" y="6147675"/>
            <a:ext cx="1197467" cy="522000"/>
          </a:xfrm>
          <a:prstGeom prst="homePlate">
            <a:avLst>
              <a:gd name="adj" fmla="val 24547"/>
            </a:avLst>
          </a:prstGeom>
          <a:solidFill>
            <a:schemeClr val="accent4"/>
          </a:solidFill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1477" b="1" dirty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</a:rPr>
              <a:t>  가나다</a:t>
            </a:r>
          </a:p>
        </p:txBody>
      </p:sp>
      <p:sp>
        <p:nvSpPr>
          <p:cNvPr id="102" name="화살표: 오각형 101">
            <a:extLst>
              <a:ext uri="{FF2B5EF4-FFF2-40B4-BE49-F238E27FC236}">
                <a16:creationId xmlns:a16="http://schemas.microsoft.com/office/drawing/2014/main" id="{E056ACFA-E83E-2482-C4F1-88174F2F809D}"/>
              </a:ext>
            </a:extLst>
          </p:cNvPr>
          <p:cNvSpPr/>
          <p:nvPr/>
        </p:nvSpPr>
        <p:spPr>
          <a:xfrm>
            <a:off x="2579073" y="6147675"/>
            <a:ext cx="1197468" cy="522000"/>
          </a:xfrm>
          <a:prstGeom prst="homePlate">
            <a:avLst>
              <a:gd name="adj" fmla="val 24547"/>
            </a:avLst>
          </a:prstGeom>
          <a:solidFill>
            <a:schemeClr val="accent4"/>
          </a:solidFill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1477" b="1" dirty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</a:rPr>
              <a:t>  가나다</a:t>
            </a:r>
          </a:p>
        </p:txBody>
      </p:sp>
      <p:sp>
        <p:nvSpPr>
          <p:cNvPr id="103" name="화살표: 오각형 102">
            <a:extLst>
              <a:ext uri="{FF2B5EF4-FFF2-40B4-BE49-F238E27FC236}">
                <a16:creationId xmlns:a16="http://schemas.microsoft.com/office/drawing/2014/main" id="{3213EC6F-599A-B883-7AF3-69ADB1093368}"/>
              </a:ext>
            </a:extLst>
          </p:cNvPr>
          <p:cNvSpPr/>
          <p:nvPr/>
        </p:nvSpPr>
        <p:spPr>
          <a:xfrm>
            <a:off x="1539047" y="6147675"/>
            <a:ext cx="1227855" cy="522000"/>
          </a:xfrm>
          <a:prstGeom prst="homePlate">
            <a:avLst>
              <a:gd name="adj" fmla="val 24547"/>
            </a:avLst>
          </a:prstGeom>
          <a:solidFill>
            <a:schemeClr val="accent4"/>
          </a:solidFill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1477" b="1" dirty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</a:rPr>
              <a:t>  가나다</a:t>
            </a:r>
          </a:p>
        </p:txBody>
      </p:sp>
      <p:sp>
        <p:nvSpPr>
          <p:cNvPr id="104" name="화살표: 오각형 103">
            <a:extLst>
              <a:ext uri="{FF2B5EF4-FFF2-40B4-BE49-F238E27FC236}">
                <a16:creationId xmlns:a16="http://schemas.microsoft.com/office/drawing/2014/main" id="{B5616015-4518-BE8E-C36D-5AB2375EA435}"/>
              </a:ext>
            </a:extLst>
          </p:cNvPr>
          <p:cNvSpPr/>
          <p:nvPr/>
        </p:nvSpPr>
        <p:spPr>
          <a:xfrm>
            <a:off x="431358" y="6147675"/>
            <a:ext cx="1325905" cy="522000"/>
          </a:xfrm>
          <a:prstGeom prst="homePlate">
            <a:avLst>
              <a:gd name="adj" fmla="val 24547"/>
            </a:avLst>
          </a:prstGeom>
          <a:solidFill>
            <a:schemeClr val="accent4"/>
          </a:solidFill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1477" b="1" dirty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</a:rPr>
              <a:t>가나다</a:t>
            </a:r>
          </a:p>
        </p:txBody>
      </p:sp>
      <p:pic>
        <p:nvPicPr>
          <p:cNvPr id="4" name="그래픽 3" descr="조금 굽은 화살표 단색으로 채워진">
            <a:extLst>
              <a:ext uri="{FF2B5EF4-FFF2-40B4-BE49-F238E27FC236}">
                <a16:creationId xmlns:a16="http://schemas.microsoft.com/office/drawing/2014/main" id="{CBEEA3ED-E289-41AF-48C2-156B5322863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307027" y="4681805"/>
            <a:ext cx="660638" cy="660638"/>
          </a:xfrm>
          <a:prstGeom prst="rect">
            <a:avLst/>
          </a:prstGeom>
        </p:spPr>
      </p:pic>
      <p:sp>
        <p:nvSpPr>
          <p:cNvPr id="8" name="TextBox 10">
            <a:extLst>
              <a:ext uri="{FF2B5EF4-FFF2-40B4-BE49-F238E27FC236}">
                <a16:creationId xmlns:a16="http://schemas.microsoft.com/office/drawing/2014/main" id="{7419BB2F-5DF6-8F27-10D4-09A3FE915813}"/>
              </a:ext>
            </a:extLst>
          </p:cNvPr>
          <p:cNvSpPr txBox="1"/>
          <p:nvPr/>
        </p:nvSpPr>
        <p:spPr>
          <a:xfrm>
            <a:off x="8103530" y="5401717"/>
            <a:ext cx="1325905" cy="522000"/>
          </a:xfrm>
          <a:prstGeom prst="roundRect">
            <a:avLst>
              <a:gd name="adj" fmla="val 2906"/>
            </a:avLst>
          </a:prstGeom>
          <a:solidFill>
            <a:srgbClr val="EFF1F5"/>
          </a:solidFill>
          <a:ln w="6350">
            <a:solidFill>
              <a:schemeClr val="tx1">
                <a:lumMod val="50000"/>
                <a:lumOff val="5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lIns="44308" tIns="44308" rIns="44308" bIns="44308" rtlCol="0" anchor="t">
            <a:noAutofit/>
          </a:bodyPr>
          <a:lstStyle>
            <a:defPPr>
              <a:defRPr lang="ko-KR"/>
            </a:defPPr>
            <a:lvl1pPr algn="ctr" defTabSz="603672" fontAlgn="base">
              <a:spcAft>
                <a:spcPts val="488"/>
              </a:spcAft>
              <a:defRPr sz="1200" b="1" kern="0">
                <a:ln>
                  <a:solidFill>
                    <a:srgbClr val="4472C4">
                      <a:alpha val="0"/>
                    </a:srgbClr>
                  </a:solidFill>
                </a:ln>
                <a:solidFill>
                  <a:prstClr val="white"/>
                </a:solidFill>
                <a:latin typeface="Pretendard"/>
                <a:ea typeface="Pretendard"/>
                <a:cs typeface="Tahoma" panose="020B0604030504040204" pitchFamily="34" charset="0"/>
              </a:defRPr>
            </a:lvl1pPr>
          </a:lstStyle>
          <a:p>
            <a:pPr marL="107465" defTabSz="1125444" fontAlgn="auto" latinLnBrk="0">
              <a:spcAft>
                <a:spcPts val="246"/>
              </a:spcAft>
              <a:defRPr/>
            </a:pPr>
            <a:endParaRPr kumimoji="1" lang="ko-KR" altLang="en-US" sz="1477" kern="1200" spc="-25">
              <a:ln>
                <a:noFill/>
              </a:ln>
              <a:solidFill>
                <a:prstClr val="black"/>
              </a:solidFill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CD4131F-8C32-2248-B6F0-F4C9CC96F9E9}"/>
              </a:ext>
            </a:extLst>
          </p:cNvPr>
          <p:cNvSpPr txBox="1"/>
          <p:nvPr/>
        </p:nvSpPr>
        <p:spPr>
          <a:xfrm>
            <a:off x="9737572" y="5401717"/>
            <a:ext cx="1313820" cy="522000"/>
          </a:xfrm>
          <a:prstGeom prst="roundRect">
            <a:avLst>
              <a:gd name="adj" fmla="val 2906"/>
            </a:avLst>
          </a:prstGeom>
          <a:solidFill>
            <a:schemeClr val="bg1"/>
          </a:solidFill>
          <a:ln w="6350">
            <a:solidFill>
              <a:schemeClr val="tx1">
                <a:lumMod val="50000"/>
                <a:lumOff val="5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lIns="44308" tIns="44308" rIns="44308" bIns="44308" rtlCol="0" anchor="t">
            <a:noAutofit/>
          </a:bodyPr>
          <a:lstStyle>
            <a:defPPr>
              <a:defRPr lang="ko-KR"/>
            </a:defPPr>
            <a:lvl1pPr algn="ctr" defTabSz="603672" fontAlgn="base">
              <a:spcAft>
                <a:spcPts val="488"/>
              </a:spcAft>
              <a:defRPr sz="1200" b="1" kern="0">
                <a:ln>
                  <a:solidFill>
                    <a:srgbClr val="4472C4">
                      <a:alpha val="0"/>
                    </a:srgbClr>
                  </a:solidFill>
                </a:ln>
                <a:solidFill>
                  <a:prstClr val="white"/>
                </a:solidFill>
                <a:latin typeface="Pretendard"/>
                <a:ea typeface="Pretendard"/>
                <a:cs typeface="Tahoma" panose="020B0604030504040204" pitchFamily="34" charset="0"/>
              </a:defRPr>
            </a:lvl1pPr>
          </a:lstStyle>
          <a:p>
            <a:pPr marL="218836" algn="l" defTabSz="1125444" fontAlgn="auto" latinLnBrk="0">
              <a:lnSpc>
                <a:spcPct val="120000"/>
              </a:lnSpc>
              <a:spcAft>
                <a:spcPts val="246"/>
              </a:spcAft>
              <a:defRPr/>
            </a:pPr>
            <a:br>
              <a:rPr kumimoji="1" lang="en-US" altLang="ko-KR" sz="1477" b="0" kern="1200" spc="-25">
                <a:ln>
                  <a:noFill/>
                </a:ln>
                <a:solidFill>
                  <a:prstClr val="black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</a:br>
            <a:endParaRPr kumimoji="1" lang="ko-KR" altLang="en-US" sz="1477" b="0" kern="1200" spc="-25">
              <a:ln>
                <a:noFill/>
              </a:ln>
              <a:solidFill>
                <a:prstClr val="black"/>
              </a:solidFill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93524A0D-A3DC-F9E6-1A79-39382D6D31B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colorTemperature colorTemp="8800"/>
                    </a14:imgEffect>
                    <a14:imgEffect>
                      <a14:saturation sat="66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05661" y="5001742"/>
            <a:ext cx="2005002" cy="142034"/>
          </a:xfrm>
          <a:prstGeom prst="rect">
            <a:avLst/>
          </a:prstGeom>
        </p:spPr>
      </p:pic>
      <p:cxnSp>
        <p:nvCxnSpPr>
          <p:cNvPr id="14" name="연결선: 꺾임 13">
            <a:extLst>
              <a:ext uri="{FF2B5EF4-FFF2-40B4-BE49-F238E27FC236}">
                <a16:creationId xmlns:a16="http://schemas.microsoft.com/office/drawing/2014/main" id="{1EA02AE5-0CAE-AC4F-2A98-9EC5D366FB50}"/>
              </a:ext>
            </a:extLst>
          </p:cNvPr>
          <p:cNvCxnSpPr>
            <a:cxnSpLocks/>
          </p:cNvCxnSpPr>
          <p:nvPr/>
        </p:nvCxnSpPr>
        <p:spPr>
          <a:xfrm rot="16200000" flipH="1">
            <a:off x="6011386" y="2797757"/>
            <a:ext cx="553599" cy="248091"/>
          </a:xfrm>
          <a:prstGeom prst="bentConnector3">
            <a:avLst>
              <a:gd name="adj1" fmla="val 50000"/>
            </a:avLst>
          </a:prstGeom>
          <a:noFill/>
          <a:ln w="6350" cap="flat" cmpd="sng" algn="ctr">
            <a:solidFill>
              <a:sysClr val="window" lastClr="FFFFFF">
                <a:lumMod val="50000"/>
              </a:sysClr>
            </a:solidFill>
            <a:prstDash val="solid"/>
            <a:headEnd type="none" w="med" len="med"/>
            <a:tailEnd type="stealth"/>
          </a:ln>
          <a:effectLst/>
        </p:spPr>
      </p:cxn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01FD0E7A-9B77-BDA8-462A-8A6D2CB2D614}"/>
              </a:ext>
            </a:extLst>
          </p:cNvPr>
          <p:cNvGrpSpPr/>
          <p:nvPr/>
        </p:nvGrpSpPr>
        <p:grpSpPr>
          <a:xfrm>
            <a:off x="6086739" y="2490204"/>
            <a:ext cx="154800" cy="154800"/>
            <a:chOff x="1701214" y="3793002"/>
            <a:chExt cx="154800" cy="154800"/>
          </a:xfrm>
        </p:grpSpPr>
        <p:sp>
          <p:nvSpPr>
            <p:cNvPr id="71" name="Oval 99">
              <a:extLst>
                <a:ext uri="{FF2B5EF4-FFF2-40B4-BE49-F238E27FC236}">
                  <a16:creationId xmlns:a16="http://schemas.microsoft.com/office/drawing/2014/main" id="{73D33E83-F96D-949B-7D1C-5FBDA69282EC}"/>
                </a:ext>
              </a:extLst>
            </p:cNvPr>
            <p:cNvSpPr/>
            <p:nvPr/>
          </p:nvSpPr>
          <p:spPr>
            <a:xfrm rot="10800000" flipH="1">
              <a:off x="1701214" y="3793002"/>
              <a:ext cx="154800" cy="154800"/>
            </a:xfrm>
            <a:prstGeom prst="ellipse">
              <a:avLst/>
            </a:prstGeom>
            <a:solidFill>
              <a:srgbClr val="DFEDF3"/>
            </a:solidFill>
            <a:ln w="9525" cap="rnd" cmpd="sng" algn="ctr">
              <a:solidFill>
                <a:sysClr val="window" lastClr="FFFFFF">
                  <a:lumMod val="85000"/>
                </a:sysClr>
              </a:solidFill>
              <a:prstDash val="sysDot"/>
              <a:round/>
            </a:ln>
            <a:effectLst/>
          </p:spPr>
          <p:txBody>
            <a:bodyPr rot="0" spcFirstLastPara="0" vertOverflow="overflow" horzOverflow="overflow" vert="horz" wrap="square" lIns="86868" tIns="43434" rIns="86868" bIns="4343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423" latinLnBrk="0">
                <a:lnSpc>
                  <a:spcPct val="90000"/>
                </a:lnSpc>
                <a:spcAft>
                  <a:spcPts val="1001"/>
                </a:spcAft>
                <a:defRPr/>
              </a:pPr>
              <a:endParaRPr lang="en-US" sz="1200" i="1" kern="0">
                <a:solidFill>
                  <a:srgbClr val="FFFFFF"/>
                </a:solidFill>
                <a:latin typeface="Trebuchet MS" panose="020B0603020202020204" pitchFamily="34" charset="0"/>
                <a:ea typeface="카이겐고딕 KR Medium" panose="020B0602020203020207" pitchFamily="34" charset="-128"/>
              </a:endParaRPr>
            </a:p>
          </p:txBody>
        </p:sp>
        <p:sp>
          <p:nvSpPr>
            <p:cNvPr id="72" name="Oval 102">
              <a:extLst>
                <a:ext uri="{FF2B5EF4-FFF2-40B4-BE49-F238E27FC236}">
                  <a16:creationId xmlns:a16="http://schemas.microsoft.com/office/drawing/2014/main" id="{1889C8CC-FC72-92F9-A7DB-4AC9772FED56}"/>
                </a:ext>
              </a:extLst>
            </p:cNvPr>
            <p:cNvSpPr/>
            <p:nvPr/>
          </p:nvSpPr>
          <p:spPr>
            <a:xfrm rot="10800000" flipH="1">
              <a:off x="1747142" y="3839603"/>
              <a:ext cx="65277" cy="66657"/>
            </a:xfrm>
            <a:prstGeom prst="ellipse">
              <a:avLst/>
            </a:prstGeom>
            <a:solidFill>
              <a:schemeClr val="accent5"/>
            </a:solidFill>
            <a:ln w="25400" cap="flat" cmpd="sng" algn="ctr">
              <a:noFill/>
              <a:prstDash val="solid"/>
            </a:ln>
            <a:effectLst/>
          </p:spPr>
          <p:txBody>
            <a:bodyPr lIns="86868" tIns="86868" rIns="86868" bIns="86868" rtlCol="0" anchor="ctr"/>
            <a:lstStyle/>
            <a:p>
              <a:pPr algn="ctr" defTabSz="914423" latinLnBrk="0">
                <a:lnSpc>
                  <a:spcPct val="95000"/>
                </a:lnSpc>
                <a:defRPr/>
              </a:pPr>
              <a:endParaRPr lang="en-US" sz="1801" i="1" kern="0">
                <a:solidFill>
                  <a:prstClr val="white"/>
                </a:solidFill>
                <a:latin typeface="Trebuchet MS" panose="020B0603020202020204" pitchFamily="34" charset="0"/>
                <a:ea typeface="카이겐고딕 KR Medium" panose="020B0602020203020207" pitchFamily="34" charset="-128"/>
              </a:endParaRPr>
            </a:p>
          </p:txBody>
        </p:sp>
      </p:grpSp>
      <p:cxnSp>
        <p:nvCxnSpPr>
          <p:cNvPr id="77" name="직선 연결선 76">
            <a:extLst>
              <a:ext uri="{FF2B5EF4-FFF2-40B4-BE49-F238E27FC236}">
                <a16:creationId xmlns:a16="http://schemas.microsoft.com/office/drawing/2014/main" id="{CF8D1C41-7939-7C33-B4D3-AB3AAD0456DB}"/>
              </a:ext>
            </a:extLst>
          </p:cNvPr>
          <p:cNvCxnSpPr>
            <a:cxnSpLocks/>
          </p:cNvCxnSpPr>
          <p:nvPr/>
        </p:nvCxnSpPr>
        <p:spPr>
          <a:xfrm>
            <a:off x="431357" y="6811206"/>
            <a:ext cx="10580164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직선 연결선 77">
            <a:extLst>
              <a:ext uri="{FF2B5EF4-FFF2-40B4-BE49-F238E27FC236}">
                <a16:creationId xmlns:a16="http://schemas.microsoft.com/office/drawing/2014/main" id="{2C85E957-14E6-0EC6-2B2A-28ABF530FB18}"/>
              </a:ext>
            </a:extLst>
          </p:cNvPr>
          <p:cNvCxnSpPr>
            <a:cxnSpLocks/>
          </p:cNvCxnSpPr>
          <p:nvPr/>
        </p:nvCxnSpPr>
        <p:spPr>
          <a:xfrm>
            <a:off x="431357" y="6958292"/>
            <a:ext cx="10580164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480FA54D-9B7F-BE3C-28A1-5AAD0F320776}"/>
              </a:ext>
            </a:extLst>
          </p:cNvPr>
          <p:cNvCxnSpPr>
            <a:cxnSpLocks/>
          </p:cNvCxnSpPr>
          <p:nvPr/>
        </p:nvCxnSpPr>
        <p:spPr>
          <a:xfrm>
            <a:off x="5042863" y="2391278"/>
            <a:ext cx="0" cy="2741514"/>
          </a:xfrm>
          <a:prstGeom prst="straightConnector1">
            <a:avLst/>
          </a:prstGeom>
          <a:ln w="28575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0" name="타원 79">
            <a:extLst>
              <a:ext uri="{FF2B5EF4-FFF2-40B4-BE49-F238E27FC236}">
                <a16:creationId xmlns:a16="http://schemas.microsoft.com/office/drawing/2014/main" id="{487C8EEF-5B30-197A-A9C3-15534A92CA2A}"/>
              </a:ext>
            </a:extLst>
          </p:cNvPr>
          <p:cNvSpPr/>
          <p:nvPr/>
        </p:nvSpPr>
        <p:spPr>
          <a:xfrm>
            <a:off x="4950489" y="2810122"/>
            <a:ext cx="177231" cy="177231"/>
          </a:xfrm>
          <a:prstGeom prst="ellipse">
            <a:avLst/>
          </a:prstGeom>
          <a:solidFill>
            <a:schemeClr val="accent5"/>
          </a:solidFill>
          <a:ln w="9525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125444">
              <a:defRPr/>
            </a:pPr>
            <a:endParaRPr lang="ko-KR" altLang="en-US" sz="2215">
              <a:solidFill>
                <a:prstClr val="white"/>
              </a:solidFill>
              <a:latin typeface="Pretendard"/>
              <a:ea typeface="Pretendard"/>
            </a:endParaRPr>
          </a:p>
        </p:txBody>
      </p:sp>
      <p:sp>
        <p:nvSpPr>
          <p:cNvPr id="81" name="타원 80">
            <a:extLst>
              <a:ext uri="{FF2B5EF4-FFF2-40B4-BE49-F238E27FC236}">
                <a16:creationId xmlns:a16="http://schemas.microsoft.com/office/drawing/2014/main" id="{5350C64E-0B1C-729F-CFD3-C42390421821}"/>
              </a:ext>
            </a:extLst>
          </p:cNvPr>
          <p:cNvSpPr/>
          <p:nvPr/>
        </p:nvSpPr>
        <p:spPr>
          <a:xfrm>
            <a:off x="4954791" y="3371364"/>
            <a:ext cx="177231" cy="177231"/>
          </a:xfrm>
          <a:prstGeom prst="ellipse">
            <a:avLst/>
          </a:prstGeom>
          <a:solidFill>
            <a:schemeClr val="accent5"/>
          </a:solidFill>
          <a:ln w="9525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125444">
              <a:defRPr/>
            </a:pPr>
            <a:endParaRPr lang="ko-KR" altLang="en-US" sz="2215">
              <a:solidFill>
                <a:prstClr val="white"/>
              </a:solidFill>
              <a:latin typeface="Pretendard"/>
              <a:ea typeface="Pretendard"/>
            </a:endParaRPr>
          </a:p>
        </p:txBody>
      </p:sp>
      <p:sp>
        <p:nvSpPr>
          <p:cNvPr id="82" name="타원 81">
            <a:extLst>
              <a:ext uri="{FF2B5EF4-FFF2-40B4-BE49-F238E27FC236}">
                <a16:creationId xmlns:a16="http://schemas.microsoft.com/office/drawing/2014/main" id="{FAD42232-8C35-4306-F0CB-23CF2C004B4A}"/>
              </a:ext>
            </a:extLst>
          </p:cNvPr>
          <p:cNvSpPr/>
          <p:nvPr/>
        </p:nvSpPr>
        <p:spPr>
          <a:xfrm>
            <a:off x="4954791" y="3932606"/>
            <a:ext cx="177231" cy="177231"/>
          </a:xfrm>
          <a:prstGeom prst="ellipse">
            <a:avLst/>
          </a:prstGeom>
          <a:solidFill>
            <a:schemeClr val="accent5"/>
          </a:solidFill>
          <a:ln w="9525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125444">
              <a:defRPr/>
            </a:pPr>
            <a:endParaRPr lang="ko-KR" altLang="en-US" sz="2215">
              <a:solidFill>
                <a:prstClr val="white"/>
              </a:solidFill>
              <a:latin typeface="Pretendard"/>
              <a:ea typeface="Pretendard"/>
            </a:endParaRPr>
          </a:p>
        </p:txBody>
      </p:sp>
      <p:sp>
        <p:nvSpPr>
          <p:cNvPr id="83" name="타원 82">
            <a:extLst>
              <a:ext uri="{FF2B5EF4-FFF2-40B4-BE49-F238E27FC236}">
                <a16:creationId xmlns:a16="http://schemas.microsoft.com/office/drawing/2014/main" id="{14426203-21C2-1FEC-ED8F-763540950810}"/>
              </a:ext>
            </a:extLst>
          </p:cNvPr>
          <p:cNvSpPr/>
          <p:nvPr/>
        </p:nvSpPr>
        <p:spPr>
          <a:xfrm>
            <a:off x="4954791" y="4493847"/>
            <a:ext cx="177231" cy="177231"/>
          </a:xfrm>
          <a:prstGeom prst="ellipse">
            <a:avLst/>
          </a:prstGeom>
          <a:solidFill>
            <a:schemeClr val="accent5"/>
          </a:solidFill>
          <a:ln w="9525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125444">
              <a:defRPr/>
            </a:pPr>
            <a:endParaRPr lang="ko-KR" altLang="en-US" sz="2215">
              <a:solidFill>
                <a:prstClr val="white"/>
              </a:solidFill>
              <a:latin typeface="Pretendard"/>
              <a:ea typeface="Pretendard"/>
            </a:endParaRPr>
          </a:p>
        </p:txBody>
      </p:sp>
      <p:sp>
        <p:nvSpPr>
          <p:cNvPr id="88" name="Freeform 47">
            <a:extLst>
              <a:ext uri="{FF2B5EF4-FFF2-40B4-BE49-F238E27FC236}">
                <a16:creationId xmlns:a16="http://schemas.microsoft.com/office/drawing/2014/main" id="{C5E56B64-DE40-B780-ED93-9B4A7C7869AE}"/>
              </a:ext>
            </a:extLst>
          </p:cNvPr>
          <p:cNvSpPr>
            <a:spLocks noEditPoints="1"/>
          </p:cNvSpPr>
          <p:nvPr>
            <p:custDataLst>
              <p:tags r:id="rId1"/>
            </p:custDataLst>
          </p:nvPr>
        </p:nvSpPr>
        <p:spPr bwMode="auto">
          <a:xfrm>
            <a:off x="5968353" y="3623523"/>
            <a:ext cx="271585" cy="209062"/>
          </a:xfrm>
          <a:custGeom>
            <a:avLst/>
            <a:gdLst>
              <a:gd name="T0" fmla="*/ 154 w 596"/>
              <a:gd name="T1" fmla="*/ 204 h 464"/>
              <a:gd name="T2" fmla="*/ 191 w 596"/>
              <a:gd name="T3" fmla="*/ 276 h 464"/>
              <a:gd name="T4" fmla="*/ 229 w 596"/>
              <a:gd name="T5" fmla="*/ 352 h 464"/>
              <a:gd name="T6" fmla="*/ 118 w 596"/>
              <a:gd name="T7" fmla="*/ 464 h 464"/>
              <a:gd name="T8" fmla="*/ 0 w 596"/>
              <a:gd name="T9" fmla="*/ 329 h 464"/>
              <a:gd name="T10" fmla="*/ 202 w 596"/>
              <a:gd name="T11" fmla="*/ 0 h 464"/>
              <a:gd name="T12" fmla="*/ 253 w 596"/>
              <a:gd name="T13" fmla="*/ 68 h 464"/>
              <a:gd name="T14" fmla="*/ 196 w 596"/>
              <a:gd name="T15" fmla="*/ 116 h 464"/>
              <a:gd name="T16" fmla="*/ 154 w 596"/>
              <a:gd name="T17" fmla="*/ 204 h 464"/>
              <a:gd name="T18" fmla="*/ 538 w 596"/>
              <a:gd name="T19" fmla="*/ 116 h 464"/>
              <a:gd name="T20" fmla="*/ 596 w 596"/>
              <a:gd name="T21" fmla="*/ 68 h 464"/>
              <a:gd name="T22" fmla="*/ 545 w 596"/>
              <a:gd name="T23" fmla="*/ 0 h 464"/>
              <a:gd name="T24" fmla="*/ 343 w 596"/>
              <a:gd name="T25" fmla="*/ 329 h 464"/>
              <a:gd name="T26" fmla="*/ 461 w 596"/>
              <a:gd name="T27" fmla="*/ 464 h 464"/>
              <a:gd name="T28" fmla="*/ 571 w 596"/>
              <a:gd name="T29" fmla="*/ 352 h 464"/>
              <a:gd name="T30" fmla="*/ 534 w 596"/>
              <a:gd name="T31" fmla="*/ 276 h 464"/>
              <a:gd name="T32" fmla="*/ 497 w 596"/>
              <a:gd name="T33" fmla="*/ 204 h 464"/>
              <a:gd name="T34" fmla="*/ 538 w 596"/>
              <a:gd name="T35" fmla="*/ 116 h 46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</a:cxnLst>
            <a:rect l="0" t="0" r="r" b="b"/>
            <a:pathLst>
              <a:path w="596" h="464">
                <a:moveTo>
                  <a:pt x="154" y="204"/>
                </a:moveTo>
                <a:cubicBezTo>
                  <a:pt x="154" y="225"/>
                  <a:pt x="166" y="249"/>
                  <a:pt x="191" y="276"/>
                </a:cubicBezTo>
                <a:cubicBezTo>
                  <a:pt x="216" y="304"/>
                  <a:pt x="229" y="329"/>
                  <a:pt x="229" y="352"/>
                </a:cubicBezTo>
                <a:cubicBezTo>
                  <a:pt x="229" y="426"/>
                  <a:pt x="192" y="464"/>
                  <a:pt x="118" y="464"/>
                </a:cubicBezTo>
                <a:cubicBezTo>
                  <a:pt x="40" y="464"/>
                  <a:pt x="0" y="419"/>
                  <a:pt x="0" y="329"/>
                </a:cubicBezTo>
                <a:cubicBezTo>
                  <a:pt x="0" y="194"/>
                  <a:pt x="67" y="85"/>
                  <a:pt x="202" y="0"/>
                </a:cubicBezTo>
                <a:cubicBezTo>
                  <a:pt x="253" y="68"/>
                  <a:pt x="253" y="68"/>
                  <a:pt x="253" y="68"/>
                </a:cubicBezTo>
                <a:cubicBezTo>
                  <a:pt x="196" y="116"/>
                  <a:pt x="196" y="116"/>
                  <a:pt x="196" y="116"/>
                </a:cubicBezTo>
                <a:cubicBezTo>
                  <a:pt x="168" y="140"/>
                  <a:pt x="154" y="169"/>
                  <a:pt x="154" y="204"/>
                </a:cubicBezTo>
                <a:close/>
                <a:moveTo>
                  <a:pt x="538" y="116"/>
                </a:moveTo>
                <a:cubicBezTo>
                  <a:pt x="596" y="68"/>
                  <a:pt x="596" y="68"/>
                  <a:pt x="596" y="68"/>
                </a:cubicBezTo>
                <a:cubicBezTo>
                  <a:pt x="545" y="0"/>
                  <a:pt x="545" y="0"/>
                  <a:pt x="545" y="0"/>
                </a:cubicBezTo>
                <a:cubicBezTo>
                  <a:pt x="410" y="85"/>
                  <a:pt x="343" y="194"/>
                  <a:pt x="343" y="329"/>
                </a:cubicBezTo>
                <a:cubicBezTo>
                  <a:pt x="343" y="419"/>
                  <a:pt x="382" y="464"/>
                  <a:pt x="461" y="464"/>
                </a:cubicBezTo>
                <a:cubicBezTo>
                  <a:pt x="534" y="464"/>
                  <a:pt x="571" y="426"/>
                  <a:pt x="571" y="352"/>
                </a:cubicBezTo>
                <a:cubicBezTo>
                  <a:pt x="571" y="329"/>
                  <a:pt x="559" y="304"/>
                  <a:pt x="534" y="276"/>
                </a:cubicBezTo>
                <a:cubicBezTo>
                  <a:pt x="509" y="249"/>
                  <a:pt x="497" y="225"/>
                  <a:pt x="497" y="204"/>
                </a:cubicBezTo>
                <a:cubicBezTo>
                  <a:pt x="497" y="169"/>
                  <a:pt x="511" y="140"/>
                  <a:pt x="538" y="116"/>
                </a:cubicBezTo>
                <a:close/>
              </a:path>
            </a:pathLst>
          </a:custGeom>
          <a:solidFill>
            <a:srgbClr val="01497C"/>
          </a:solidFill>
          <a:ln>
            <a:noFill/>
          </a:ln>
        </p:spPr>
        <p:txBody>
          <a:bodyPr vert="horz" wrap="square" lIns="123796" tIns="61898" rIns="123796" bIns="61898" numCol="1" anchor="t" anchorCtr="0" compatLnSpc="1">
            <a:prstTxWarp prst="textNoShape">
              <a:avLst/>
            </a:prstTxWarp>
          </a:bodyPr>
          <a:lstStyle/>
          <a:p>
            <a:endParaRPr lang="en-US" sz="1969">
              <a:solidFill>
                <a:schemeClr val="bg1"/>
              </a:solidFill>
              <a:latin typeface="+mn-ea"/>
            </a:endParaRPr>
          </a:p>
        </p:txBody>
      </p:sp>
      <p:sp>
        <p:nvSpPr>
          <p:cNvPr id="93" name="Freeform 47">
            <a:extLst>
              <a:ext uri="{FF2B5EF4-FFF2-40B4-BE49-F238E27FC236}">
                <a16:creationId xmlns:a16="http://schemas.microsoft.com/office/drawing/2014/main" id="{BC6F90CB-D256-31A8-AEE5-C5D423210F06}"/>
              </a:ext>
            </a:extLst>
          </p:cNvPr>
          <p:cNvSpPr>
            <a:spLocks noEditPoints="1"/>
          </p:cNvSpPr>
          <p:nvPr>
            <p:custDataLst>
              <p:tags r:id="rId2"/>
            </p:custDataLst>
          </p:nvPr>
        </p:nvSpPr>
        <p:spPr bwMode="auto">
          <a:xfrm rot="10800000">
            <a:off x="6539395" y="3634910"/>
            <a:ext cx="271585" cy="209062"/>
          </a:xfrm>
          <a:custGeom>
            <a:avLst/>
            <a:gdLst>
              <a:gd name="T0" fmla="*/ 154 w 596"/>
              <a:gd name="T1" fmla="*/ 204 h 464"/>
              <a:gd name="T2" fmla="*/ 191 w 596"/>
              <a:gd name="T3" fmla="*/ 276 h 464"/>
              <a:gd name="T4" fmla="*/ 229 w 596"/>
              <a:gd name="T5" fmla="*/ 352 h 464"/>
              <a:gd name="T6" fmla="*/ 118 w 596"/>
              <a:gd name="T7" fmla="*/ 464 h 464"/>
              <a:gd name="T8" fmla="*/ 0 w 596"/>
              <a:gd name="T9" fmla="*/ 329 h 464"/>
              <a:gd name="T10" fmla="*/ 202 w 596"/>
              <a:gd name="T11" fmla="*/ 0 h 464"/>
              <a:gd name="T12" fmla="*/ 253 w 596"/>
              <a:gd name="T13" fmla="*/ 68 h 464"/>
              <a:gd name="T14" fmla="*/ 196 w 596"/>
              <a:gd name="T15" fmla="*/ 116 h 464"/>
              <a:gd name="T16" fmla="*/ 154 w 596"/>
              <a:gd name="T17" fmla="*/ 204 h 464"/>
              <a:gd name="T18" fmla="*/ 538 w 596"/>
              <a:gd name="T19" fmla="*/ 116 h 464"/>
              <a:gd name="T20" fmla="*/ 596 w 596"/>
              <a:gd name="T21" fmla="*/ 68 h 464"/>
              <a:gd name="T22" fmla="*/ 545 w 596"/>
              <a:gd name="T23" fmla="*/ 0 h 464"/>
              <a:gd name="T24" fmla="*/ 343 w 596"/>
              <a:gd name="T25" fmla="*/ 329 h 464"/>
              <a:gd name="T26" fmla="*/ 461 w 596"/>
              <a:gd name="T27" fmla="*/ 464 h 464"/>
              <a:gd name="T28" fmla="*/ 571 w 596"/>
              <a:gd name="T29" fmla="*/ 352 h 464"/>
              <a:gd name="T30" fmla="*/ 534 w 596"/>
              <a:gd name="T31" fmla="*/ 276 h 464"/>
              <a:gd name="T32" fmla="*/ 497 w 596"/>
              <a:gd name="T33" fmla="*/ 204 h 464"/>
              <a:gd name="T34" fmla="*/ 538 w 596"/>
              <a:gd name="T35" fmla="*/ 116 h 46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</a:cxnLst>
            <a:rect l="0" t="0" r="r" b="b"/>
            <a:pathLst>
              <a:path w="596" h="464">
                <a:moveTo>
                  <a:pt x="154" y="204"/>
                </a:moveTo>
                <a:cubicBezTo>
                  <a:pt x="154" y="225"/>
                  <a:pt x="166" y="249"/>
                  <a:pt x="191" y="276"/>
                </a:cubicBezTo>
                <a:cubicBezTo>
                  <a:pt x="216" y="304"/>
                  <a:pt x="229" y="329"/>
                  <a:pt x="229" y="352"/>
                </a:cubicBezTo>
                <a:cubicBezTo>
                  <a:pt x="229" y="426"/>
                  <a:pt x="192" y="464"/>
                  <a:pt x="118" y="464"/>
                </a:cubicBezTo>
                <a:cubicBezTo>
                  <a:pt x="40" y="464"/>
                  <a:pt x="0" y="419"/>
                  <a:pt x="0" y="329"/>
                </a:cubicBezTo>
                <a:cubicBezTo>
                  <a:pt x="0" y="194"/>
                  <a:pt x="67" y="85"/>
                  <a:pt x="202" y="0"/>
                </a:cubicBezTo>
                <a:cubicBezTo>
                  <a:pt x="253" y="68"/>
                  <a:pt x="253" y="68"/>
                  <a:pt x="253" y="68"/>
                </a:cubicBezTo>
                <a:cubicBezTo>
                  <a:pt x="196" y="116"/>
                  <a:pt x="196" y="116"/>
                  <a:pt x="196" y="116"/>
                </a:cubicBezTo>
                <a:cubicBezTo>
                  <a:pt x="168" y="140"/>
                  <a:pt x="154" y="169"/>
                  <a:pt x="154" y="204"/>
                </a:cubicBezTo>
                <a:close/>
                <a:moveTo>
                  <a:pt x="538" y="116"/>
                </a:moveTo>
                <a:cubicBezTo>
                  <a:pt x="596" y="68"/>
                  <a:pt x="596" y="68"/>
                  <a:pt x="596" y="68"/>
                </a:cubicBezTo>
                <a:cubicBezTo>
                  <a:pt x="545" y="0"/>
                  <a:pt x="545" y="0"/>
                  <a:pt x="545" y="0"/>
                </a:cubicBezTo>
                <a:cubicBezTo>
                  <a:pt x="410" y="85"/>
                  <a:pt x="343" y="194"/>
                  <a:pt x="343" y="329"/>
                </a:cubicBezTo>
                <a:cubicBezTo>
                  <a:pt x="343" y="419"/>
                  <a:pt x="382" y="464"/>
                  <a:pt x="461" y="464"/>
                </a:cubicBezTo>
                <a:cubicBezTo>
                  <a:pt x="534" y="464"/>
                  <a:pt x="571" y="426"/>
                  <a:pt x="571" y="352"/>
                </a:cubicBezTo>
                <a:cubicBezTo>
                  <a:pt x="571" y="329"/>
                  <a:pt x="559" y="304"/>
                  <a:pt x="534" y="276"/>
                </a:cubicBezTo>
                <a:cubicBezTo>
                  <a:pt x="509" y="249"/>
                  <a:pt x="497" y="225"/>
                  <a:pt x="497" y="204"/>
                </a:cubicBezTo>
                <a:cubicBezTo>
                  <a:pt x="497" y="169"/>
                  <a:pt x="511" y="140"/>
                  <a:pt x="538" y="116"/>
                </a:cubicBezTo>
                <a:close/>
              </a:path>
            </a:pathLst>
          </a:custGeom>
          <a:solidFill>
            <a:srgbClr val="01497C"/>
          </a:solidFill>
          <a:ln>
            <a:noFill/>
          </a:ln>
        </p:spPr>
        <p:txBody>
          <a:bodyPr vert="horz" wrap="square" lIns="123796" tIns="61898" rIns="123796" bIns="61898" numCol="1" anchor="t" anchorCtr="0" compatLnSpc="1">
            <a:prstTxWarp prst="textNoShape">
              <a:avLst/>
            </a:prstTxWarp>
          </a:bodyPr>
          <a:lstStyle/>
          <a:p>
            <a:endParaRPr lang="en-US" sz="1969">
              <a:solidFill>
                <a:schemeClr val="bg1"/>
              </a:solidFill>
              <a:latin typeface="+mn-ea"/>
            </a:endParaRPr>
          </a:p>
        </p:txBody>
      </p:sp>
      <p:grpSp>
        <p:nvGrpSpPr>
          <p:cNvPr id="105" name="그룹 104">
            <a:extLst>
              <a:ext uri="{FF2B5EF4-FFF2-40B4-BE49-F238E27FC236}">
                <a16:creationId xmlns:a16="http://schemas.microsoft.com/office/drawing/2014/main" id="{F17F66CA-D0DA-5A31-7A15-D08907369FC5}"/>
              </a:ext>
            </a:extLst>
          </p:cNvPr>
          <p:cNvGrpSpPr/>
          <p:nvPr/>
        </p:nvGrpSpPr>
        <p:grpSpPr>
          <a:xfrm>
            <a:off x="5963380" y="4329496"/>
            <a:ext cx="771818" cy="407931"/>
            <a:chOff x="2712998" y="-836501"/>
            <a:chExt cx="1001194" cy="386531"/>
          </a:xfrm>
          <a:solidFill>
            <a:schemeClr val="accent1"/>
          </a:solidFill>
        </p:grpSpPr>
        <p:sp>
          <p:nvSpPr>
            <p:cNvPr id="120" name="Google Shape;9011;p60">
              <a:extLst>
                <a:ext uri="{FF2B5EF4-FFF2-40B4-BE49-F238E27FC236}">
                  <a16:creationId xmlns:a16="http://schemas.microsoft.com/office/drawing/2014/main" id="{6BB2747D-F322-3B93-5EE6-AF630BFC5356}"/>
                </a:ext>
              </a:extLst>
            </p:cNvPr>
            <p:cNvSpPr/>
            <p:nvPr/>
          </p:nvSpPr>
          <p:spPr>
            <a:xfrm>
              <a:off x="2712998" y="-836501"/>
              <a:ext cx="130490" cy="386531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6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06" y="37890"/>
                  </a:cubicBezTo>
                  <a:lnTo>
                    <a:pt x="7922" y="37890"/>
                  </a:lnTo>
                  <a:cubicBezTo>
                    <a:pt x="8267" y="37890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63"/>
                    <a:pt x="8267" y="1"/>
                    <a:pt x="7922" y="1"/>
                  </a:cubicBezTo>
                  <a:close/>
                </a:path>
              </a:pathLst>
            </a:custGeom>
            <a:grpFill/>
            <a:ln w="3175" cap="flat" cmpd="sng">
              <a:solidFill>
                <a:schemeClr val="bg1">
                  <a:lumMod val="75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12523" tIns="112523" rIns="112523" bIns="112523" anchor="ctr" anchorCtr="0">
              <a:noAutofit/>
            </a:bodyPr>
            <a:lstStyle/>
            <a:p>
              <a:endParaRPr sz="2215" spc="-37"/>
            </a:p>
          </p:txBody>
        </p:sp>
        <p:sp>
          <p:nvSpPr>
            <p:cNvPr id="121" name="Google Shape;9012;p60">
              <a:extLst>
                <a:ext uri="{FF2B5EF4-FFF2-40B4-BE49-F238E27FC236}">
                  <a16:creationId xmlns:a16="http://schemas.microsoft.com/office/drawing/2014/main" id="{055B8308-81B1-D22D-3DCA-4A3858945D3D}"/>
                </a:ext>
              </a:extLst>
            </p:cNvPr>
            <p:cNvSpPr/>
            <p:nvPr/>
          </p:nvSpPr>
          <p:spPr>
            <a:xfrm>
              <a:off x="2887136" y="-836501"/>
              <a:ext cx="130490" cy="386531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63"/>
                    <a:pt x="8267" y="1"/>
                    <a:pt x="7923" y="1"/>
                  </a:cubicBezTo>
                  <a:close/>
                </a:path>
              </a:pathLst>
            </a:custGeom>
            <a:grpFill/>
            <a:ln w="3175" cap="flat" cmpd="sng">
              <a:solidFill>
                <a:schemeClr val="bg1">
                  <a:lumMod val="75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12523" tIns="112523" rIns="112523" bIns="112523" anchor="ctr" anchorCtr="0">
              <a:noAutofit/>
            </a:bodyPr>
            <a:lstStyle/>
            <a:p>
              <a:endParaRPr sz="2215" spc="-37"/>
            </a:p>
          </p:txBody>
        </p:sp>
        <p:sp>
          <p:nvSpPr>
            <p:cNvPr id="122" name="Google Shape;9013;p60">
              <a:extLst>
                <a:ext uri="{FF2B5EF4-FFF2-40B4-BE49-F238E27FC236}">
                  <a16:creationId xmlns:a16="http://schemas.microsoft.com/office/drawing/2014/main" id="{50B41E9B-6628-C6FC-D137-2A0BD9760983}"/>
                </a:ext>
              </a:extLst>
            </p:cNvPr>
            <p:cNvSpPr/>
            <p:nvPr/>
          </p:nvSpPr>
          <p:spPr>
            <a:xfrm>
              <a:off x="3061274" y="-836501"/>
              <a:ext cx="130490" cy="386531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21" y="1"/>
                  </a:moveTo>
                  <a:cubicBezTo>
                    <a:pt x="276" y="1"/>
                    <a:pt x="1" y="263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76" y="37890"/>
                    <a:pt x="621" y="37890"/>
                  </a:cubicBezTo>
                  <a:lnTo>
                    <a:pt x="7937" y="37890"/>
                  </a:lnTo>
                  <a:cubicBezTo>
                    <a:pt x="8281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63"/>
                    <a:pt x="8281" y="1"/>
                    <a:pt x="7937" y="1"/>
                  </a:cubicBezTo>
                  <a:close/>
                </a:path>
              </a:pathLst>
            </a:custGeom>
            <a:grpFill/>
            <a:ln w="3175" cap="flat" cmpd="sng">
              <a:solidFill>
                <a:schemeClr val="bg1">
                  <a:lumMod val="75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12523" tIns="112523" rIns="112523" bIns="112523" anchor="ctr" anchorCtr="0">
              <a:noAutofit/>
            </a:bodyPr>
            <a:lstStyle/>
            <a:p>
              <a:endParaRPr sz="2215" spc="-37"/>
            </a:p>
          </p:txBody>
        </p:sp>
        <p:sp>
          <p:nvSpPr>
            <p:cNvPr id="123" name="Google Shape;9014;p60">
              <a:extLst>
                <a:ext uri="{FF2B5EF4-FFF2-40B4-BE49-F238E27FC236}">
                  <a16:creationId xmlns:a16="http://schemas.microsoft.com/office/drawing/2014/main" id="{88F00E15-9A77-BD16-7B8C-25EFEAB32E63}"/>
                </a:ext>
              </a:extLst>
            </p:cNvPr>
            <p:cNvSpPr/>
            <p:nvPr/>
          </p:nvSpPr>
          <p:spPr>
            <a:xfrm>
              <a:off x="3235412" y="-836501"/>
              <a:ext cx="130506" cy="386531"/>
            </a:xfrm>
            <a:custGeom>
              <a:avLst/>
              <a:gdLst/>
              <a:ahLst/>
              <a:cxnLst/>
              <a:rect l="l" t="t" r="r" b="b"/>
              <a:pathLst>
                <a:path w="8544" h="37890" extrusionOk="0">
                  <a:moveTo>
                    <a:pt x="621" y="1"/>
                  </a:moveTo>
                  <a:cubicBezTo>
                    <a:pt x="277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77" y="37890"/>
                    <a:pt x="621" y="37890"/>
                  </a:cubicBezTo>
                  <a:lnTo>
                    <a:pt x="7937" y="37890"/>
                  </a:lnTo>
                  <a:cubicBezTo>
                    <a:pt x="8268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8" y="1"/>
                    <a:pt x="7937" y="1"/>
                  </a:cubicBezTo>
                  <a:close/>
                </a:path>
              </a:pathLst>
            </a:custGeom>
            <a:grpFill/>
            <a:ln w="3175" cap="flat" cmpd="sng">
              <a:solidFill>
                <a:schemeClr val="bg1">
                  <a:lumMod val="75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12523" tIns="112523" rIns="112523" bIns="112523" anchor="ctr" anchorCtr="0">
              <a:noAutofit/>
            </a:bodyPr>
            <a:lstStyle/>
            <a:p>
              <a:endParaRPr sz="2215" spc="-37"/>
            </a:p>
          </p:txBody>
        </p:sp>
        <p:sp>
          <p:nvSpPr>
            <p:cNvPr id="124" name="Google Shape;9015;p60">
              <a:extLst>
                <a:ext uri="{FF2B5EF4-FFF2-40B4-BE49-F238E27FC236}">
                  <a16:creationId xmlns:a16="http://schemas.microsoft.com/office/drawing/2014/main" id="{46C1FA8C-AF95-BBE6-655B-6A6EBFEA36E8}"/>
                </a:ext>
              </a:extLst>
            </p:cNvPr>
            <p:cNvSpPr/>
            <p:nvPr/>
          </p:nvSpPr>
          <p:spPr>
            <a:xfrm>
              <a:off x="3409566" y="-836501"/>
              <a:ext cx="130490" cy="386388"/>
            </a:xfrm>
            <a:custGeom>
              <a:avLst/>
              <a:gdLst/>
              <a:ahLst/>
              <a:cxnLst/>
              <a:rect l="l" t="t" r="r" b="b"/>
              <a:pathLst>
                <a:path w="8543" h="37876" extrusionOk="0">
                  <a:moveTo>
                    <a:pt x="606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76"/>
                    <a:pt x="606" y="37876"/>
                  </a:cubicBezTo>
                  <a:lnTo>
                    <a:pt x="7936" y="37876"/>
                  </a:lnTo>
                  <a:cubicBezTo>
                    <a:pt x="8267" y="37876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63"/>
                    <a:pt x="8267" y="1"/>
                    <a:pt x="7936" y="1"/>
                  </a:cubicBezTo>
                  <a:close/>
                </a:path>
              </a:pathLst>
            </a:custGeom>
            <a:grpFill/>
            <a:ln w="3175" cap="flat" cmpd="sng">
              <a:solidFill>
                <a:schemeClr val="bg1">
                  <a:lumMod val="75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12523" tIns="112523" rIns="112523" bIns="112523" anchor="ctr" anchorCtr="0">
              <a:noAutofit/>
            </a:bodyPr>
            <a:lstStyle/>
            <a:p>
              <a:endParaRPr sz="2215" spc="-37"/>
            </a:p>
          </p:txBody>
        </p:sp>
        <p:sp>
          <p:nvSpPr>
            <p:cNvPr id="125" name="Google Shape;9016;p60">
              <a:extLst>
                <a:ext uri="{FF2B5EF4-FFF2-40B4-BE49-F238E27FC236}">
                  <a16:creationId xmlns:a16="http://schemas.microsoft.com/office/drawing/2014/main" id="{CAF4CBAA-9E2F-8F77-CDDA-32FC695E053C}"/>
                </a:ext>
              </a:extLst>
            </p:cNvPr>
            <p:cNvSpPr/>
            <p:nvPr/>
          </p:nvSpPr>
          <p:spPr>
            <a:xfrm>
              <a:off x="3583702" y="-836501"/>
              <a:ext cx="130490" cy="386531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76" y="1"/>
                    <a:pt x="0" y="277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3175" cap="flat" cmpd="sng">
              <a:solidFill>
                <a:schemeClr val="bg1">
                  <a:lumMod val="75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12523" tIns="112523" rIns="112523" bIns="112523" anchor="ctr" anchorCtr="0">
              <a:noAutofit/>
            </a:bodyPr>
            <a:lstStyle/>
            <a:p>
              <a:endParaRPr sz="2215" spc="-37"/>
            </a:p>
          </p:txBody>
        </p:sp>
      </p:grpSp>
    </p:spTree>
    <p:extLst>
      <p:ext uri="{BB962C8B-B14F-4D97-AF65-F5344CB8AC3E}">
        <p14:creationId xmlns:p14="http://schemas.microsoft.com/office/powerpoint/2010/main" val="424453665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Rectangle: Rounded Corners 18">
            <a:extLst>
              <a:ext uri="{FF2B5EF4-FFF2-40B4-BE49-F238E27FC236}">
                <a16:creationId xmlns:a16="http://schemas.microsoft.com/office/drawing/2014/main" id="{ABE4535C-6EB8-C861-8D88-F1167DFCC487}"/>
              </a:ext>
            </a:extLst>
          </p:cNvPr>
          <p:cNvSpPr/>
          <p:nvPr/>
        </p:nvSpPr>
        <p:spPr>
          <a:xfrm>
            <a:off x="7301176" y="2681271"/>
            <a:ext cx="4621225" cy="1919654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9525" cap="rnd" cmpd="sng" algn="ctr">
            <a:noFill/>
            <a:prstDash val="solid"/>
            <a:round/>
            <a:headEnd type="none" w="med" len="med"/>
            <a:tailEnd type="none" w="med" len="med"/>
          </a:ln>
          <a:effectLst>
            <a:outerShdw blurRad="63500" algn="ctr" rotWithShape="0">
              <a:prstClr val="black">
                <a:alpha val="20000"/>
              </a:prstClr>
            </a:outerShdw>
          </a:effectLst>
          <a:extLst>
            <a:ext uri="{91240B29-F687-4F45-9708-019B960494DF}">
              <a14:hiddenLine xmlns:a14="http://schemas.microsoft.com/office/drawing/2010/main" w="9525" cap="rnd" cmpd="sng" algn="ctr">
                <a:gradFill>
                  <a:gsLst>
                    <a:gs pos="0">
                      <a:schemeClr val="accent1">
                        <a:lumMod val="5000"/>
                        <a:lumOff val="95000"/>
                      </a:schemeClr>
                    </a:gs>
                    <a:gs pos="100000">
                      <a:schemeClr val="accent1">
                        <a:lumMod val="30000"/>
                        <a:lumOff val="70000"/>
                      </a:schemeClr>
                    </a:gs>
                  </a:gsLst>
                  <a:lin ang="5400000" scaled="1"/>
                </a:gradFill>
                <a:prstDash val="solid"/>
                <a:round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1125444" latinLnBrk="0">
              <a:defRPr/>
            </a:pPr>
            <a:endParaRPr lang="en-US" sz="1723">
              <a:solidFill>
                <a:srgbClr val="29BA74"/>
              </a:solidFill>
            </a:endParaRPr>
          </a:p>
        </p:txBody>
      </p:sp>
      <p:sp>
        <p:nvSpPr>
          <p:cNvPr id="64" name="화살표: 오각형 63">
            <a:extLst>
              <a:ext uri="{FF2B5EF4-FFF2-40B4-BE49-F238E27FC236}">
                <a16:creationId xmlns:a16="http://schemas.microsoft.com/office/drawing/2014/main" id="{9FE1F403-1B09-D138-8FBB-50BF401CB178}"/>
              </a:ext>
            </a:extLst>
          </p:cNvPr>
          <p:cNvSpPr/>
          <p:nvPr/>
        </p:nvSpPr>
        <p:spPr>
          <a:xfrm>
            <a:off x="10733127" y="3181732"/>
            <a:ext cx="1124441" cy="369893"/>
          </a:xfrm>
          <a:prstGeom prst="homePlate">
            <a:avLst>
              <a:gd name="adj" fmla="val 24547"/>
            </a:avLst>
          </a:prstGeom>
          <a:solidFill>
            <a:schemeClr val="accent4"/>
          </a:solidFill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1477" b="1" dirty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</a:rPr>
              <a:t>가나다</a:t>
            </a:r>
          </a:p>
        </p:txBody>
      </p:sp>
      <p:sp>
        <p:nvSpPr>
          <p:cNvPr id="63" name="화살표: 오각형 62">
            <a:extLst>
              <a:ext uri="{FF2B5EF4-FFF2-40B4-BE49-F238E27FC236}">
                <a16:creationId xmlns:a16="http://schemas.microsoft.com/office/drawing/2014/main" id="{FBEB97F5-9DB2-CB7C-197C-A3C08E26270A}"/>
              </a:ext>
            </a:extLst>
          </p:cNvPr>
          <p:cNvSpPr/>
          <p:nvPr/>
        </p:nvSpPr>
        <p:spPr>
          <a:xfrm>
            <a:off x="9712054" y="3181734"/>
            <a:ext cx="1124441" cy="369893"/>
          </a:xfrm>
          <a:prstGeom prst="homePlate">
            <a:avLst>
              <a:gd name="adj" fmla="val 24547"/>
            </a:avLst>
          </a:prstGeom>
          <a:solidFill>
            <a:schemeClr val="accent4"/>
          </a:solidFill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1477" b="1" dirty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</a:rPr>
              <a:t>가나다</a:t>
            </a:r>
          </a:p>
        </p:txBody>
      </p:sp>
      <p:sp>
        <p:nvSpPr>
          <p:cNvPr id="62" name="화살표: 오각형 61">
            <a:extLst>
              <a:ext uri="{FF2B5EF4-FFF2-40B4-BE49-F238E27FC236}">
                <a16:creationId xmlns:a16="http://schemas.microsoft.com/office/drawing/2014/main" id="{A75A2B5B-0483-62D4-C4E6-6BDB76278C88}"/>
              </a:ext>
            </a:extLst>
          </p:cNvPr>
          <p:cNvSpPr/>
          <p:nvPr/>
        </p:nvSpPr>
        <p:spPr>
          <a:xfrm>
            <a:off x="8624315" y="3181734"/>
            <a:ext cx="1191106" cy="369893"/>
          </a:xfrm>
          <a:prstGeom prst="homePlate">
            <a:avLst>
              <a:gd name="adj" fmla="val 24547"/>
            </a:avLst>
          </a:prstGeom>
          <a:solidFill>
            <a:schemeClr val="accent4"/>
          </a:solidFill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1477" b="1" dirty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</a:rPr>
              <a:t>가나다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3E53BB2C-A4C7-8FBB-A465-D7C3786544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각종 </a:t>
            </a:r>
            <a:r>
              <a:rPr lang="en-US" altLang="ko-KR" dirty="0"/>
              <a:t>Sample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E71CE7A-6E97-2BF4-2341-705332AF82AE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3DFBBC6A-3425-4C62-80BA-0DDE16A15D08}" type="slidenum">
              <a:rPr lang="ko-KR" altLang="en-US" smtClean="0"/>
              <a:pPr/>
              <a:t>38</a:t>
            </a:fld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A55F1235-1F48-DF5A-6D03-F726D11808E4}"/>
              </a:ext>
            </a:extLst>
          </p:cNvPr>
          <p:cNvSpPr/>
          <p:nvPr/>
        </p:nvSpPr>
        <p:spPr>
          <a:xfrm>
            <a:off x="3002024" y="1346474"/>
            <a:ext cx="1767724" cy="3484495"/>
          </a:xfrm>
          <a:prstGeom prst="rect">
            <a:avLst/>
          </a:prstGeom>
          <a:solidFill>
            <a:srgbClr val="F2F2E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215">
              <a:solidFill>
                <a:prstClr val="white"/>
              </a:solidFill>
              <a:latin typeface="Pretendard"/>
              <a:ea typeface="Pretendard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C75B1D54-3895-1A9A-A949-37491A3EAD6C}"/>
              </a:ext>
            </a:extLst>
          </p:cNvPr>
          <p:cNvSpPr/>
          <p:nvPr/>
        </p:nvSpPr>
        <p:spPr>
          <a:xfrm>
            <a:off x="366879" y="1346474"/>
            <a:ext cx="2578832" cy="3484495"/>
          </a:xfrm>
          <a:prstGeom prst="rect">
            <a:avLst/>
          </a:prstGeom>
          <a:solidFill>
            <a:srgbClr val="DFEDF3">
              <a:alpha val="49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215">
              <a:solidFill>
                <a:prstClr val="white"/>
              </a:solidFill>
              <a:latin typeface="Pretendard"/>
              <a:ea typeface="Pretendard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96FDF7A-C355-79BE-568D-213FC9E676B8}"/>
              </a:ext>
            </a:extLst>
          </p:cNvPr>
          <p:cNvSpPr txBox="1"/>
          <p:nvPr/>
        </p:nvSpPr>
        <p:spPr>
          <a:xfrm>
            <a:off x="759194" y="3807246"/>
            <a:ext cx="703385" cy="2817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1125444">
              <a:defRPr/>
            </a:pPr>
            <a:r>
              <a:rPr lang="en-US" altLang="ko-KR" sz="1231" b="1">
                <a:solidFill>
                  <a:prstClr val="black"/>
                </a:solidFill>
                <a:latin typeface="Pretendard"/>
                <a:ea typeface="Pretendard"/>
              </a:rPr>
              <a:t>126</a:t>
            </a:r>
            <a:endParaRPr lang="ko-KR" altLang="en-US" sz="1231" b="1">
              <a:solidFill>
                <a:prstClr val="black"/>
              </a:solidFill>
              <a:latin typeface="Pretendard"/>
              <a:ea typeface="Pretendard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69984EC-062B-E036-F8E2-9B86E7BDBBD7}"/>
              </a:ext>
            </a:extLst>
          </p:cNvPr>
          <p:cNvSpPr txBox="1"/>
          <p:nvPr/>
        </p:nvSpPr>
        <p:spPr>
          <a:xfrm>
            <a:off x="1560573" y="3781970"/>
            <a:ext cx="703385" cy="2817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1125444">
              <a:defRPr/>
            </a:pPr>
            <a:r>
              <a:rPr lang="en-US" altLang="ko-KR" sz="1231" b="1">
                <a:solidFill>
                  <a:prstClr val="black"/>
                </a:solidFill>
                <a:latin typeface="Pretendard"/>
                <a:ea typeface="Pretendard"/>
              </a:rPr>
              <a:t>175</a:t>
            </a:r>
            <a:endParaRPr lang="ko-KR" altLang="en-US" sz="1231" b="1">
              <a:solidFill>
                <a:prstClr val="black"/>
              </a:solidFill>
              <a:latin typeface="Pretendard"/>
              <a:ea typeface="Pretendard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EF59C9A-0ED6-10A4-4467-85A61A9687A7}"/>
              </a:ext>
            </a:extLst>
          </p:cNvPr>
          <p:cNvSpPr txBox="1"/>
          <p:nvPr/>
        </p:nvSpPr>
        <p:spPr>
          <a:xfrm>
            <a:off x="3086160" y="2973643"/>
            <a:ext cx="703385" cy="2817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1125444">
              <a:defRPr/>
            </a:pPr>
            <a:r>
              <a:rPr lang="en-US" altLang="ko-KR" sz="1231" b="1">
                <a:solidFill>
                  <a:prstClr val="black"/>
                </a:solidFill>
                <a:latin typeface="Pretendard"/>
                <a:ea typeface="Pretendard"/>
              </a:rPr>
              <a:t>1,138</a:t>
            </a:r>
            <a:endParaRPr lang="ko-KR" altLang="en-US" sz="1231" b="1">
              <a:solidFill>
                <a:prstClr val="black"/>
              </a:solidFill>
              <a:latin typeface="Pretendard"/>
              <a:ea typeface="Pretendard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3323204-83FE-B243-CABC-4B627C19AE40}"/>
              </a:ext>
            </a:extLst>
          </p:cNvPr>
          <p:cNvSpPr txBox="1"/>
          <p:nvPr/>
        </p:nvSpPr>
        <p:spPr>
          <a:xfrm>
            <a:off x="3860321" y="1762094"/>
            <a:ext cx="703385" cy="2817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1125444">
              <a:defRPr/>
            </a:pPr>
            <a:r>
              <a:rPr lang="en-US" altLang="ko-KR" sz="1231" b="1">
                <a:solidFill>
                  <a:prstClr val="black"/>
                </a:solidFill>
                <a:latin typeface="Pretendard"/>
                <a:ea typeface="Pretendard"/>
              </a:rPr>
              <a:t>2,396</a:t>
            </a:r>
            <a:endParaRPr lang="ko-KR" altLang="en-US" sz="1231" b="1">
              <a:solidFill>
                <a:prstClr val="black"/>
              </a:solidFill>
              <a:latin typeface="Pretendard"/>
              <a:ea typeface="Pretendard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3E4FC2D-A12C-CA03-D66F-D27C8650843D}"/>
              </a:ext>
            </a:extLst>
          </p:cNvPr>
          <p:cNvSpPr txBox="1"/>
          <p:nvPr/>
        </p:nvSpPr>
        <p:spPr>
          <a:xfrm>
            <a:off x="2317574" y="3565866"/>
            <a:ext cx="703385" cy="2817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1125444">
              <a:defRPr/>
            </a:pPr>
            <a:r>
              <a:rPr lang="en-US" altLang="ko-KR" sz="1231" b="1" dirty="0">
                <a:solidFill>
                  <a:prstClr val="black"/>
                </a:solidFill>
                <a:latin typeface="Pretendard"/>
                <a:ea typeface="Pretendard"/>
              </a:rPr>
              <a:t>396</a:t>
            </a:r>
            <a:endParaRPr lang="ko-KR" altLang="en-US" sz="1231" b="1" dirty="0">
              <a:solidFill>
                <a:prstClr val="black"/>
              </a:solidFill>
              <a:latin typeface="Pretendard"/>
              <a:ea typeface="Pretendard"/>
            </a:endParaRPr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CBCD4C38-2680-5B84-F079-E968D8CFCAC5}"/>
              </a:ext>
            </a:extLst>
          </p:cNvPr>
          <p:cNvCxnSpPr>
            <a:cxnSpLocks/>
            <a:endCxn id="11" idx="1"/>
          </p:cNvCxnSpPr>
          <p:nvPr/>
        </p:nvCxnSpPr>
        <p:spPr>
          <a:xfrm flipV="1">
            <a:off x="988867" y="1902966"/>
            <a:ext cx="2871454" cy="1829741"/>
          </a:xfrm>
          <a:prstGeom prst="straightConnector1">
            <a:avLst/>
          </a:prstGeom>
          <a:ln w="6350">
            <a:solidFill>
              <a:schemeClr val="bg1">
                <a:lumMod val="7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타원 13">
            <a:extLst>
              <a:ext uri="{FF2B5EF4-FFF2-40B4-BE49-F238E27FC236}">
                <a16:creationId xmlns:a16="http://schemas.microsoft.com/office/drawing/2014/main" id="{35821A69-7FBB-9355-2A9B-FE2C1FBA1FD5}"/>
              </a:ext>
            </a:extLst>
          </p:cNvPr>
          <p:cNvSpPr/>
          <p:nvPr/>
        </p:nvSpPr>
        <p:spPr>
          <a:xfrm rot="19737021">
            <a:off x="1982107" y="2440709"/>
            <a:ext cx="1087079" cy="357909"/>
          </a:xfrm>
          <a:prstGeom prst="ellipse">
            <a:avLst/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 defTabSz="1125444">
              <a:defRPr/>
            </a:pPr>
            <a:r>
              <a:rPr lang="en-US" altLang="ko-KR" sz="985" b="1">
                <a:solidFill>
                  <a:prstClr val="black">
                    <a:lumMod val="50000"/>
                    <a:lumOff val="50000"/>
                  </a:prstClr>
                </a:solidFill>
                <a:latin typeface="Pretendard"/>
                <a:ea typeface="Pretendard"/>
                <a:cs typeface="Pretendard" panose="02000503000000020004" pitchFamily="50" charset="-127"/>
              </a:rPr>
              <a:t>CAGR 19%</a:t>
            </a:r>
            <a:endParaRPr lang="ko-KR" altLang="en-US" sz="985" b="1">
              <a:solidFill>
                <a:prstClr val="black">
                  <a:lumMod val="50000"/>
                  <a:lumOff val="50000"/>
                </a:prstClr>
              </a:solidFill>
              <a:latin typeface="Pretendard"/>
              <a:ea typeface="Pretendard"/>
              <a:cs typeface="Pretendard" panose="02000503000000020004" pitchFamily="50" charset="-127"/>
            </a:endParaRP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B6897F85-6C70-21AB-3737-1B8AAF1AC1F3}"/>
              </a:ext>
            </a:extLst>
          </p:cNvPr>
          <p:cNvSpPr/>
          <p:nvPr/>
        </p:nvSpPr>
        <p:spPr>
          <a:xfrm>
            <a:off x="847943" y="1398334"/>
            <a:ext cx="1570654" cy="35767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125444">
              <a:defRPr/>
            </a:pPr>
            <a:r>
              <a:rPr lang="ko-KR" altLang="en-US" sz="1292" b="1" i="1" dirty="0">
                <a:solidFill>
                  <a:prstClr val="black"/>
                </a:solidFill>
                <a:latin typeface="Pretendard" panose="02000503000000020004" pitchFamily="50" charset="-127"/>
                <a:ea typeface="Pretendard"/>
              </a:rPr>
              <a:t>제목제목제목</a:t>
            </a: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6420844A-C1D6-39EE-84CC-5F164D968FE9}"/>
              </a:ext>
            </a:extLst>
          </p:cNvPr>
          <p:cNvSpPr/>
          <p:nvPr/>
        </p:nvSpPr>
        <p:spPr>
          <a:xfrm>
            <a:off x="3054362" y="1398334"/>
            <a:ext cx="1570654" cy="35767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125444">
              <a:defRPr/>
            </a:pPr>
            <a:r>
              <a:rPr lang="en-US" altLang="ko-KR" sz="1292" b="1" i="1" dirty="0">
                <a:solidFill>
                  <a:prstClr val="black"/>
                </a:solidFill>
                <a:latin typeface="Pretendard" panose="02000503000000020004" pitchFamily="50" charset="-127"/>
                <a:ea typeface="Pretendard"/>
              </a:rPr>
              <a:t>SUBJECT</a:t>
            </a:r>
            <a:endParaRPr lang="ko-KR" altLang="en-US" sz="1292" b="1" i="1" dirty="0">
              <a:solidFill>
                <a:prstClr val="black"/>
              </a:solidFill>
              <a:latin typeface="Pretendard" panose="02000503000000020004" pitchFamily="50" charset="-127"/>
              <a:ea typeface="Pretendard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9CBE66A-D7F0-E995-DB96-CAF2C9BC74B9}"/>
              </a:ext>
            </a:extLst>
          </p:cNvPr>
          <p:cNvSpPr txBox="1"/>
          <p:nvPr/>
        </p:nvSpPr>
        <p:spPr>
          <a:xfrm>
            <a:off x="1108636" y="1839074"/>
            <a:ext cx="1115926" cy="2911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1125444">
              <a:defRPr/>
            </a:pPr>
            <a:r>
              <a:rPr lang="en-US" altLang="ko-KR" sz="1292" b="1" dirty="0">
                <a:solidFill>
                  <a:schemeClr val="accent6"/>
                </a:solidFill>
                <a:latin typeface="Pretendard"/>
                <a:ea typeface="Pretendard"/>
              </a:rPr>
              <a:t>“/////////” </a:t>
            </a:r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8CB7C012-BD1F-F332-7AD7-290D82F5AA0B}"/>
              </a:ext>
            </a:extLst>
          </p:cNvPr>
          <p:cNvGrpSpPr/>
          <p:nvPr/>
        </p:nvGrpSpPr>
        <p:grpSpPr>
          <a:xfrm>
            <a:off x="374325" y="124125"/>
            <a:ext cx="4385639" cy="281855"/>
            <a:chOff x="1833384" y="1613194"/>
            <a:chExt cx="3178095" cy="229007"/>
          </a:xfrm>
        </p:grpSpPr>
        <p:sp>
          <p:nvSpPr>
            <p:cNvPr id="19" name="내용 개체 틀 2">
              <a:extLst>
                <a:ext uri="{FF2B5EF4-FFF2-40B4-BE49-F238E27FC236}">
                  <a16:creationId xmlns:a16="http://schemas.microsoft.com/office/drawing/2014/main" id="{34069637-FCD0-B4CE-DEBE-7344DB79A8D8}"/>
                </a:ext>
              </a:extLst>
            </p:cNvPr>
            <p:cNvSpPr txBox="1">
              <a:spLocks/>
            </p:cNvSpPr>
            <p:nvPr/>
          </p:nvSpPr>
          <p:spPr>
            <a:xfrm>
              <a:off x="1843915" y="1613194"/>
              <a:ext cx="3167564" cy="184686"/>
            </a:xfrm>
            <a:prstGeom prst="rect">
              <a:avLst/>
            </a:prstGeom>
          </p:spPr>
          <p:txBody>
            <a:bodyPr vert="horz" wrap="square" lIns="0" tIns="0" rIns="0" bIns="0" rtlCol="0" anchor="t" anchorCtr="0">
              <a:spAutoFit/>
            </a:bodyPr>
            <a:lstStyle>
              <a:lvl1pPr marL="174625" lvl="0" indent="-174625" latinLnBrk="0">
                <a:spcBef>
                  <a:spcPts val="0"/>
                </a:spcBef>
                <a:buFont typeface="Wingdings" panose="05000000000000000000" pitchFamily="2" charset="2"/>
                <a:buChar char="§"/>
                <a:defRPr sz="1400">
                  <a:latin typeface="Arial" panose="020B0604020202020204" pitchFamily="34" charset="0"/>
                  <a:cs typeface="Arial" panose="020B0604020202020204" pitchFamily="34" charset="0"/>
                </a:defRPr>
              </a:lvl1pPr>
              <a:lvl2pPr marL="363538" lvl="1" indent="-188913" latinLnBrk="0">
                <a:spcBef>
                  <a:spcPts val="0"/>
                </a:spcBef>
                <a:buFont typeface="Arial" panose="020B0604020202020204" pitchFamily="34" charset="0"/>
                <a:buChar char="–"/>
                <a:defRPr sz="1400">
                  <a:latin typeface="Arial" panose="020B0604020202020204" pitchFamily="34" charset="0"/>
                  <a:cs typeface="Arial" panose="020B0604020202020204" pitchFamily="34" charset="0"/>
                </a:defRPr>
              </a:lvl2pPr>
              <a:lvl3pPr marL="538163" lvl="2" indent="-174625" latinLnBrk="0">
                <a:spcBef>
                  <a:spcPts val="0"/>
                </a:spcBef>
                <a:buFont typeface="바탕" panose="02030600000101010101" pitchFamily="18" charset="-127"/>
                <a:buChar char="∙"/>
                <a:defRPr sz="1400">
                  <a:latin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1400">
                  <a:latin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»"/>
                <a:defRPr sz="1400">
                  <a:latin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000"/>
              </a:lvl6pPr>
              <a:lvl7pPr marL="29718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000"/>
              </a:lvl7pPr>
              <a:lvl8pPr marL="34290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000"/>
              </a:lvl8pPr>
              <a:lvl9pPr marL="38862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000"/>
              </a:lvl9pPr>
            </a:lstStyle>
            <a:p>
              <a:pPr marL="0" indent="0" algn="ctr" defTabSz="1125444">
                <a:buNone/>
                <a:defRPr/>
              </a:pPr>
              <a:r>
                <a:rPr lang="en-US" altLang="ko-KR" sz="1477" b="1" dirty="0">
                  <a:solidFill>
                    <a:prstClr val="black"/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Global Feedstock </a:t>
              </a:r>
              <a:r>
                <a:rPr lang="ko-KR" altLang="en-US" sz="1477" b="1" dirty="0">
                  <a:solidFill>
                    <a:prstClr val="black"/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발생량</a:t>
              </a:r>
              <a:r>
                <a:rPr lang="en-US" altLang="ko-KR" sz="1477" b="1" baseline="30000" dirty="0">
                  <a:solidFill>
                    <a:prstClr val="black"/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1</a:t>
              </a:r>
              <a:endParaRPr lang="ko-KR" altLang="en-US" sz="1477" b="1" dirty="0">
                <a:solidFill>
                  <a:prstClr val="black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  <p:cxnSp>
          <p:nvCxnSpPr>
            <p:cNvPr id="20" name="직선 연결선 19">
              <a:extLst>
                <a:ext uri="{FF2B5EF4-FFF2-40B4-BE49-F238E27FC236}">
                  <a16:creationId xmlns:a16="http://schemas.microsoft.com/office/drawing/2014/main" id="{BA8681F0-0AC7-E40E-D7EA-5780D19D0DE4}"/>
                </a:ext>
              </a:extLst>
            </p:cNvPr>
            <p:cNvCxnSpPr/>
            <p:nvPr/>
          </p:nvCxnSpPr>
          <p:spPr>
            <a:xfrm>
              <a:off x="1833384" y="1842201"/>
              <a:ext cx="3167564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2B2E98B0-9ED8-9EDA-D65D-D5BC07B4E749}"/>
              </a:ext>
            </a:extLst>
          </p:cNvPr>
          <p:cNvSpPr txBox="1"/>
          <p:nvPr/>
        </p:nvSpPr>
        <p:spPr>
          <a:xfrm>
            <a:off x="4035641" y="386610"/>
            <a:ext cx="908501" cy="318677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defTabSz="1125444">
              <a:lnSpc>
                <a:spcPct val="150000"/>
              </a:lnSpc>
              <a:defRPr/>
            </a:pPr>
            <a:r>
              <a:rPr lang="en-US" altLang="ko-KR" sz="1108">
                <a:solidFill>
                  <a:prstClr val="black"/>
                </a:solidFill>
                <a:latin typeface="Pretendard"/>
                <a:ea typeface="Pretendard"/>
                <a:cs typeface="Pretendard" panose="02000503000000020004" pitchFamily="50" charset="-127"/>
              </a:rPr>
              <a:t>[</a:t>
            </a:r>
            <a:r>
              <a:rPr lang="ko-KR" altLang="en-US" sz="1108">
                <a:solidFill>
                  <a:prstClr val="black"/>
                </a:solidFill>
                <a:latin typeface="Pretendard"/>
                <a:ea typeface="Pretendard"/>
                <a:cs typeface="Pretendard" panose="02000503000000020004" pitchFamily="50" charset="-127"/>
              </a:rPr>
              <a:t>단위 </a:t>
            </a:r>
            <a:r>
              <a:rPr lang="en-US" altLang="ko-KR" sz="1108">
                <a:solidFill>
                  <a:prstClr val="black"/>
                </a:solidFill>
                <a:latin typeface="Pretendard"/>
                <a:ea typeface="Pretendard"/>
                <a:cs typeface="Pretendard" panose="02000503000000020004" pitchFamily="50" charset="-127"/>
              </a:rPr>
              <a:t>: </a:t>
            </a:r>
            <a:r>
              <a:rPr lang="ko-KR" altLang="en-US" sz="1108">
                <a:solidFill>
                  <a:prstClr val="black"/>
                </a:solidFill>
                <a:latin typeface="Pretendard"/>
                <a:ea typeface="Pretendard"/>
                <a:cs typeface="Pretendard" panose="02000503000000020004" pitchFamily="50" charset="-127"/>
              </a:rPr>
              <a:t>만 톤</a:t>
            </a:r>
            <a:r>
              <a:rPr lang="en-US" altLang="ko-KR" sz="1108">
                <a:solidFill>
                  <a:prstClr val="black"/>
                </a:solidFill>
                <a:latin typeface="Pretendard"/>
                <a:ea typeface="Pretendard"/>
                <a:cs typeface="Pretendard" panose="02000503000000020004" pitchFamily="50" charset="-127"/>
              </a:rPr>
              <a:t>]</a:t>
            </a:r>
          </a:p>
        </p:txBody>
      </p: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10805760-444A-E8E1-D5FF-DF3FE75EA00A}"/>
              </a:ext>
            </a:extLst>
          </p:cNvPr>
          <p:cNvGrpSpPr/>
          <p:nvPr/>
        </p:nvGrpSpPr>
        <p:grpSpPr>
          <a:xfrm>
            <a:off x="378965" y="611511"/>
            <a:ext cx="1572873" cy="184782"/>
            <a:chOff x="826864" y="2030792"/>
            <a:chExt cx="1277959" cy="150135"/>
          </a:xfrm>
        </p:grpSpPr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FD18E40F-768D-293C-0172-271E2C26863F}"/>
                </a:ext>
              </a:extLst>
            </p:cNvPr>
            <p:cNvSpPr/>
            <p:nvPr/>
          </p:nvSpPr>
          <p:spPr>
            <a:xfrm>
              <a:off x="826864" y="2060181"/>
              <a:ext cx="111404" cy="91356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1125444">
                <a:defRPr/>
              </a:pPr>
              <a:endParaRPr lang="ko-KR" altLang="en-US" sz="1969">
                <a:solidFill>
                  <a:schemeClr val="tx1"/>
                </a:solidFill>
                <a:latin typeface="Pretendard"/>
                <a:ea typeface="Pretendard"/>
              </a:endParaRPr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E4CB2D63-893C-FAA8-B727-A4CA9827E25B}"/>
                </a:ext>
              </a:extLst>
            </p:cNvPr>
            <p:cNvSpPr/>
            <p:nvPr/>
          </p:nvSpPr>
          <p:spPr>
            <a:xfrm>
              <a:off x="937887" y="2030792"/>
              <a:ext cx="1166936" cy="15013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defTabSz="1125444" latinLnBrk="0">
                <a:defRPr/>
              </a:pPr>
              <a:r>
                <a:rPr lang="en-US" altLang="ko-KR" sz="1108">
                  <a:solidFill>
                    <a:schemeClr val="tx1"/>
                  </a:solidFill>
                  <a:latin typeface="Pretendard"/>
                  <a:ea typeface="Pretendard"/>
                  <a:cs typeface="Pretendard" panose="02000503000000020004" pitchFamily="50" charset="-127"/>
                </a:rPr>
                <a:t>Cell Maker Scrap</a:t>
              </a:r>
            </a:p>
          </p:txBody>
        </p:sp>
      </p:grp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09D665BD-A941-8AD4-D6CB-B4B97C0D51B5}"/>
              </a:ext>
            </a:extLst>
          </p:cNvPr>
          <p:cNvGrpSpPr/>
          <p:nvPr/>
        </p:nvGrpSpPr>
        <p:grpSpPr>
          <a:xfrm>
            <a:off x="378965" y="1077373"/>
            <a:ext cx="729671" cy="184782"/>
            <a:chOff x="826864" y="2501665"/>
            <a:chExt cx="592858" cy="150135"/>
          </a:xfrm>
        </p:grpSpPr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4E4A6FC5-B7CC-8FF1-287F-7470EC41031C}"/>
                </a:ext>
              </a:extLst>
            </p:cNvPr>
            <p:cNvSpPr/>
            <p:nvPr/>
          </p:nvSpPr>
          <p:spPr>
            <a:xfrm>
              <a:off x="826864" y="2531054"/>
              <a:ext cx="111404" cy="91356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1125444">
                <a:defRPr/>
              </a:pPr>
              <a:endParaRPr lang="ko-KR" altLang="en-US" sz="1969">
                <a:solidFill>
                  <a:schemeClr val="tx1"/>
                </a:solidFill>
                <a:latin typeface="Pretendard"/>
                <a:ea typeface="Pretendard"/>
              </a:endParaRPr>
            </a:p>
          </p:txBody>
        </p: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78C2B608-BDA0-A0C6-1113-04D5D724B036}"/>
                </a:ext>
              </a:extLst>
            </p:cNvPr>
            <p:cNvSpPr/>
            <p:nvPr/>
          </p:nvSpPr>
          <p:spPr>
            <a:xfrm>
              <a:off x="946766" y="2501665"/>
              <a:ext cx="472956" cy="15013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defTabSz="1125444" latinLnBrk="0">
                <a:defRPr/>
              </a:pPr>
              <a:r>
                <a:rPr lang="en-US" altLang="ko-KR" sz="1108">
                  <a:solidFill>
                    <a:schemeClr val="tx1"/>
                  </a:solidFill>
                  <a:latin typeface="Pretendard"/>
                  <a:ea typeface="Pretendard"/>
                  <a:cs typeface="Pretendard" panose="02000503000000020004" pitchFamily="50" charset="-127"/>
                </a:rPr>
                <a:t>EOLB</a:t>
              </a:r>
            </a:p>
          </p:txBody>
        </p:sp>
      </p:grp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4659E2B1-40DD-C06C-BE0C-8809D4F310B4}"/>
              </a:ext>
            </a:extLst>
          </p:cNvPr>
          <p:cNvGrpSpPr/>
          <p:nvPr/>
        </p:nvGrpSpPr>
        <p:grpSpPr>
          <a:xfrm>
            <a:off x="378966" y="844442"/>
            <a:ext cx="1183755" cy="184782"/>
            <a:chOff x="826864" y="2270707"/>
            <a:chExt cx="961801" cy="150135"/>
          </a:xfrm>
        </p:grpSpPr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C41FB3F1-F3D9-D2A2-2E9A-3813E6B40937}"/>
                </a:ext>
              </a:extLst>
            </p:cNvPr>
            <p:cNvSpPr/>
            <p:nvPr/>
          </p:nvSpPr>
          <p:spPr>
            <a:xfrm>
              <a:off x="826864" y="2300096"/>
              <a:ext cx="111404" cy="91356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1125444">
                <a:defRPr/>
              </a:pPr>
              <a:endParaRPr lang="ko-KR" altLang="en-US" sz="1969">
                <a:solidFill>
                  <a:schemeClr val="tx1"/>
                </a:solidFill>
                <a:latin typeface="Pretendard"/>
                <a:ea typeface="Pretendard"/>
              </a:endParaRPr>
            </a:p>
          </p:txBody>
        </p:sp>
        <p:sp>
          <p:nvSpPr>
            <p:cNvPr id="30" name="직사각형 29">
              <a:extLst>
                <a:ext uri="{FF2B5EF4-FFF2-40B4-BE49-F238E27FC236}">
                  <a16:creationId xmlns:a16="http://schemas.microsoft.com/office/drawing/2014/main" id="{4CCE68CF-8E9A-3255-7C01-A63D204BA55C}"/>
                </a:ext>
              </a:extLst>
            </p:cNvPr>
            <p:cNvSpPr/>
            <p:nvPr/>
          </p:nvSpPr>
          <p:spPr>
            <a:xfrm>
              <a:off x="939455" y="2270707"/>
              <a:ext cx="849210" cy="15013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defTabSz="1125444" latinLnBrk="0">
                <a:defRPr/>
              </a:pPr>
              <a:r>
                <a:rPr lang="en-US" altLang="ko-KR" sz="1108">
                  <a:solidFill>
                    <a:schemeClr val="tx1"/>
                  </a:solidFill>
                  <a:latin typeface="Pretendard"/>
                  <a:ea typeface="Pretendard"/>
                  <a:cs typeface="Pretendard" panose="02000503000000020004" pitchFamily="50" charset="-127"/>
                </a:rPr>
                <a:t>OEM Scrap</a:t>
              </a:r>
            </a:p>
          </p:txBody>
        </p:sp>
      </p:grp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DCADCBE7-ADD0-E099-209E-28329180B6BC}"/>
              </a:ext>
            </a:extLst>
          </p:cNvPr>
          <p:cNvGrpSpPr/>
          <p:nvPr/>
        </p:nvGrpSpPr>
        <p:grpSpPr>
          <a:xfrm>
            <a:off x="5303809" y="282195"/>
            <a:ext cx="2394731" cy="1903806"/>
            <a:chOff x="4198523" y="1019082"/>
            <a:chExt cx="3523859" cy="2784237"/>
          </a:xfrm>
        </p:grpSpPr>
        <p:sp>
          <p:nvSpPr>
            <p:cNvPr id="31" name="직사각형 30">
              <a:extLst>
                <a:ext uri="{FF2B5EF4-FFF2-40B4-BE49-F238E27FC236}">
                  <a16:creationId xmlns:a16="http://schemas.microsoft.com/office/drawing/2014/main" id="{E305CFBC-5953-0919-E533-8ACBD6FFDA48}"/>
                </a:ext>
              </a:extLst>
            </p:cNvPr>
            <p:cNvSpPr/>
            <p:nvPr/>
          </p:nvSpPr>
          <p:spPr>
            <a:xfrm>
              <a:off x="4198523" y="1103721"/>
              <a:ext cx="3523859" cy="2699598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1125444">
                <a:defRPr/>
              </a:pPr>
              <a:endParaRPr lang="ko-KR" altLang="en-US" sz="2215">
                <a:solidFill>
                  <a:prstClr val="white"/>
                </a:solidFill>
                <a:latin typeface="Pretendard"/>
                <a:ea typeface="Pretendard"/>
              </a:endParaRPr>
            </a:p>
          </p:txBody>
        </p:sp>
        <p:sp>
          <p:nvSpPr>
            <p:cNvPr id="32" name="내용 개체 틀 2">
              <a:extLst>
                <a:ext uri="{FF2B5EF4-FFF2-40B4-BE49-F238E27FC236}">
                  <a16:creationId xmlns:a16="http://schemas.microsoft.com/office/drawing/2014/main" id="{57E4B91A-6D60-8464-CE99-234526CAC563}"/>
                </a:ext>
              </a:extLst>
            </p:cNvPr>
            <p:cNvSpPr txBox="1">
              <a:spLocks/>
            </p:cNvSpPr>
            <p:nvPr/>
          </p:nvSpPr>
          <p:spPr>
            <a:xfrm>
              <a:off x="5216014" y="1019082"/>
              <a:ext cx="1488873" cy="304762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square" lIns="0" tIns="0" rIns="0" bIns="0" rtlCol="0" anchor="t" anchorCtr="0">
              <a:spAutoFit/>
            </a:bodyPr>
            <a:lstStyle>
              <a:lvl1pPr marL="174625" lvl="0" indent="-174625" latinLnBrk="0">
                <a:spcBef>
                  <a:spcPts val="0"/>
                </a:spcBef>
                <a:buFont typeface="Wingdings" panose="05000000000000000000" pitchFamily="2" charset="2"/>
                <a:buChar char="§"/>
                <a:defRPr sz="1400">
                  <a:latin typeface="Arial" panose="020B0604020202020204" pitchFamily="34" charset="0"/>
                  <a:cs typeface="Arial" panose="020B0604020202020204" pitchFamily="34" charset="0"/>
                </a:defRPr>
              </a:lvl1pPr>
              <a:lvl2pPr marL="363538" lvl="1" indent="-188913" latinLnBrk="0">
                <a:spcBef>
                  <a:spcPts val="0"/>
                </a:spcBef>
                <a:buFont typeface="Arial" panose="020B0604020202020204" pitchFamily="34" charset="0"/>
                <a:buChar char="–"/>
                <a:defRPr sz="1400">
                  <a:latin typeface="Arial" panose="020B0604020202020204" pitchFamily="34" charset="0"/>
                  <a:cs typeface="Arial" panose="020B0604020202020204" pitchFamily="34" charset="0"/>
                </a:defRPr>
              </a:lvl2pPr>
              <a:lvl3pPr marL="538163" lvl="2" indent="-174625" latinLnBrk="0">
                <a:spcBef>
                  <a:spcPts val="0"/>
                </a:spcBef>
                <a:buFont typeface="바탕" panose="02030600000101010101" pitchFamily="18" charset="-127"/>
                <a:buChar char="∙"/>
                <a:defRPr sz="1400">
                  <a:latin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1400">
                  <a:latin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»"/>
                <a:defRPr sz="1400">
                  <a:latin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000"/>
              </a:lvl6pPr>
              <a:lvl7pPr marL="29718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000"/>
              </a:lvl7pPr>
              <a:lvl8pPr marL="34290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000"/>
              </a:lvl8pPr>
              <a:lvl9pPr marL="38862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000"/>
              </a:lvl9pPr>
            </a:lstStyle>
            <a:p>
              <a:pPr marL="0" indent="0" algn="ctr" defTabSz="1125444">
                <a:buNone/>
                <a:defRPr/>
              </a:pPr>
              <a:r>
                <a:rPr lang="ko-KR" altLang="en-US" sz="1354" b="1" spc="-37" dirty="0">
                  <a:solidFill>
                    <a:prstClr val="black"/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글 박스</a:t>
              </a:r>
            </a:p>
          </p:txBody>
        </p:sp>
      </p:grpSp>
      <p:pic>
        <p:nvPicPr>
          <p:cNvPr id="3" name="그림 2">
            <a:extLst>
              <a:ext uri="{FF2B5EF4-FFF2-40B4-BE49-F238E27FC236}">
                <a16:creationId xmlns:a16="http://schemas.microsoft.com/office/drawing/2014/main" id="{FFF4F969-C8A7-E982-C964-962C83A1B948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30492" y="1882202"/>
            <a:ext cx="4329473" cy="2918831"/>
          </a:xfrm>
          <a:prstGeom prst="rect">
            <a:avLst/>
          </a:prstGeom>
        </p:spPr>
      </p:pic>
      <p:sp>
        <p:nvSpPr>
          <p:cNvPr id="34" name="직사각형 33">
            <a:extLst>
              <a:ext uri="{FF2B5EF4-FFF2-40B4-BE49-F238E27FC236}">
                <a16:creationId xmlns:a16="http://schemas.microsoft.com/office/drawing/2014/main" id="{7B7C43BD-1F96-D8F8-3B9C-9AB22BACC940}"/>
              </a:ext>
            </a:extLst>
          </p:cNvPr>
          <p:cNvSpPr/>
          <p:nvPr/>
        </p:nvSpPr>
        <p:spPr>
          <a:xfrm>
            <a:off x="8125265" y="318126"/>
            <a:ext cx="3636245" cy="1867874"/>
          </a:xfrm>
          <a:prstGeom prst="rect">
            <a:avLst/>
          </a:prstGeom>
          <a:solidFill>
            <a:srgbClr val="61A5C2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0" rIns="0" rtlCol="0" anchor="ctr"/>
          <a:lstStyle/>
          <a:p>
            <a:pPr algn="ctr" defTabSz="457211" latinLnBrk="0"/>
            <a:endParaRPr lang="en-US" altLang="ko-KR" sz="1477" kern="0">
              <a:solidFill>
                <a:srgbClr val="01497C"/>
              </a:solidFill>
              <a:latin typeface="Pretendard" panose="02000503000000020004" pitchFamily="50" charset="-127"/>
              <a:ea typeface="Pretendard" panose="02000503000000020004" pitchFamily="50" charset="-127"/>
            </a:endParaRPr>
          </a:p>
        </p:txBody>
      </p:sp>
      <p:sp>
        <p:nvSpPr>
          <p:cNvPr id="39" name="텍스트 개체 틀 2">
            <a:extLst>
              <a:ext uri="{FF2B5EF4-FFF2-40B4-BE49-F238E27FC236}">
                <a16:creationId xmlns:a16="http://schemas.microsoft.com/office/drawing/2014/main" id="{C240F843-BEF7-B96B-5852-61A6110D5A6D}"/>
              </a:ext>
            </a:extLst>
          </p:cNvPr>
          <p:cNvSpPr txBox="1">
            <a:spLocks/>
          </p:cNvSpPr>
          <p:nvPr/>
        </p:nvSpPr>
        <p:spPr>
          <a:xfrm>
            <a:off x="8521641" y="523567"/>
            <a:ext cx="3024375" cy="681918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marL="130969" indent="-130969" algn="l" defTabSz="685800" rtl="0" eaLnBrk="1" latinLnBrk="0" hangingPunct="1">
              <a:spcBef>
                <a:spcPts val="0"/>
              </a:spcBef>
              <a:buFont typeface="Wingdings" panose="05000000000000000000" pitchFamily="2" charset="2"/>
              <a:buChar char="§"/>
              <a:defRPr sz="1200" kern="120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1pPr>
            <a:lvl2pPr marL="272654" indent="-141685" algn="l" defTabSz="685800" rtl="0" eaLnBrk="1" latinLnBrk="0" hangingPunct="1">
              <a:spcBef>
                <a:spcPts val="0"/>
              </a:spcBef>
              <a:buFont typeface="Arial" panose="020B0604020202020204" pitchFamily="34" charset="0"/>
              <a:buChar char="-"/>
              <a:defRPr sz="1200" kern="120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2pPr>
            <a:lvl3pPr marL="403622" indent="-130969" algn="l" defTabSz="685800" rtl="0" eaLnBrk="1" latinLnBrk="0" hangingPunct="1">
              <a:spcBef>
                <a:spcPts val="0"/>
              </a:spcBef>
              <a:buFont typeface="바탕" panose="02030600000101010101" pitchFamily="18" charset="-127"/>
              <a:buChar char="∙"/>
              <a:defRPr sz="1200" kern="120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3pPr>
            <a:lvl4pPr marL="12001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105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5430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105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18859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1477" b="1" dirty="0"/>
              <a:t>마스터 텍스트 스타일을 편집합니다</a:t>
            </a:r>
          </a:p>
          <a:p>
            <a:pPr lvl="1"/>
            <a:r>
              <a:rPr lang="ko-KR" altLang="en-US" sz="1477" dirty="0"/>
              <a:t>둘째 수준</a:t>
            </a:r>
          </a:p>
          <a:p>
            <a:pPr lvl="2"/>
            <a:r>
              <a:rPr lang="ko-KR" altLang="en-US" sz="1477" dirty="0"/>
              <a:t>셋째 수준</a:t>
            </a: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2F3ECF91-80C3-EF22-6014-B45B4213373D}"/>
              </a:ext>
            </a:extLst>
          </p:cNvPr>
          <p:cNvSpPr/>
          <p:nvPr/>
        </p:nvSpPr>
        <p:spPr>
          <a:xfrm>
            <a:off x="8402776" y="516643"/>
            <a:ext cx="221538" cy="221538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354" b="1" dirty="0">
                <a:latin typeface="Pretendard" panose="02000503000000020004" pitchFamily="50" charset="-127"/>
                <a:ea typeface="Pretendard" panose="02000503000000020004" pitchFamily="50" charset="-127"/>
              </a:rPr>
              <a:t>1</a:t>
            </a:r>
            <a:endParaRPr lang="ko-KR" altLang="en-US" sz="1354" b="1" dirty="0">
              <a:latin typeface="Pretendard" panose="02000503000000020004" pitchFamily="50" charset="-127"/>
              <a:ea typeface="Pretendard" panose="02000503000000020004" pitchFamily="50" charset="-127"/>
            </a:endParaRPr>
          </a:p>
        </p:txBody>
      </p:sp>
      <p:sp>
        <p:nvSpPr>
          <p:cNvPr id="43" name="텍스트 개체 틀 2">
            <a:extLst>
              <a:ext uri="{FF2B5EF4-FFF2-40B4-BE49-F238E27FC236}">
                <a16:creationId xmlns:a16="http://schemas.microsoft.com/office/drawing/2014/main" id="{847C41F2-5E8D-0C94-8CC0-7D73D996EBEB}"/>
              </a:ext>
            </a:extLst>
          </p:cNvPr>
          <p:cNvSpPr txBox="1">
            <a:spLocks/>
          </p:cNvSpPr>
          <p:nvPr/>
        </p:nvSpPr>
        <p:spPr>
          <a:xfrm>
            <a:off x="8521641" y="1297504"/>
            <a:ext cx="3024375" cy="681918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marL="130969" indent="-130969" algn="l" defTabSz="685800" rtl="0" eaLnBrk="1" latinLnBrk="0" hangingPunct="1">
              <a:spcBef>
                <a:spcPts val="0"/>
              </a:spcBef>
              <a:buFont typeface="Wingdings" panose="05000000000000000000" pitchFamily="2" charset="2"/>
              <a:buChar char="§"/>
              <a:defRPr sz="1200" kern="120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1pPr>
            <a:lvl2pPr marL="272654" indent="-141685" algn="l" defTabSz="685800" rtl="0" eaLnBrk="1" latinLnBrk="0" hangingPunct="1">
              <a:spcBef>
                <a:spcPts val="0"/>
              </a:spcBef>
              <a:buFont typeface="Arial" panose="020B0604020202020204" pitchFamily="34" charset="0"/>
              <a:buChar char="-"/>
              <a:defRPr sz="1200" kern="120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2pPr>
            <a:lvl3pPr marL="403622" indent="-130969" algn="l" defTabSz="685800" rtl="0" eaLnBrk="1" latinLnBrk="0" hangingPunct="1">
              <a:spcBef>
                <a:spcPts val="0"/>
              </a:spcBef>
              <a:buFont typeface="바탕" panose="02030600000101010101" pitchFamily="18" charset="-127"/>
              <a:buChar char="∙"/>
              <a:defRPr sz="1200" kern="120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3pPr>
            <a:lvl4pPr marL="12001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105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5430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105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18859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1477" b="1" dirty="0"/>
              <a:t>마스터 텍스트 스타일을 편집합니다</a:t>
            </a:r>
          </a:p>
          <a:p>
            <a:pPr lvl="1"/>
            <a:r>
              <a:rPr lang="ko-KR" altLang="en-US" sz="1477" dirty="0"/>
              <a:t>둘째 수준</a:t>
            </a:r>
          </a:p>
          <a:p>
            <a:pPr lvl="2"/>
            <a:r>
              <a:rPr lang="ko-KR" altLang="en-US" sz="1477" dirty="0"/>
              <a:t>셋째 수준</a:t>
            </a: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846E5CDF-BE0B-AB40-A800-EA324E3C4393}"/>
              </a:ext>
            </a:extLst>
          </p:cNvPr>
          <p:cNvSpPr/>
          <p:nvPr/>
        </p:nvSpPr>
        <p:spPr>
          <a:xfrm>
            <a:off x="8402776" y="1290581"/>
            <a:ext cx="221538" cy="221538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354" b="1" dirty="0">
                <a:latin typeface="Pretendard" panose="02000503000000020004" pitchFamily="50" charset="-127"/>
                <a:ea typeface="Pretendard" panose="02000503000000020004" pitchFamily="50" charset="-127"/>
              </a:rPr>
              <a:t>2</a:t>
            </a:r>
            <a:endParaRPr lang="ko-KR" altLang="en-US" sz="1354" b="1" dirty="0">
              <a:latin typeface="Pretendard" panose="02000503000000020004" pitchFamily="50" charset="-127"/>
              <a:ea typeface="Pretendard" panose="02000503000000020004" pitchFamily="50" charset="-127"/>
            </a:endParaRPr>
          </a:p>
        </p:txBody>
      </p:sp>
      <p:sp>
        <p:nvSpPr>
          <p:cNvPr id="45" name="Rectangle: Rounded Corners 76">
            <a:extLst>
              <a:ext uri="{FF2B5EF4-FFF2-40B4-BE49-F238E27FC236}">
                <a16:creationId xmlns:a16="http://schemas.microsoft.com/office/drawing/2014/main" id="{27263F54-7477-AC65-AC4E-542686C84533}"/>
              </a:ext>
            </a:extLst>
          </p:cNvPr>
          <p:cNvSpPr/>
          <p:nvPr/>
        </p:nvSpPr>
        <p:spPr>
          <a:xfrm rot="16200000">
            <a:off x="4666767" y="3092422"/>
            <a:ext cx="2257058" cy="953902"/>
          </a:xfrm>
          <a:prstGeom prst="round2SameRect">
            <a:avLst>
              <a:gd name="adj1" fmla="val 2511"/>
              <a:gd name="adj2" fmla="val 0"/>
            </a:avLst>
          </a:prstGeom>
          <a:solidFill>
            <a:srgbClr val="DFEDF3">
              <a:alpha val="50196"/>
            </a:srgbClr>
          </a:solidFill>
          <a:ln w="9525" cap="rnd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latinLnBrk="0"/>
            <a:endParaRPr lang="en-US" sz="1354" kern="0">
              <a:latin typeface="+mn-ea"/>
            </a:endParaRPr>
          </a:p>
        </p:txBody>
      </p:sp>
      <p:sp>
        <p:nvSpPr>
          <p:cNvPr id="48" name="Rectangle: Rounded Corners 80">
            <a:extLst>
              <a:ext uri="{FF2B5EF4-FFF2-40B4-BE49-F238E27FC236}">
                <a16:creationId xmlns:a16="http://schemas.microsoft.com/office/drawing/2014/main" id="{2DF613FF-9D5D-708D-F4CC-289662072B10}"/>
              </a:ext>
            </a:extLst>
          </p:cNvPr>
          <p:cNvSpPr/>
          <p:nvPr/>
        </p:nvSpPr>
        <p:spPr>
          <a:xfrm>
            <a:off x="5318341" y="4411170"/>
            <a:ext cx="961935" cy="323402"/>
          </a:xfrm>
          <a:prstGeom prst="rect">
            <a:avLst/>
          </a:prstGeom>
          <a:solidFill>
            <a:schemeClr val="accent5"/>
          </a:solidFill>
          <a:ln w="9525" cap="rnd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o-KR" altLang="en-US" sz="1354" b="1">
                <a:solidFill>
                  <a:srgbClr val="FFFFFF"/>
                </a:solidFill>
              </a:rPr>
              <a:t>회수</a:t>
            </a:r>
            <a:r>
              <a:rPr lang="en-US" altLang="ko-KR" sz="1354" b="1">
                <a:solidFill>
                  <a:srgbClr val="FFFFFF"/>
                </a:solidFill>
              </a:rPr>
              <a:t>/</a:t>
            </a:r>
            <a:r>
              <a:rPr lang="ko-KR" altLang="en-US" sz="1354" b="1">
                <a:solidFill>
                  <a:srgbClr val="FFFFFF"/>
                </a:solidFill>
              </a:rPr>
              <a:t>처리</a:t>
            </a:r>
          </a:p>
        </p:txBody>
      </p:sp>
      <p:cxnSp>
        <p:nvCxnSpPr>
          <p:cNvPr id="49" name="직선 화살표 연결선 505">
            <a:extLst>
              <a:ext uri="{FF2B5EF4-FFF2-40B4-BE49-F238E27FC236}">
                <a16:creationId xmlns:a16="http://schemas.microsoft.com/office/drawing/2014/main" id="{A50B6355-2AC8-9881-F8E2-B37DBB57A893}"/>
              </a:ext>
            </a:extLst>
          </p:cNvPr>
          <p:cNvCxnSpPr>
            <a:cxnSpLocks/>
            <a:stCxn id="46" idx="2"/>
            <a:endCxn id="47" idx="0"/>
          </p:cNvCxnSpPr>
          <p:nvPr/>
        </p:nvCxnSpPr>
        <p:spPr>
          <a:xfrm>
            <a:off x="5799308" y="2654627"/>
            <a:ext cx="0" cy="1117248"/>
          </a:xfrm>
          <a:prstGeom prst="straightConnector1">
            <a:avLst/>
          </a:prstGeom>
          <a:ln w="31750" cap="rnd">
            <a:gradFill flip="none" rotWithShape="1">
              <a:gsLst>
                <a:gs pos="0">
                  <a:schemeClr val="accent1"/>
                </a:gs>
                <a:gs pos="86000">
                  <a:schemeClr val="accent5"/>
                </a:gs>
              </a:gsLst>
              <a:lin ang="5400000" scaled="1"/>
              <a:tileRect/>
            </a:gradFill>
            <a:prstDash val="sysDot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직선 화살표 연결선 509">
            <a:extLst>
              <a:ext uri="{FF2B5EF4-FFF2-40B4-BE49-F238E27FC236}">
                <a16:creationId xmlns:a16="http://schemas.microsoft.com/office/drawing/2014/main" id="{472A34B1-0F8B-31BA-7D40-48375AD144D6}"/>
              </a:ext>
            </a:extLst>
          </p:cNvPr>
          <p:cNvCxnSpPr>
            <a:cxnSpLocks/>
            <a:stCxn id="47" idx="2"/>
            <a:endCxn id="48" idx="0"/>
          </p:cNvCxnSpPr>
          <p:nvPr/>
        </p:nvCxnSpPr>
        <p:spPr>
          <a:xfrm>
            <a:off x="5799308" y="4095277"/>
            <a:ext cx="0" cy="315894"/>
          </a:xfrm>
          <a:prstGeom prst="straightConnector1">
            <a:avLst/>
          </a:prstGeom>
          <a:ln w="31750" cap="rnd">
            <a:gradFill flip="none" rotWithShape="1">
              <a:gsLst>
                <a:gs pos="0">
                  <a:schemeClr val="accent1"/>
                </a:gs>
                <a:gs pos="86000">
                  <a:schemeClr val="accent5"/>
                </a:gs>
              </a:gsLst>
              <a:lin ang="5400000" scaled="1"/>
              <a:tileRect/>
            </a:gradFill>
            <a:prstDash val="sysDot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Rectangle: Rounded Corners 80">
            <a:extLst>
              <a:ext uri="{FF2B5EF4-FFF2-40B4-BE49-F238E27FC236}">
                <a16:creationId xmlns:a16="http://schemas.microsoft.com/office/drawing/2014/main" id="{4424633F-4DAD-D1E5-B491-D6F4519D3B03}"/>
              </a:ext>
            </a:extLst>
          </p:cNvPr>
          <p:cNvSpPr/>
          <p:nvPr/>
        </p:nvSpPr>
        <p:spPr>
          <a:xfrm>
            <a:off x="5318341" y="3771875"/>
            <a:ext cx="961935" cy="323402"/>
          </a:xfrm>
          <a:prstGeom prst="rect">
            <a:avLst/>
          </a:prstGeom>
          <a:solidFill>
            <a:schemeClr val="accent5"/>
          </a:solidFill>
          <a:ln w="9525" cap="rnd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o-KR" altLang="en-US" sz="1354" b="1">
                <a:solidFill>
                  <a:srgbClr val="FFFFFF"/>
                </a:solidFill>
              </a:rPr>
              <a:t>유지</a:t>
            </a:r>
            <a:r>
              <a:rPr lang="en-US" altLang="ko-KR" sz="1354" b="1">
                <a:solidFill>
                  <a:srgbClr val="FFFFFF"/>
                </a:solidFill>
              </a:rPr>
              <a:t>/</a:t>
            </a:r>
            <a:r>
              <a:rPr lang="ko-KR" altLang="en-US" sz="1354" b="1">
                <a:solidFill>
                  <a:srgbClr val="FFFFFF"/>
                </a:solidFill>
              </a:rPr>
              <a:t>보수</a:t>
            </a:r>
          </a:p>
        </p:txBody>
      </p:sp>
      <p:sp>
        <p:nvSpPr>
          <p:cNvPr id="46" name="Rectangle: Rounded Corners 80">
            <a:extLst>
              <a:ext uri="{FF2B5EF4-FFF2-40B4-BE49-F238E27FC236}">
                <a16:creationId xmlns:a16="http://schemas.microsoft.com/office/drawing/2014/main" id="{A7B959F5-19AF-131C-3091-B5A3A078A31D}"/>
              </a:ext>
            </a:extLst>
          </p:cNvPr>
          <p:cNvSpPr/>
          <p:nvPr/>
        </p:nvSpPr>
        <p:spPr>
          <a:xfrm>
            <a:off x="5318341" y="2331225"/>
            <a:ext cx="961935" cy="323402"/>
          </a:xfrm>
          <a:prstGeom prst="rect">
            <a:avLst/>
          </a:prstGeom>
          <a:solidFill>
            <a:schemeClr val="accent5"/>
          </a:solidFill>
          <a:ln w="9525" cap="rnd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o-KR" altLang="en-US" sz="1354" b="1" dirty="0">
                <a:solidFill>
                  <a:srgbClr val="FFFFFF"/>
                </a:solidFill>
              </a:rPr>
              <a:t>기기 공급</a:t>
            </a:r>
          </a:p>
        </p:txBody>
      </p:sp>
      <p:sp>
        <p:nvSpPr>
          <p:cNvPr id="52" name="Oval 20">
            <a:extLst>
              <a:ext uri="{FF2B5EF4-FFF2-40B4-BE49-F238E27FC236}">
                <a16:creationId xmlns:a16="http://schemas.microsoft.com/office/drawing/2014/main" id="{2867627F-FD74-BC90-4A8A-CC9C625111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74407" y="2326809"/>
            <a:ext cx="354462" cy="35446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/>
          <a:p>
            <a:pPr algn="ctr">
              <a:buSzPts val="1600"/>
            </a:pPr>
            <a:r>
              <a:rPr lang="en-US" sz="1354">
                <a:solidFill>
                  <a:schemeClr val="bg1"/>
                </a:solidFill>
                <a:ea typeface="카이겐고딕 KR Medium" panose="020B0602020203020207" pitchFamily="34" charset="-128"/>
              </a:rPr>
              <a:t>H</a:t>
            </a:r>
          </a:p>
        </p:txBody>
      </p:sp>
      <p:sp>
        <p:nvSpPr>
          <p:cNvPr id="53" name="Oval 20">
            <a:extLst>
              <a:ext uri="{FF2B5EF4-FFF2-40B4-BE49-F238E27FC236}">
                <a16:creationId xmlns:a16="http://schemas.microsoft.com/office/drawing/2014/main" id="{6C6AFFA1-9B32-3A3C-CAAC-DF94C8A0B6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74407" y="4395640"/>
            <a:ext cx="354462" cy="354462"/>
          </a:xfrm>
          <a:prstGeom prst="ellipse">
            <a:avLst/>
          </a:prstGeom>
          <a:solidFill>
            <a:srgbClr val="E71C57"/>
          </a:solidFill>
          <a:ln>
            <a:noFill/>
          </a:ln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/>
          <a:p>
            <a:pPr algn="ctr">
              <a:buSzPts val="1600"/>
            </a:pPr>
            <a:r>
              <a:rPr lang="en-US" sz="1354">
                <a:solidFill>
                  <a:schemeClr val="bg1"/>
                </a:solidFill>
                <a:ea typeface="카이겐고딕 KR Medium" panose="020B0602020203020207" pitchFamily="34" charset="-128"/>
              </a:rPr>
              <a:t>L</a:t>
            </a:r>
          </a:p>
        </p:txBody>
      </p:sp>
      <p:sp>
        <p:nvSpPr>
          <p:cNvPr id="54" name="Oval 20">
            <a:extLst>
              <a:ext uri="{FF2B5EF4-FFF2-40B4-BE49-F238E27FC236}">
                <a16:creationId xmlns:a16="http://schemas.microsoft.com/office/drawing/2014/main" id="{AED88CBA-3F7C-CA7A-5A77-43809FD224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69816" y="3361225"/>
            <a:ext cx="354462" cy="354462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/>
          <a:p>
            <a:pPr algn="ctr">
              <a:buSzPts val="1600"/>
            </a:pPr>
            <a:r>
              <a:rPr lang="en-US" sz="1354" dirty="0">
                <a:solidFill>
                  <a:schemeClr val="bg1"/>
                </a:solidFill>
                <a:ea typeface="카이겐고딕 KR Medium" panose="020B0602020203020207" pitchFamily="34" charset="-128"/>
              </a:rPr>
              <a:t>M</a:t>
            </a:r>
          </a:p>
        </p:txBody>
      </p:sp>
      <p:sp>
        <p:nvSpPr>
          <p:cNvPr id="55" name="Freeform: Shape 17">
            <a:extLst>
              <a:ext uri="{FF2B5EF4-FFF2-40B4-BE49-F238E27FC236}">
                <a16:creationId xmlns:a16="http://schemas.microsoft.com/office/drawing/2014/main" id="{12A5B519-029F-A436-3617-A897D1338B1B}"/>
              </a:ext>
            </a:extLst>
          </p:cNvPr>
          <p:cNvSpPr/>
          <p:nvPr/>
        </p:nvSpPr>
        <p:spPr>
          <a:xfrm>
            <a:off x="7301174" y="2386668"/>
            <a:ext cx="3066129" cy="355388"/>
          </a:xfrm>
          <a:custGeom>
            <a:avLst/>
            <a:gdLst>
              <a:gd name="connsiteX0" fmla="*/ 104746 w 3799207"/>
              <a:gd name="connsiteY0" fmla="*/ 0 h 628462"/>
              <a:gd name="connsiteX1" fmla="*/ 580897 w 3799207"/>
              <a:gd name="connsiteY1" fmla="*/ 0 h 628462"/>
              <a:gd name="connsiteX2" fmla="*/ 2981253 w 3799207"/>
              <a:gd name="connsiteY2" fmla="*/ 0 h 628462"/>
              <a:gd name="connsiteX3" fmla="*/ 3457404 w 3799207"/>
              <a:gd name="connsiteY3" fmla="*/ 0 h 628462"/>
              <a:gd name="connsiteX4" fmla="*/ 3553919 w 3799207"/>
              <a:gd name="connsiteY4" fmla="*/ 63974 h 628462"/>
              <a:gd name="connsiteX5" fmla="*/ 3799207 w 3799207"/>
              <a:gd name="connsiteY5" fmla="*/ 628462 h 628462"/>
              <a:gd name="connsiteX6" fmla="*/ 3562150 w 3799207"/>
              <a:gd name="connsiteY6" fmla="*/ 628462 h 628462"/>
              <a:gd name="connsiteX7" fmla="*/ 3559872 w 3799207"/>
              <a:gd name="connsiteY7" fmla="*/ 628462 h 628462"/>
              <a:gd name="connsiteX8" fmla="*/ 3323056 w 3799207"/>
              <a:gd name="connsiteY8" fmla="*/ 628462 h 628462"/>
              <a:gd name="connsiteX9" fmla="*/ 3085999 w 3799207"/>
              <a:gd name="connsiteY9" fmla="*/ 628462 h 628462"/>
              <a:gd name="connsiteX10" fmla="*/ 3083721 w 3799207"/>
              <a:gd name="connsiteY10" fmla="*/ 628462 h 628462"/>
              <a:gd name="connsiteX11" fmla="*/ 476151 w 3799207"/>
              <a:gd name="connsiteY11" fmla="*/ 628462 h 628462"/>
              <a:gd name="connsiteX12" fmla="*/ 0 w 3799207"/>
              <a:gd name="connsiteY12" fmla="*/ 628462 h 628462"/>
              <a:gd name="connsiteX13" fmla="*/ 0 w 3799207"/>
              <a:gd name="connsiteY13" fmla="*/ 104746 h 628462"/>
              <a:gd name="connsiteX14" fmla="*/ 104746 w 3799207"/>
              <a:gd name="connsiteY14" fmla="*/ 0 h 6284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3799207" h="628462">
                <a:moveTo>
                  <a:pt x="104746" y="0"/>
                </a:moveTo>
                <a:lnTo>
                  <a:pt x="580897" y="0"/>
                </a:lnTo>
                <a:lnTo>
                  <a:pt x="2981253" y="0"/>
                </a:lnTo>
                <a:lnTo>
                  <a:pt x="3457404" y="0"/>
                </a:lnTo>
                <a:cubicBezTo>
                  <a:pt x="3500792" y="0"/>
                  <a:pt x="3538018" y="26379"/>
                  <a:pt x="3553919" y="63974"/>
                </a:cubicBezTo>
                <a:lnTo>
                  <a:pt x="3799207" y="628462"/>
                </a:lnTo>
                <a:lnTo>
                  <a:pt x="3562150" y="628462"/>
                </a:lnTo>
                <a:lnTo>
                  <a:pt x="3559872" y="628462"/>
                </a:lnTo>
                <a:lnTo>
                  <a:pt x="3323056" y="628462"/>
                </a:lnTo>
                <a:lnTo>
                  <a:pt x="3085999" y="628462"/>
                </a:lnTo>
                <a:lnTo>
                  <a:pt x="3083721" y="628462"/>
                </a:lnTo>
                <a:lnTo>
                  <a:pt x="476151" y="628462"/>
                </a:lnTo>
                <a:lnTo>
                  <a:pt x="0" y="628462"/>
                </a:lnTo>
                <a:lnTo>
                  <a:pt x="0" y="104746"/>
                </a:lnTo>
                <a:cubicBezTo>
                  <a:pt x="0" y="46896"/>
                  <a:pt x="46896" y="0"/>
                  <a:pt x="104746" y="0"/>
                </a:cubicBezTo>
                <a:close/>
              </a:path>
            </a:pathLst>
          </a:custGeom>
          <a:solidFill>
            <a:schemeClr val="accent6"/>
          </a:solidFill>
        </p:spPr>
        <p:txBody>
          <a:bodyPr vert="horz" wrap="square" lIns="310154" tIns="0" rIns="0" bIns="44308" anchor="ctr">
            <a:noAutofit/>
          </a:bodyPr>
          <a:lstStyle/>
          <a:p>
            <a:r>
              <a:rPr lang="ko-KR" altLang="en-US" sz="1723" b="1">
                <a:solidFill>
                  <a:srgbClr val="FFFFFF"/>
                </a:solidFill>
              </a:rPr>
              <a:t>사업모델</a:t>
            </a:r>
          </a:p>
        </p:txBody>
      </p:sp>
      <p:cxnSp>
        <p:nvCxnSpPr>
          <p:cNvPr id="57" name="Straight Connector 13">
            <a:extLst>
              <a:ext uri="{FF2B5EF4-FFF2-40B4-BE49-F238E27FC236}">
                <a16:creationId xmlns:a16="http://schemas.microsoft.com/office/drawing/2014/main" id="{71FC8383-C4AE-4B56-6E37-3000770C08A4}"/>
              </a:ext>
            </a:extLst>
          </p:cNvPr>
          <p:cNvCxnSpPr>
            <a:cxnSpLocks/>
          </p:cNvCxnSpPr>
          <p:nvPr>
            <p:custDataLst>
              <p:tags r:id="rId1"/>
            </p:custDataLst>
          </p:nvPr>
        </p:nvCxnSpPr>
        <p:spPr>
          <a:xfrm>
            <a:off x="7530724" y="2956777"/>
            <a:ext cx="4230785" cy="0"/>
          </a:xfrm>
          <a:prstGeom prst="line">
            <a:avLst/>
          </a:prstGeom>
          <a:ln w="19050">
            <a:solidFill>
              <a:schemeClr val="accent6"/>
            </a:solidFill>
            <a:prstDash val="sysDot"/>
            <a:headEnd type="oval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Rectangle: Rounded Corners 80">
            <a:extLst>
              <a:ext uri="{FF2B5EF4-FFF2-40B4-BE49-F238E27FC236}">
                <a16:creationId xmlns:a16="http://schemas.microsoft.com/office/drawing/2014/main" id="{68D9EED5-072D-E29F-4920-C814EFE22BC9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8769297" y="2855794"/>
            <a:ext cx="1753637" cy="201968"/>
          </a:xfrm>
          <a:prstGeom prst="rect">
            <a:avLst/>
          </a:prstGeom>
          <a:solidFill>
            <a:srgbClr val="FFFFFF"/>
          </a:solidFill>
          <a:ln w="9525" cap="rnd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1477" b="1" dirty="0">
                <a:solidFill>
                  <a:schemeClr val="accent6"/>
                </a:solidFill>
              </a:rPr>
              <a:t>Value Chain</a:t>
            </a:r>
          </a:p>
        </p:txBody>
      </p:sp>
      <p:sp>
        <p:nvSpPr>
          <p:cNvPr id="61" name="화살표: 오각형 60">
            <a:extLst>
              <a:ext uri="{FF2B5EF4-FFF2-40B4-BE49-F238E27FC236}">
                <a16:creationId xmlns:a16="http://schemas.microsoft.com/office/drawing/2014/main" id="{C96EFE34-438B-4BC2-7FF8-B5C47A560009}"/>
              </a:ext>
            </a:extLst>
          </p:cNvPr>
          <p:cNvSpPr/>
          <p:nvPr/>
        </p:nvSpPr>
        <p:spPr>
          <a:xfrm>
            <a:off x="7481053" y="3181735"/>
            <a:ext cx="1239321" cy="369893"/>
          </a:xfrm>
          <a:prstGeom prst="homePlate">
            <a:avLst>
              <a:gd name="adj" fmla="val 24547"/>
            </a:avLst>
          </a:prstGeom>
          <a:solidFill>
            <a:schemeClr val="accent4"/>
          </a:solidFill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1477" b="1" dirty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</a:rPr>
              <a:t>가나다</a:t>
            </a:r>
          </a:p>
        </p:txBody>
      </p:sp>
      <p:sp>
        <p:nvSpPr>
          <p:cNvPr id="65" name="직사각형 64">
            <a:extLst>
              <a:ext uri="{FF2B5EF4-FFF2-40B4-BE49-F238E27FC236}">
                <a16:creationId xmlns:a16="http://schemas.microsoft.com/office/drawing/2014/main" id="{C9734C8F-37F4-7856-94E8-8A99B2E77F10}"/>
              </a:ext>
            </a:extLst>
          </p:cNvPr>
          <p:cNvSpPr/>
          <p:nvPr/>
        </p:nvSpPr>
        <p:spPr>
          <a:xfrm>
            <a:off x="7486358" y="3526350"/>
            <a:ext cx="4275151" cy="962939"/>
          </a:xfrm>
          <a:prstGeom prst="rect">
            <a:avLst/>
          </a:prstGeom>
          <a:solidFill>
            <a:srgbClr val="61A5C2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0" rIns="0" rtlCol="0" anchor="ctr"/>
          <a:lstStyle/>
          <a:p>
            <a:pPr algn="ctr" defTabSz="457211" latinLnBrk="0"/>
            <a:endParaRPr lang="ko-KR" altLang="en-US" sz="1477" kern="0" dirty="0">
              <a:solidFill>
                <a:srgbClr val="01497C"/>
              </a:solidFill>
              <a:latin typeface="Pretendard" panose="02000503000000020004" pitchFamily="50" charset="-127"/>
              <a:ea typeface="Pretendard" panose="02000503000000020004" pitchFamily="50" charset="-127"/>
            </a:endParaRPr>
          </a:p>
        </p:txBody>
      </p:sp>
      <p:pic>
        <p:nvPicPr>
          <p:cNvPr id="66" name="Picture 62">
            <a:extLst>
              <a:ext uri="{FF2B5EF4-FFF2-40B4-BE49-F238E27FC236}">
                <a16:creationId xmlns:a16="http://schemas.microsoft.com/office/drawing/2014/main" id="{60C65291-652C-812E-FFDA-907B6C969F89}"/>
              </a:ext>
            </a:extLst>
          </p:cNvPr>
          <p:cNvPicPr>
            <a:picLocks noChangeAspect="1"/>
          </p:cNvPicPr>
          <p:nvPr/>
        </p:nvPicPr>
        <p:blipFill>
          <a:blip r:embed="rId11">
            <a:biLevel thresh="75000"/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rightnessContrast bright="2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5400000">
            <a:off x="8250932" y="3973278"/>
            <a:ext cx="1019077" cy="114324"/>
          </a:xfrm>
          <a:prstGeom prst="rect">
            <a:avLst/>
          </a:prstGeom>
        </p:spPr>
      </p:pic>
      <p:pic>
        <p:nvPicPr>
          <p:cNvPr id="67" name="Picture 62">
            <a:extLst>
              <a:ext uri="{FF2B5EF4-FFF2-40B4-BE49-F238E27FC236}">
                <a16:creationId xmlns:a16="http://schemas.microsoft.com/office/drawing/2014/main" id="{D13C9155-8866-818C-9DEB-2C619F0AB3D1}"/>
              </a:ext>
            </a:extLst>
          </p:cNvPr>
          <p:cNvPicPr>
            <a:picLocks noChangeAspect="1"/>
          </p:cNvPicPr>
          <p:nvPr/>
        </p:nvPicPr>
        <p:blipFill>
          <a:blip r:embed="rId11">
            <a:biLevel thresh="75000"/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rightnessContrast bright="2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5400000">
            <a:off x="9289070" y="3973278"/>
            <a:ext cx="1019077" cy="114324"/>
          </a:xfrm>
          <a:prstGeom prst="rect">
            <a:avLst/>
          </a:prstGeom>
        </p:spPr>
      </p:pic>
      <p:pic>
        <p:nvPicPr>
          <p:cNvPr id="68" name="Picture 62">
            <a:extLst>
              <a:ext uri="{FF2B5EF4-FFF2-40B4-BE49-F238E27FC236}">
                <a16:creationId xmlns:a16="http://schemas.microsoft.com/office/drawing/2014/main" id="{3ADFCC3C-F7B5-B316-77B4-73D001EF3D2C}"/>
              </a:ext>
            </a:extLst>
          </p:cNvPr>
          <p:cNvPicPr>
            <a:picLocks noChangeAspect="1"/>
          </p:cNvPicPr>
          <p:nvPr/>
        </p:nvPicPr>
        <p:blipFill>
          <a:blip r:embed="rId11">
            <a:biLevel thresh="75000"/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rightnessContrast bright="2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5400000">
            <a:off x="10297817" y="3973278"/>
            <a:ext cx="1019077" cy="114324"/>
          </a:xfrm>
          <a:prstGeom prst="rect">
            <a:avLst/>
          </a:prstGeom>
        </p:spPr>
      </p:pic>
      <p:grpSp>
        <p:nvGrpSpPr>
          <p:cNvPr id="108" name="그룹 107">
            <a:extLst>
              <a:ext uri="{FF2B5EF4-FFF2-40B4-BE49-F238E27FC236}">
                <a16:creationId xmlns:a16="http://schemas.microsoft.com/office/drawing/2014/main" id="{064ED561-C495-498D-1E46-7DE6A43A9F10}"/>
              </a:ext>
            </a:extLst>
          </p:cNvPr>
          <p:cNvGrpSpPr/>
          <p:nvPr/>
        </p:nvGrpSpPr>
        <p:grpSpPr>
          <a:xfrm>
            <a:off x="366880" y="5055634"/>
            <a:ext cx="5654263" cy="2325370"/>
            <a:chOff x="298089" y="4869455"/>
            <a:chExt cx="5211633" cy="2505186"/>
          </a:xfrm>
        </p:grpSpPr>
        <p:sp>
          <p:nvSpPr>
            <p:cNvPr id="69" name="Rectangle: Rounded Corners 76">
              <a:extLst>
                <a:ext uri="{FF2B5EF4-FFF2-40B4-BE49-F238E27FC236}">
                  <a16:creationId xmlns:a16="http://schemas.microsoft.com/office/drawing/2014/main" id="{363DC2B7-3D0B-645F-39F5-74B2AD210B83}"/>
                </a:ext>
              </a:extLst>
            </p:cNvPr>
            <p:cNvSpPr/>
            <p:nvPr/>
          </p:nvSpPr>
          <p:spPr>
            <a:xfrm rot="16200000">
              <a:off x="509009" y="4658536"/>
              <a:ext cx="279065" cy="700903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accent1"/>
            </a:solidFill>
            <a:ln w="952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vert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latinLnBrk="0"/>
              <a:r>
                <a:rPr lang="ko-KR" altLang="en-US" sz="1292" b="1" kern="0" dirty="0">
                  <a:solidFill>
                    <a:schemeClr val="accent5"/>
                  </a:solidFill>
                  <a:latin typeface="+mn-ea"/>
                </a:rPr>
                <a:t>마일스톤</a:t>
              </a:r>
              <a:endParaRPr lang="en-US" sz="1292" b="1" kern="0" dirty="0">
                <a:solidFill>
                  <a:schemeClr val="accent5"/>
                </a:solidFill>
                <a:latin typeface="+mn-ea"/>
              </a:endParaRPr>
            </a:p>
          </p:txBody>
        </p:sp>
        <p:sp>
          <p:nvSpPr>
            <p:cNvPr id="70" name="Rectangle: Rounded Corners 76">
              <a:extLst>
                <a:ext uri="{FF2B5EF4-FFF2-40B4-BE49-F238E27FC236}">
                  <a16:creationId xmlns:a16="http://schemas.microsoft.com/office/drawing/2014/main" id="{6A1233DF-9CE6-D797-EC9C-611AAC3201ED}"/>
                </a:ext>
              </a:extLst>
            </p:cNvPr>
            <p:cNvSpPr/>
            <p:nvPr/>
          </p:nvSpPr>
          <p:spPr>
            <a:xfrm rot="16200000">
              <a:off x="509009" y="6884656"/>
              <a:ext cx="279065" cy="700905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accent1"/>
            </a:solidFill>
            <a:ln w="952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vert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latinLnBrk="0"/>
              <a:r>
                <a:rPr lang="en-US" altLang="ko-KR" sz="1292" b="1" kern="0" dirty="0">
                  <a:solidFill>
                    <a:schemeClr val="accent5"/>
                  </a:solidFill>
                  <a:latin typeface="+mn-ea"/>
                </a:rPr>
                <a:t>EBITDA</a:t>
              </a:r>
              <a:endParaRPr lang="en-US" sz="1292" b="1" kern="0" dirty="0">
                <a:solidFill>
                  <a:schemeClr val="accent5"/>
                </a:solidFill>
                <a:latin typeface="+mn-ea"/>
              </a:endParaRPr>
            </a:p>
          </p:txBody>
        </p:sp>
        <p:sp>
          <p:nvSpPr>
            <p:cNvPr id="71" name="Rectangle: Rounded Corners 80">
              <a:extLst>
                <a:ext uri="{FF2B5EF4-FFF2-40B4-BE49-F238E27FC236}">
                  <a16:creationId xmlns:a16="http://schemas.microsoft.com/office/drawing/2014/main" id="{F990FF2D-F901-9E95-B698-41AAC22C1DA0}"/>
                </a:ext>
              </a:extLst>
            </p:cNvPr>
            <p:cNvSpPr/>
            <p:nvPr/>
          </p:nvSpPr>
          <p:spPr>
            <a:xfrm>
              <a:off x="998990" y="4869455"/>
              <a:ext cx="4510732" cy="279065"/>
            </a:xfrm>
            <a:prstGeom prst="homePlate">
              <a:avLst>
                <a:gd name="adj" fmla="val 50000"/>
              </a:avLst>
            </a:prstGeom>
            <a:solidFill>
              <a:schemeClr val="accent3"/>
            </a:solidFill>
            <a:ln w="952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altLang="ko-KR" sz="1292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endParaRPr>
            </a:p>
          </p:txBody>
        </p:sp>
        <p:sp>
          <p:nvSpPr>
            <p:cNvPr id="72" name="Rectangle: Rounded Corners 80">
              <a:extLst>
                <a:ext uri="{FF2B5EF4-FFF2-40B4-BE49-F238E27FC236}">
                  <a16:creationId xmlns:a16="http://schemas.microsoft.com/office/drawing/2014/main" id="{1DCBB848-DE8A-D57A-0710-07CEDE1147FF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998996" y="5148519"/>
              <a:ext cx="4355373" cy="2226121"/>
            </a:xfrm>
            <a:prstGeom prst="rect">
              <a:avLst/>
            </a:prstGeom>
            <a:solidFill>
              <a:srgbClr val="DFEDF3"/>
            </a:solidFill>
            <a:ln w="952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altLang="ko-KR" sz="1292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endParaRPr>
            </a:p>
          </p:txBody>
        </p:sp>
        <p:sp>
          <p:nvSpPr>
            <p:cNvPr id="73" name="Rectangle: Rounded Corners 76">
              <a:extLst>
                <a:ext uri="{FF2B5EF4-FFF2-40B4-BE49-F238E27FC236}">
                  <a16:creationId xmlns:a16="http://schemas.microsoft.com/office/drawing/2014/main" id="{CF3B0ECA-70A9-BBD5-C512-12640F950B2D}"/>
                </a:ext>
              </a:extLst>
            </p:cNvPr>
            <p:cNvSpPr/>
            <p:nvPr/>
          </p:nvSpPr>
          <p:spPr>
            <a:xfrm rot="16200000">
              <a:off x="3037150" y="5057421"/>
              <a:ext cx="279065" cy="4355374"/>
            </a:xfrm>
            <a:prstGeom prst="rect">
              <a:avLst/>
            </a:prstGeom>
            <a:solidFill>
              <a:schemeClr val="accent3"/>
            </a:solidFill>
            <a:ln w="952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292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endParaRPr>
            </a:p>
          </p:txBody>
        </p:sp>
        <p:grpSp>
          <p:nvGrpSpPr>
            <p:cNvPr id="74" name="Group 201">
              <a:extLst>
                <a:ext uri="{FF2B5EF4-FFF2-40B4-BE49-F238E27FC236}">
                  <a16:creationId xmlns:a16="http://schemas.microsoft.com/office/drawing/2014/main" id="{3BB898C3-EA9A-DBD6-D596-B3E4DFCCC69E}"/>
                </a:ext>
              </a:extLst>
            </p:cNvPr>
            <p:cNvGrpSpPr/>
            <p:nvPr/>
          </p:nvGrpSpPr>
          <p:grpSpPr>
            <a:xfrm>
              <a:off x="1027772" y="4869455"/>
              <a:ext cx="788973" cy="2505186"/>
              <a:chOff x="7041708" y="3436269"/>
              <a:chExt cx="788973" cy="2505186"/>
            </a:xfrm>
          </p:grpSpPr>
          <p:sp>
            <p:nvSpPr>
              <p:cNvPr id="75" name="Rectangle: Rounded Corners 80">
                <a:extLst>
                  <a:ext uri="{FF2B5EF4-FFF2-40B4-BE49-F238E27FC236}">
                    <a16:creationId xmlns:a16="http://schemas.microsoft.com/office/drawing/2014/main" id="{28AA36FD-B96E-73FE-2082-73B1518EB283}"/>
                  </a:ext>
                </a:extLst>
              </p:cNvPr>
              <p:cNvSpPr/>
              <p:nvPr>
                <p:custDataLst>
                  <p:tags r:id="rId8"/>
                </p:custDataLst>
              </p:nvPr>
            </p:nvSpPr>
            <p:spPr>
              <a:xfrm>
                <a:off x="7041708" y="3861048"/>
                <a:ext cx="788973" cy="2080407"/>
              </a:xfrm>
              <a:prstGeom prst="rect">
                <a:avLst/>
              </a:prstGeom>
              <a:noFill/>
              <a:ln w="9525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4">
                        <a:lumMod val="20000"/>
                        <a:lumOff val="80000"/>
                      </a:schemeClr>
                    </a:solidFill>
                  </a14:hiddenFill>
                </a:ext>
                <a:ext uri="{91240B29-F687-4F45-9708-019B960494DF}">
                  <a14:hiddenLine xmlns:a14="http://schemas.microsoft.com/office/drawing/2010/main" w="9525" cap="rnd" cmpd="sng" algn="ctr">
                    <a:solidFill>
                      <a:schemeClr val="accent4">
                        <a:lumMod val="75000"/>
                      </a:schemeClr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132923" rIns="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ko-KR" sz="1108" b="1" dirty="0">
                    <a:solidFill>
                      <a:schemeClr val="accent5"/>
                    </a:solidFill>
                  </a:rPr>
                  <a:t>Inorganic </a:t>
                </a:r>
                <a:br>
                  <a:rPr lang="en-US" altLang="ko-KR" sz="1108" b="1" dirty="0">
                    <a:solidFill>
                      <a:schemeClr val="accent5"/>
                    </a:solidFill>
                  </a:rPr>
                </a:br>
                <a:r>
                  <a:rPr lang="ko-KR" altLang="en-US" sz="1108" b="1" dirty="0">
                    <a:solidFill>
                      <a:schemeClr val="accent5"/>
                    </a:solidFill>
                  </a:rPr>
                  <a:t>진입 준비</a:t>
                </a:r>
                <a:br>
                  <a:rPr lang="en-US" altLang="ko-KR" sz="1108" dirty="0">
                    <a:solidFill>
                      <a:schemeClr val="accent5"/>
                    </a:solidFill>
                  </a:rPr>
                </a:br>
                <a:endParaRPr lang="en-US" altLang="ko-KR" sz="1108" dirty="0">
                  <a:solidFill>
                    <a:schemeClr val="accent5"/>
                  </a:solidFill>
                </a:endParaRPr>
              </a:p>
              <a:p>
                <a:pPr algn="ctr"/>
                <a:r>
                  <a:rPr lang="ko-KR" altLang="en-US" sz="985" dirty="0">
                    <a:solidFill>
                      <a:schemeClr val="accent5"/>
                    </a:solidFill>
                  </a:rPr>
                  <a:t>인수대상선정</a:t>
                </a:r>
                <a:r>
                  <a:rPr lang="en-US" altLang="ko-KR" sz="985" dirty="0">
                    <a:solidFill>
                      <a:schemeClr val="accent5"/>
                    </a:solidFill>
                  </a:rPr>
                  <a:t>/</a:t>
                </a:r>
              </a:p>
              <a:p>
                <a:pPr algn="ctr"/>
                <a:r>
                  <a:rPr lang="ko-KR" altLang="en-US" sz="985" dirty="0">
                    <a:solidFill>
                      <a:schemeClr val="accent5"/>
                    </a:solidFill>
                    <a:latin typeface="+mn-ea"/>
                  </a:rPr>
                  <a:t>협력가능</a:t>
                </a:r>
                <a:br>
                  <a:rPr lang="en-US" altLang="ko-KR" sz="985" dirty="0">
                    <a:solidFill>
                      <a:schemeClr val="accent5"/>
                    </a:solidFill>
                    <a:latin typeface="+mn-ea"/>
                  </a:rPr>
                </a:br>
                <a:r>
                  <a:rPr lang="ko-KR" altLang="en-US" sz="985" dirty="0">
                    <a:solidFill>
                      <a:schemeClr val="accent5"/>
                    </a:solidFill>
                    <a:latin typeface="+mn-ea"/>
                  </a:rPr>
                  <a:t>파트너십 물색</a:t>
                </a:r>
                <a:r>
                  <a:rPr lang="en-US" altLang="ko-KR" sz="985" dirty="0">
                    <a:solidFill>
                      <a:schemeClr val="accent5"/>
                    </a:solidFill>
                    <a:latin typeface="+mn-ea"/>
                  </a:rPr>
                  <a:t>/</a:t>
                </a:r>
              </a:p>
              <a:p>
                <a:pPr algn="ctr"/>
                <a:r>
                  <a:rPr lang="ko-KR" altLang="en-US" sz="985" dirty="0">
                    <a:solidFill>
                      <a:schemeClr val="accent5"/>
                    </a:solidFill>
                    <a:latin typeface="+mn-ea"/>
                  </a:rPr>
                  <a:t> 기술내용 파악</a:t>
                </a:r>
                <a:endParaRPr lang="en-US" altLang="ko-KR" sz="985" dirty="0">
                  <a:solidFill>
                    <a:schemeClr val="accent5"/>
                  </a:solidFill>
                  <a:latin typeface="+mn-ea"/>
                </a:endParaRPr>
              </a:p>
            </p:txBody>
          </p:sp>
          <p:sp>
            <p:nvSpPr>
              <p:cNvPr id="76" name="Rectangle: Rounded Corners 80">
                <a:extLst>
                  <a:ext uri="{FF2B5EF4-FFF2-40B4-BE49-F238E27FC236}">
                    <a16:creationId xmlns:a16="http://schemas.microsoft.com/office/drawing/2014/main" id="{0976A2B0-80E9-523D-B2EC-154508135321}"/>
                  </a:ext>
                </a:extLst>
              </p:cNvPr>
              <p:cNvSpPr/>
              <p:nvPr/>
            </p:nvSpPr>
            <p:spPr>
              <a:xfrm>
                <a:off x="7041708" y="3436269"/>
                <a:ext cx="788973" cy="279065"/>
              </a:xfrm>
              <a:prstGeom prst="rect">
                <a:avLst/>
              </a:prstGeom>
              <a:noFill/>
              <a:ln w="9525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C8EEE9"/>
                    </a:solidFill>
                  </a14:hiddenFill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ko-KR" sz="1354" dirty="0">
                    <a:solidFill>
                      <a:srgbClr val="FFFFFF"/>
                    </a:solidFill>
                    <a:latin typeface="+mn-ea"/>
                  </a:rPr>
                  <a:t>2024 4Q</a:t>
                </a:r>
              </a:p>
            </p:txBody>
          </p:sp>
          <p:sp>
            <p:nvSpPr>
              <p:cNvPr id="77" name="Rectangle: Rounded Corners 80">
                <a:extLst>
                  <a:ext uri="{FF2B5EF4-FFF2-40B4-BE49-F238E27FC236}">
                    <a16:creationId xmlns:a16="http://schemas.microsoft.com/office/drawing/2014/main" id="{135AF551-242D-AF57-EED5-C7CF16301FDD}"/>
                  </a:ext>
                </a:extLst>
              </p:cNvPr>
              <p:cNvSpPr/>
              <p:nvPr/>
            </p:nvSpPr>
            <p:spPr>
              <a:xfrm>
                <a:off x="7041708" y="5662390"/>
                <a:ext cx="788973" cy="279065"/>
              </a:xfrm>
              <a:prstGeom prst="rect">
                <a:avLst/>
              </a:prstGeom>
              <a:noFill/>
              <a:ln w="9525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C8EEE9"/>
                    </a:solidFill>
                  </a14:hiddenFill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ko-KR" sz="1292" b="1" dirty="0">
                    <a:solidFill>
                      <a:srgbClr val="FFFFFF"/>
                    </a:solidFill>
                    <a:latin typeface="+mn-ea"/>
                  </a:rPr>
                  <a:t>~0</a:t>
                </a:r>
                <a:r>
                  <a:rPr lang="ko-KR" altLang="en-US" sz="1292" b="1" dirty="0">
                    <a:solidFill>
                      <a:srgbClr val="FFFFFF"/>
                    </a:solidFill>
                    <a:latin typeface="+mn-ea"/>
                  </a:rPr>
                  <a:t>억</a:t>
                </a:r>
                <a:endParaRPr lang="en-US" altLang="ko-KR" sz="1292" b="1" dirty="0">
                  <a:solidFill>
                    <a:srgbClr val="FFFFFF"/>
                  </a:solidFill>
                  <a:latin typeface="+mn-ea"/>
                </a:endParaRPr>
              </a:p>
            </p:txBody>
          </p:sp>
        </p:grpSp>
        <p:grpSp>
          <p:nvGrpSpPr>
            <p:cNvPr id="78" name="Group 200">
              <a:extLst>
                <a:ext uri="{FF2B5EF4-FFF2-40B4-BE49-F238E27FC236}">
                  <a16:creationId xmlns:a16="http://schemas.microsoft.com/office/drawing/2014/main" id="{54D91DDA-C9B7-E721-281F-99AC7972D9AF}"/>
                </a:ext>
              </a:extLst>
            </p:cNvPr>
            <p:cNvGrpSpPr/>
            <p:nvPr/>
          </p:nvGrpSpPr>
          <p:grpSpPr>
            <a:xfrm>
              <a:off x="1913191" y="4869455"/>
              <a:ext cx="788973" cy="2505186"/>
              <a:chOff x="7889303" y="3436269"/>
              <a:chExt cx="788973" cy="2505186"/>
            </a:xfrm>
          </p:grpSpPr>
          <p:sp>
            <p:nvSpPr>
              <p:cNvPr id="79" name="Rectangle: Rounded Corners 80">
                <a:extLst>
                  <a:ext uri="{FF2B5EF4-FFF2-40B4-BE49-F238E27FC236}">
                    <a16:creationId xmlns:a16="http://schemas.microsoft.com/office/drawing/2014/main" id="{F2E63BB8-A89C-FB98-0C43-F6D676F09B26}"/>
                  </a:ext>
                </a:extLst>
              </p:cNvPr>
              <p:cNvSpPr/>
              <p:nvPr>
                <p:custDataLst>
                  <p:tags r:id="rId7"/>
                </p:custDataLst>
              </p:nvPr>
            </p:nvSpPr>
            <p:spPr>
              <a:xfrm>
                <a:off x="7889304" y="3861048"/>
                <a:ext cx="788972" cy="2080407"/>
              </a:xfrm>
              <a:prstGeom prst="rect">
                <a:avLst/>
              </a:prstGeom>
              <a:noFill/>
              <a:ln w="9525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4">
                        <a:lumMod val="20000"/>
                        <a:lumOff val="80000"/>
                      </a:schemeClr>
                    </a:solidFill>
                  </a14:hiddenFill>
                </a:ext>
                <a:ext uri="{91240B29-F687-4F45-9708-019B960494DF}">
                  <a14:hiddenLine xmlns:a14="http://schemas.microsoft.com/office/drawing/2010/main" w="9525" cap="rnd" cmpd="sng" algn="ctr">
                    <a:solidFill>
                      <a:schemeClr val="accent4">
                        <a:lumMod val="75000"/>
                      </a:schemeClr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132923" rIns="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ko-KR" sz="1108" b="1">
                    <a:solidFill>
                      <a:schemeClr val="accent5"/>
                    </a:solidFill>
                  </a:rPr>
                  <a:t>M&amp;A </a:t>
                </a:r>
                <a:r>
                  <a:rPr lang="ko-KR" altLang="en-US" sz="1108" b="1">
                    <a:solidFill>
                      <a:schemeClr val="accent5"/>
                    </a:solidFill>
                  </a:rPr>
                  <a:t>진행 및 통합작업</a:t>
                </a:r>
                <a:br>
                  <a:rPr lang="en-US" altLang="ko-KR" sz="1231">
                    <a:solidFill>
                      <a:schemeClr val="accent5"/>
                    </a:solidFill>
                  </a:rPr>
                </a:br>
                <a:endParaRPr lang="en-US" altLang="ko-KR" sz="1231">
                  <a:solidFill>
                    <a:schemeClr val="accent5"/>
                  </a:solidFill>
                </a:endParaRPr>
              </a:p>
              <a:p>
                <a:pPr algn="ctr"/>
                <a:r>
                  <a:rPr lang="ko-KR" altLang="en-US" sz="985">
                    <a:solidFill>
                      <a:schemeClr val="accent5"/>
                    </a:solidFill>
                  </a:rPr>
                  <a:t>기술통합</a:t>
                </a:r>
                <a:r>
                  <a:rPr lang="en-US" altLang="ko-KR" sz="985">
                    <a:solidFill>
                      <a:schemeClr val="accent5"/>
                    </a:solidFill>
                  </a:rPr>
                  <a:t>/</a:t>
                </a:r>
                <a:br>
                  <a:rPr lang="en-US" altLang="ko-KR" sz="985">
                    <a:solidFill>
                      <a:schemeClr val="accent5"/>
                    </a:solidFill>
                  </a:rPr>
                </a:br>
                <a:r>
                  <a:rPr lang="ko-KR" altLang="en-US" sz="985">
                    <a:solidFill>
                      <a:schemeClr val="accent5"/>
                    </a:solidFill>
                  </a:rPr>
                  <a:t>서비스 시스템 구축</a:t>
                </a:r>
                <a:r>
                  <a:rPr lang="en-US" altLang="ko-KR" sz="985">
                    <a:solidFill>
                      <a:schemeClr val="accent5"/>
                    </a:solidFill>
                  </a:rPr>
                  <a:t>/</a:t>
                </a:r>
                <a:r>
                  <a:rPr lang="ko-KR" altLang="en-US" sz="985">
                    <a:solidFill>
                      <a:schemeClr val="accent5"/>
                    </a:solidFill>
                  </a:rPr>
                  <a:t>서비스 </a:t>
                </a:r>
                <a:br>
                  <a:rPr lang="en-US" altLang="ko-KR" sz="985">
                    <a:solidFill>
                      <a:schemeClr val="accent5"/>
                    </a:solidFill>
                  </a:rPr>
                </a:br>
                <a:r>
                  <a:rPr lang="ko-KR" altLang="en-US" sz="985">
                    <a:solidFill>
                      <a:schemeClr val="accent5"/>
                    </a:solidFill>
                  </a:rPr>
                  <a:t>품질 유지</a:t>
                </a:r>
                <a:endParaRPr lang="en-US" altLang="ko-KR" sz="1108">
                  <a:solidFill>
                    <a:schemeClr val="accent5"/>
                  </a:solidFill>
                  <a:latin typeface="+mn-ea"/>
                </a:endParaRPr>
              </a:p>
            </p:txBody>
          </p:sp>
          <p:sp>
            <p:nvSpPr>
              <p:cNvPr id="80" name="Rectangle: Rounded Corners 80">
                <a:extLst>
                  <a:ext uri="{FF2B5EF4-FFF2-40B4-BE49-F238E27FC236}">
                    <a16:creationId xmlns:a16="http://schemas.microsoft.com/office/drawing/2014/main" id="{C13FCAF7-313C-EF8D-AFA5-EBEC0E380CF5}"/>
                  </a:ext>
                </a:extLst>
              </p:cNvPr>
              <p:cNvSpPr/>
              <p:nvPr/>
            </p:nvSpPr>
            <p:spPr>
              <a:xfrm>
                <a:off x="7889303" y="3436269"/>
                <a:ext cx="788972" cy="279065"/>
              </a:xfrm>
              <a:prstGeom prst="rect">
                <a:avLst/>
              </a:prstGeom>
              <a:noFill/>
              <a:ln w="9525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C8EEE9"/>
                    </a:solidFill>
                  </a14:hiddenFill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ko-KR" sz="1354">
                    <a:solidFill>
                      <a:srgbClr val="FFFFFF"/>
                    </a:solidFill>
                    <a:latin typeface="+mn-ea"/>
                  </a:rPr>
                  <a:t>2025 1Q</a:t>
                </a:r>
              </a:p>
            </p:txBody>
          </p:sp>
          <p:sp>
            <p:nvSpPr>
              <p:cNvPr id="81" name="Rectangle: Rounded Corners 80">
                <a:extLst>
                  <a:ext uri="{FF2B5EF4-FFF2-40B4-BE49-F238E27FC236}">
                    <a16:creationId xmlns:a16="http://schemas.microsoft.com/office/drawing/2014/main" id="{E25B8CC6-3DC8-6470-9323-C54FBA0B1F75}"/>
                  </a:ext>
                </a:extLst>
              </p:cNvPr>
              <p:cNvSpPr/>
              <p:nvPr/>
            </p:nvSpPr>
            <p:spPr>
              <a:xfrm>
                <a:off x="7889303" y="5662390"/>
                <a:ext cx="788973" cy="279065"/>
              </a:xfrm>
              <a:prstGeom prst="rect">
                <a:avLst/>
              </a:prstGeom>
              <a:noFill/>
              <a:ln w="9525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C8EEE9"/>
                    </a:solidFill>
                  </a14:hiddenFill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ko-KR" sz="1292" b="1">
                    <a:solidFill>
                      <a:srgbClr val="FFFFFF"/>
                    </a:solidFill>
                    <a:latin typeface="+mn-ea"/>
                  </a:rPr>
                  <a:t>~2</a:t>
                </a:r>
                <a:r>
                  <a:rPr lang="ko-KR" altLang="en-US" sz="1292" b="1">
                    <a:solidFill>
                      <a:srgbClr val="FFFFFF"/>
                    </a:solidFill>
                    <a:latin typeface="+mn-ea"/>
                  </a:rPr>
                  <a:t>억</a:t>
                </a:r>
                <a:endParaRPr lang="en-US" altLang="ko-KR" sz="1292" b="1">
                  <a:solidFill>
                    <a:srgbClr val="FFFFFF"/>
                  </a:solidFill>
                  <a:latin typeface="+mn-ea"/>
                </a:endParaRPr>
              </a:p>
            </p:txBody>
          </p:sp>
        </p:grpSp>
        <p:grpSp>
          <p:nvGrpSpPr>
            <p:cNvPr id="82" name="Group 199">
              <a:extLst>
                <a:ext uri="{FF2B5EF4-FFF2-40B4-BE49-F238E27FC236}">
                  <a16:creationId xmlns:a16="http://schemas.microsoft.com/office/drawing/2014/main" id="{D4CD7238-E6C3-C137-F261-FC9DC30ABC4B}"/>
                </a:ext>
              </a:extLst>
            </p:cNvPr>
            <p:cNvGrpSpPr/>
            <p:nvPr/>
          </p:nvGrpSpPr>
          <p:grpSpPr>
            <a:xfrm>
              <a:off x="2798610" y="4869455"/>
              <a:ext cx="792254" cy="2505186"/>
              <a:chOff x="8757129" y="3436269"/>
              <a:chExt cx="792254" cy="2505186"/>
            </a:xfrm>
          </p:grpSpPr>
          <p:sp>
            <p:nvSpPr>
              <p:cNvPr id="83" name="Rectangle: Rounded Corners 80">
                <a:extLst>
                  <a:ext uri="{FF2B5EF4-FFF2-40B4-BE49-F238E27FC236}">
                    <a16:creationId xmlns:a16="http://schemas.microsoft.com/office/drawing/2014/main" id="{4E9D8B0A-02F1-0296-8EAB-16712EEB301F}"/>
                  </a:ext>
                </a:extLst>
              </p:cNvPr>
              <p:cNvSpPr/>
              <p:nvPr>
                <p:custDataLst>
                  <p:tags r:id="rId6"/>
                </p:custDataLst>
              </p:nvPr>
            </p:nvSpPr>
            <p:spPr>
              <a:xfrm>
                <a:off x="8757130" y="3861048"/>
                <a:ext cx="792253" cy="2080407"/>
              </a:xfrm>
              <a:prstGeom prst="rect">
                <a:avLst/>
              </a:prstGeom>
              <a:noFill/>
              <a:ln w="9525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4">
                        <a:lumMod val="20000"/>
                        <a:lumOff val="80000"/>
                      </a:schemeClr>
                    </a:solidFill>
                  </a14:hiddenFill>
                </a:ext>
                <a:ext uri="{91240B29-F687-4F45-9708-019B960494DF}">
                  <a14:hiddenLine xmlns:a14="http://schemas.microsoft.com/office/drawing/2010/main" w="9525" cap="rnd" cmpd="sng" algn="ctr">
                    <a:solidFill>
                      <a:schemeClr val="accent4">
                        <a:lumMod val="75000"/>
                      </a:schemeClr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132923" rIns="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ko-KR" altLang="en-US" sz="1108" b="1" dirty="0">
                    <a:solidFill>
                      <a:schemeClr val="accent5"/>
                    </a:solidFill>
                  </a:rPr>
                  <a:t>서비스 </a:t>
                </a:r>
                <a:br>
                  <a:rPr lang="en-US" altLang="ko-KR" sz="1108" b="1" dirty="0">
                    <a:solidFill>
                      <a:schemeClr val="accent5"/>
                    </a:solidFill>
                  </a:rPr>
                </a:br>
                <a:r>
                  <a:rPr lang="ko-KR" altLang="en-US" sz="1108" b="1" dirty="0">
                    <a:solidFill>
                      <a:schemeClr val="accent5"/>
                    </a:solidFill>
                  </a:rPr>
                  <a:t>제공</a:t>
                </a:r>
                <a:r>
                  <a:rPr lang="en-US" altLang="ko-KR" sz="1108" b="1" dirty="0">
                    <a:solidFill>
                      <a:schemeClr val="accent5"/>
                    </a:solidFill>
                  </a:rPr>
                  <a:t>/</a:t>
                </a:r>
                <a:r>
                  <a:rPr lang="ko-KR" altLang="en-US" sz="1108" b="1" dirty="0">
                    <a:solidFill>
                      <a:schemeClr val="accent5"/>
                    </a:solidFill>
                  </a:rPr>
                  <a:t>최적화</a:t>
                </a:r>
                <a:br>
                  <a:rPr lang="en-US" altLang="ko-KR" sz="1231" b="1" dirty="0">
                    <a:solidFill>
                      <a:schemeClr val="accent5"/>
                    </a:solidFill>
                  </a:rPr>
                </a:br>
                <a:endParaRPr lang="en-US" altLang="ko-KR" sz="1231" b="1" dirty="0">
                  <a:solidFill>
                    <a:schemeClr val="accent5"/>
                  </a:solidFill>
                </a:endParaRPr>
              </a:p>
              <a:p>
                <a:pPr algn="ctr"/>
                <a:r>
                  <a:rPr lang="ko-KR" altLang="en-US" sz="985" dirty="0">
                    <a:solidFill>
                      <a:schemeClr val="accent5"/>
                    </a:solidFill>
                  </a:rPr>
                  <a:t>고객유지</a:t>
                </a:r>
                <a:r>
                  <a:rPr lang="en-US" altLang="ko-KR" sz="985" dirty="0">
                    <a:solidFill>
                      <a:schemeClr val="accent5"/>
                    </a:solidFill>
                  </a:rPr>
                  <a:t>,</a:t>
                </a:r>
                <a:r>
                  <a:rPr lang="ko-KR" altLang="en-US" sz="985" dirty="0">
                    <a:solidFill>
                      <a:schemeClr val="accent5"/>
                    </a:solidFill>
                  </a:rPr>
                  <a:t>확대</a:t>
                </a:r>
                <a:br>
                  <a:rPr lang="en-US" altLang="ko-KR" sz="985" dirty="0">
                    <a:solidFill>
                      <a:schemeClr val="accent5"/>
                    </a:solidFill>
                  </a:rPr>
                </a:br>
                <a:r>
                  <a:rPr lang="ko-KR" altLang="en-US" sz="985" dirty="0">
                    <a:solidFill>
                      <a:schemeClr val="accent5"/>
                    </a:solidFill>
                  </a:rPr>
                  <a:t>서비스 최적화</a:t>
                </a:r>
                <a:r>
                  <a:rPr lang="en-US" altLang="ko-KR" sz="985" dirty="0">
                    <a:solidFill>
                      <a:schemeClr val="accent5"/>
                    </a:solidFill>
                  </a:rPr>
                  <a:t>/</a:t>
                </a:r>
              </a:p>
              <a:p>
                <a:pPr algn="ctr"/>
                <a:r>
                  <a:rPr lang="ko-KR" altLang="en-US" sz="985" dirty="0">
                    <a:solidFill>
                      <a:schemeClr val="accent5"/>
                    </a:solidFill>
                    <a:latin typeface="+mn-ea"/>
                  </a:rPr>
                  <a:t>운영모델 </a:t>
                </a:r>
                <a:br>
                  <a:rPr lang="en-US" altLang="ko-KR" sz="985" dirty="0">
                    <a:solidFill>
                      <a:schemeClr val="accent5"/>
                    </a:solidFill>
                    <a:latin typeface="+mn-ea"/>
                  </a:rPr>
                </a:br>
                <a:r>
                  <a:rPr lang="ko-KR" altLang="en-US" sz="985" dirty="0">
                    <a:solidFill>
                      <a:schemeClr val="accent5"/>
                    </a:solidFill>
                    <a:latin typeface="+mn-ea"/>
                  </a:rPr>
                  <a:t>최적화</a:t>
                </a:r>
                <a:endParaRPr lang="en-US" altLang="ko-KR" sz="985" dirty="0">
                  <a:solidFill>
                    <a:schemeClr val="accent5"/>
                  </a:solidFill>
                  <a:latin typeface="+mn-ea"/>
                </a:endParaRPr>
              </a:p>
            </p:txBody>
          </p:sp>
          <p:sp>
            <p:nvSpPr>
              <p:cNvPr id="84" name="Rectangle: Rounded Corners 80">
                <a:extLst>
                  <a:ext uri="{FF2B5EF4-FFF2-40B4-BE49-F238E27FC236}">
                    <a16:creationId xmlns:a16="http://schemas.microsoft.com/office/drawing/2014/main" id="{97481074-D2BC-7131-D7FC-D87B4AFDB9CF}"/>
                  </a:ext>
                </a:extLst>
              </p:cNvPr>
              <p:cNvSpPr/>
              <p:nvPr/>
            </p:nvSpPr>
            <p:spPr>
              <a:xfrm>
                <a:off x="8757129" y="3436269"/>
                <a:ext cx="774089" cy="279065"/>
              </a:xfrm>
              <a:prstGeom prst="rect">
                <a:avLst/>
              </a:prstGeom>
              <a:noFill/>
              <a:ln w="9525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C8EEE9"/>
                    </a:solidFill>
                  </a14:hiddenFill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ko-KR" sz="1354" dirty="0">
                    <a:solidFill>
                      <a:srgbClr val="FFFFFF"/>
                    </a:solidFill>
                    <a:latin typeface="+mn-ea"/>
                  </a:rPr>
                  <a:t>2025 2Q</a:t>
                </a:r>
              </a:p>
            </p:txBody>
          </p:sp>
          <p:sp>
            <p:nvSpPr>
              <p:cNvPr id="85" name="Rectangle: Rounded Corners 80">
                <a:extLst>
                  <a:ext uri="{FF2B5EF4-FFF2-40B4-BE49-F238E27FC236}">
                    <a16:creationId xmlns:a16="http://schemas.microsoft.com/office/drawing/2014/main" id="{4D96B8F5-91AD-4E24-BB1E-BE55FBC39254}"/>
                  </a:ext>
                </a:extLst>
              </p:cNvPr>
              <p:cNvSpPr/>
              <p:nvPr/>
            </p:nvSpPr>
            <p:spPr>
              <a:xfrm>
                <a:off x="8757129" y="5662390"/>
                <a:ext cx="781531" cy="279065"/>
              </a:xfrm>
              <a:prstGeom prst="rect">
                <a:avLst/>
              </a:prstGeom>
              <a:noFill/>
              <a:ln w="9525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C8EEE9"/>
                    </a:solidFill>
                  </a14:hiddenFill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ko-KR" sz="1292" b="1">
                    <a:solidFill>
                      <a:srgbClr val="FFFFFF"/>
                    </a:solidFill>
                    <a:latin typeface="+mn-ea"/>
                  </a:rPr>
                  <a:t>5</a:t>
                </a:r>
                <a:r>
                  <a:rPr lang="ko-KR" altLang="en-US" sz="1292" b="1">
                    <a:solidFill>
                      <a:srgbClr val="FFFFFF"/>
                    </a:solidFill>
                    <a:latin typeface="+mn-ea"/>
                  </a:rPr>
                  <a:t>억</a:t>
                </a:r>
                <a:endParaRPr lang="en-US" altLang="ko-KR" sz="1292" b="1">
                  <a:solidFill>
                    <a:srgbClr val="FFFFFF"/>
                  </a:solidFill>
                  <a:latin typeface="+mn-ea"/>
                </a:endParaRPr>
              </a:p>
            </p:txBody>
          </p:sp>
        </p:grpSp>
        <p:grpSp>
          <p:nvGrpSpPr>
            <p:cNvPr id="86" name="Group 198">
              <a:extLst>
                <a:ext uri="{FF2B5EF4-FFF2-40B4-BE49-F238E27FC236}">
                  <a16:creationId xmlns:a16="http://schemas.microsoft.com/office/drawing/2014/main" id="{E416F9B1-B585-DF2B-93F1-5FD819D9C815}"/>
                </a:ext>
              </a:extLst>
            </p:cNvPr>
            <p:cNvGrpSpPr/>
            <p:nvPr/>
          </p:nvGrpSpPr>
          <p:grpSpPr>
            <a:xfrm>
              <a:off x="3687312" y="4869455"/>
              <a:ext cx="774091" cy="2505186"/>
              <a:chOff x="9629229" y="3436269"/>
              <a:chExt cx="774091" cy="2505186"/>
            </a:xfrm>
          </p:grpSpPr>
          <p:sp>
            <p:nvSpPr>
              <p:cNvPr id="87" name="Rectangle: Rounded Corners 80">
                <a:extLst>
                  <a:ext uri="{FF2B5EF4-FFF2-40B4-BE49-F238E27FC236}">
                    <a16:creationId xmlns:a16="http://schemas.microsoft.com/office/drawing/2014/main" id="{D27FF3D7-8D4D-5200-ED29-EC698B056010}"/>
                  </a:ext>
                </a:extLst>
              </p:cNvPr>
              <p:cNvSpPr/>
              <p:nvPr>
                <p:custDataLst>
                  <p:tags r:id="rId5"/>
                </p:custDataLst>
              </p:nvPr>
            </p:nvSpPr>
            <p:spPr>
              <a:xfrm>
                <a:off x="9629230" y="3861048"/>
                <a:ext cx="774090" cy="2080407"/>
              </a:xfrm>
              <a:prstGeom prst="rect">
                <a:avLst/>
              </a:prstGeom>
              <a:noFill/>
              <a:ln w="9525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4">
                        <a:lumMod val="20000"/>
                        <a:lumOff val="80000"/>
                      </a:schemeClr>
                    </a:solidFill>
                  </a14:hiddenFill>
                </a:ext>
                <a:ext uri="{91240B29-F687-4F45-9708-019B960494DF}">
                  <a14:hiddenLine xmlns:a14="http://schemas.microsoft.com/office/drawing/2010/main" w="9525" cap="rnd" cmpd="sng" algn="ctr">
                    <a:solidFill>
                      <a:schemeClr val="accent4">
                        <a:lumMod val="75000"/>
                      </a:schemeClr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132923" rIns="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ko-KR" altLang="en-US" sz="1108" b="1">
                    <a:solidFill>
                      <a:schemeClr val="accent5"/>
                    </a:solidFill>
                  </a:rPr>
                  <a:t>사업 고도화 및 고객 확장</a:t>
                </a:r>
                <a:br>
                  <a:rPr lang="en-US" altLang="ko-KR" sz="1231">
                    <a:solidFill>
                      <a:schemeClr val="accent5"/>
                    </a:solidFill>
                  </a:rPr>
                </a:br>
                <a:endParaRPr lang="en-US" altLang="ko-KR" sz="1231">
                  <a:solidFill>
                    <a:schemeClr val="accent5"/>
                  </a:solidFill>
                </a:endParaRPr>
              </a:p>
              <a:p>
                <a:pPr algn="ctr"/>
                <a:r>
                  <a:rPr lang="ko-KR" altLang="en-US" sz="985">
                    <a:solidFill>
                      <a:schemeClr val="accent5"/>
                    </a:solidFill>
                  </a:rPr>
                  <a:t>고객 맞춤형 </a:t>
                </a:r>
                <a:br>
                  <a:rPr lang="en-US" altLang="ko-KR" sz="985">
                    <a:solidFill>
                      <a:schemeClr val="accent5"/>
                    </a:solidFill>
                  </a:rPr>
                </a:br>
                <a:r>
                  <a:rPr lang="ko-KR" altLang="en-US" sz="985">
                    <a:solidFill>
                      <a:schemeClr val="accent5"/>
                    </a:solidFill>
                  </a:rPr>
                  <a:t>서비스 확장</a:t>
                </a:r>
                <a:r>
                  <a:rPr lang="en-US" altLang="ko-KR" sz="985">
                    <a:solidFill>
                      <a:schemeClr val="accent5"/>
                    </a:solidFill>
                  </a:rPr>
                  <a:t>/</a:t>
                </a:r>
              </a:p>
              <a:p>
                <a:pPr algn="ctr"/>
                <a:r>
                  <a:rPr lang="ko-KR" altLang="en-US" sz="985">
                    <a:solidFill>
                      <a:schemeClr val="accent5"/>
                    </a:solidFill>
                    <a:latin typeface="+mn-ea"/>
                  </a:rPr>
                  <a:t>고객 확장</a:t>
                </a:r>
                <a:endParaRPr lang="en-US" altLang="ko-KR" sz="985">
                  <a:solidFill>
                    <a:schemeClr val="accent5"/>
                  </a:solidFill>
                  <a:latin typeface="+mn-ea"/>
                </a:endParaRPr>
              </a:p>
            </p:txBody>
          </p:sp>
          <p:sp>
            <p:nvSpPr>
              <p:cNvPr id="88" name="Rectangle: Rounded Corners 80">
                <a:extLst>
                  <a:ext uri="{FF2B5EF4-FFF2-40B4-BE49-F238E27FC236}">
                    <a16:creationId xmlns:a16="http://schemas.microsoft.com/office/drawing/2014/main" id="{E62B4997-1E8A-215F-F24B-14C616031CE8}"/>
                  </a:ext>
                </a:extLst>
              </p:cNvPr>
              <p:cNvSpPr/>
              <p:nvPr/>
            </p:nvSpPr>
            <p:spPr>
              <a:xfrm>
                <a:off x="9629229" y="3436269"/>
                <a:ext cx="774089" cy="279065"/>
              </a:xfrm>
              <a:prstGeom prst="rect">
                <a:avLst/>
              </a:prstGeom>
              <a:noFill/>
              <a:ln w="9525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C8EEE9"/>
                    </a:solidFill>
                  </a14:hiddenFill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ko-KR" sz="1354">
                    <a:solidFill>
                      <a:srgbClr val="FFFFFF"/>
                    </a:solidFill>
                    <a:latin typeface="+mn-ea"/>
                  </a:rPr>
                  <a:t>2025 3Q</a:t>
                </a:r>
              </a:p>
            </p:txBody>
          </p:sp>
          <p:sp>
            <p:nvSpPr>
              <p:cNvPr id="89" name="Rectangle: Rounded Corners 80">
                <a:extLst>
                  <a:ext uri="{FF2B5EF4-FFF2-40B4-BE49-F238E27FC236}">
                    <a16:creationId xmlns:a16="http://schemas.microsoft.com/office/drawing/2014/main" id="{C29F3A5B-F90D-2CFC-DC2E-DE0A91AC6C7B}"/>
                  </a:ext>
                </a:extLst>
              </p:cNvPr>
              <p:cNvSpPr/>
              <p:nvPr/>
            </p:nvSpPr>
            <p:spPr>
              <a:xfrm>
                <a:off x="9629230" y="5662390"/>
                <a:ext cx="774089" cy="279065"/>
              </a:xfrm>
              <a:prstGeom prst="rect">
                <a:avLst/>
              </a:prstGeom>
              <a:noFill/>
              <a:ln w="9525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C8EEE9"/>
                    </a:solidFill>
                  </a14:hiddenFill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ko-KR" sz="1292" b="1">
                    <a:solidFill>
                      <a:srgbClr val="FFFFFF"/>
                    </a:solidFill>
                    <a:latin typeface="+mn-ea"/>
                  </a:rPr>
                  <a:t>5</a:t>
                </a:r>
                <a:r>
                  <a:rPr lang="ko-KR" altLang="en-US" sz="1292" b="1">
                    <a:solidFill>
                      <a:srgbClr val="FFFFFF"/>
                    </a:solidFill>
                    <a:latin typeface="+mn-ea"/>
                  </a:rPr>
                  <a:t>억</a:t>
                </a:r>
                <a:endParaRPr lang="en-US" altLang="ko-KR" sz="1292" b="1">
                  <a:solidFill>
                    <a:srgbClr val="FFFFFF"/>
                  </a:solidFill>
                  <a:latin typeface="+mn-ea"/>
                </a:endParaRPr>
              </a:p>
            </p:txBody>
          </p:sp>
        </p:grpSp>
        <p:grpSp>
          <p:nvGrpSpPr>
            <p:cNvPr id="90" name="Group 202">
              <a:extLst>
                <a:ext uri="{FF2B5EF4-FFF2-40B4-BE49-F238E27FC236}">
                  <a16:creationId xmlns:a16="http://schemas.microsoft.com/office/drawing/2014/main" id="{9D21B142-70F6-F263-5E7B-5DC47B02803F}"/>
                </a:ext>
              </a:extLst>
            </p:cNvPr>
            <p:cNvGrpSpPr/>
            <p:nvPr/>
          </p:nvGrpSpPr>
          <p:grpSpPr>
            <a:xfrm>
              <a:off x="4557851" y="4869455"/>
              <a:ext cx="788974" cy="2505186"/>
              <a:chOff x="10571787" y="3436269"/>
              <a:chExt cx="788974" cy="2505186"/>
            </a:xfrm>
          </p:grpSpPr>
          <p:sp>
            <p:nvSpPr>
              <p:cNvPr id="91" name="Rectangle: Rounded Corners 80">
                <a:extLst>
                  <a:ext uri="{FF2B5EF4-FFF2-40B4-BE49-F238E27FC236}">
                    <a16:creationId xmlns:a16="http://schemas.microsoft.com/office/drawing/2014/main" id="{F303DE39-2461-4309-2987-1495E751DBCF}"/>
                  </a:ext>
                </a:extLst>
              </p:cNvPr>
              <p:cNvSpPr/>
              <p:nvPr>
                <p:custDataLst>
                  <p:tags r:id="rId4"/>
                </p:custDataLst>
              </p:nvPr>
            </p:nvSpPr>
            <p:spPr>
              <a:xfrm>
                <a:off x="10571787" y="3861048"/>
                <a:ext cx="788973" cy="2080407"/>
              </a:xfrm>
              <a:prstGeom prst="rect">
                <a:avLst/>
              </a:prstGeom>
              <a:noFill/>
              <a:ln w="9525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4">
                        <a:lumMod val="20000"/>
                        <a:lumOff val="80000"/>
                      </a:schemeClr>
                    </a:solidFill>
                  </a14:hiddenFill>
                </a:ext>
                <a:ext uri="{91240B29-F687-4F45-9708-019B960494DF}">
                  <a14:hiddenLine xmlns:a14="http://schemas.microsoft.com/office/drawing/2010/main" w="9525" cap="rnd" cmpd="sng" algn="ctr">
                    <a:solidFill>
                      <a:schemeClr val="accent4">
                        <a:lumMod val="75000"/>
                      </a:schemeClr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ko-KR" sz="1108" b="1" dirty="0">
                    <a:solidFill>
                      <a:schemeClr val="accent5"/>
                    </a:solidFill>
                  </a:rPr>
                  <a:t>(</a:t>
                </a:r>
                <a:r>
                  <a:rPr lang="ko-KR" altLang="en-US" sz="1108" b="1" dirty="0" err="1">
                    <a:solidFill>
                      <a:schemeClr val="accent5"/>
                    </a:solidFill>
                  </a:rPr>
                  <a:t>가능시</a:t>
                </a:r>
                <a:r>
                  <a:rPr lang="en-US" altLang="ko-KR" sz="1108" b="1" dirty="0">
                    <a:solidFill>
                      <a:schemeClr val="accent5"/>
                    </a:solidFill>
                  </a:rPr>
                  <a:t>)</a:t>
                </a:r>
              </a:p>
              <a:p>
                <a:pPr algn="ctr"/>
                <a:r>
                  <a:rPr lang="ko-KR" altLang="en-US" sz="1108" b="1" dirty="0">
                    <a:solidFill>
                      <a:schemeClr val="accent5"/>
                    </a:solidFill>
                  </a:rPr>
                  <a:t>向 역량 강화</a:t>
                </a:r>
                <a:br>
                  <a:rPr lang="en-US" altLang="ko-KR" sz="1231" dirty="0">
                    <a:solidFill>
                      <a:schemeClr val="accent5"/>
                    </a:solidFill>
                  </a:rPr>
                </a:br>
                <a:endParaRPr lang="en-US" altLang="ko-KR" sz="1231" dirty="0">
                  <a:solidFill>
                    <a:schemeClr val="accent5"/>
                  </a:solidFill>
                </a:endParaRPr>
              </a:p>
              <a:p>
                <a:pPr algn="ctr"/>
                <a:r>
                  <a:rPr lang="ko-KR" altLang="en-US" sz="985" dirty="0">
                    <a:solidFill>
                      <a:schemeClr val="accent5"/>
                    </a:solidFill>
                  </a:rPr>
                  <a:t>역량</a:t>
                </a:r>
                <a:r>
                  <a:rPr lang="en-US" altLang="ko-KR" sz="985" baseline="30000" dirty="0">
                    <a:solidFill>
                      <a:schemeClr val="accent5"/>
                    </a:solidFill>
                  </a:rPr>
                  <a:t>2</a:t>
                </a:r>
                <a:r>
                  <a:rPr lang="ko-KR" altLang="en-US" sz="985" dirty="0">
                    <a:solidFill>
                      <a:schemeClr val="accent5"/>
                    </a:solidFill>
                  </a:rPr>
                  <a:t> </a:t>
                </a:r>
                <a:br>
                  <a:rPr lang="en-US" altLang="ko-KR" sz="985" dirty="0">
                    <a:solidFill>
                      <a:schemeClr val="accent5"/>
                    </a:solidFill>
                  </a:rPr>
                </a:br>
                <a:r>
                  <a:rPr lang="ko-KR" altLang="en-US" sz="985" dirty="0">
                    <a:solidFill>
                      <a:schemeClr val="accent5"/>
                    </a:solidFill>
                  </a:rPr>
                  <a:t>확보</a:t>
                </a:r>
                <a:endParaRPr lang="en-US" altLang="ko-KR" sz="985" dirty="0">
                  <a:solidFill>
                    <a:schemeClr val="accent5"/>
                  </a:solidFill>
                  <a:latin typeface="+mn-ea"/>
                </a:endParaRPr>
              </a:p>
            </p:txBody>
          </p:sp>
          <p:sp>
            <p:nvSpPr>
              <p:cNvPr id="92" name="Rectangle: Rounded Corners 80">
                <a:extLst>
                  <a:ext uri="{FF2B5EF4-FFF2-40B4-BE49-F238E27FC236}">
                    <a16:creationId xmlns:a16="http://schemas.microsoft.com/office/drawing/2014/main" id="{0940777C-716A-2B54-993D-DDC32AD88764}"/>
                  </a:ext>
                </a:extLst>
              </p:cNvPr>
              <p:cNvSpPr/>
              <p:nvPr/>
            </p:nvSpPr>
            <p:spPr>
              <a:xfrm>
                <a:off x="10571788" y="3436269"/>
                <a:ext cx="788973" cy="279065"/>
              </a:xfrm>
              <a:prstGeom prst="rect">
                <a:avLst/>
              </a:prstGeom>
              <a:noFill/>
              <a:ln w="9525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C8EEE9"/>
                    </a:solidFill>
                  </a14:hiddenFill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ko-KR" sz="1354">
                    <a:solidFill>
                      <a:srgbClr val="FFFFFF"/>
                    </a:solidFill>
                    <a:latin typeface="+mn-ea"/>
                  </a:rPr>
                  <a:t>2025 4Q</a:t>
                </a:r>
                <a:r>
                  <a:rPr lang="en-US" altLang="ko-KR" sz="1354" baseline="30000">
                    <a:solidFill>
                      <a:srgbClr val="FFFFFF"/>
                    </a:solidFill>
                    <a:latin typeface="+mn-ea"/>
                  </a:rPr>
                  <a:t>3</a:t>
                </a:r>
              </a:p>
            </p:txBody>
          </p:sp>
          <p:sp>
            <p:nvSpPr>
              <p:cNvPr id="93" name="Rectangle: Rounded Corners 80">
                <a:extLst>
                  <a:ext uri="{FF2B5EF4-FFF2-40B4-BE49-F238E27FC236}">
                    <a16:creationId xmlns:a16="http://schemas.microsoft.com/office/drawing/2014/main" id="{E399AD68-8D24-0380-474A-E6E90E1F2C2C}"/>
                  </a:ext>
                </a:extLst>
              </p:cNvPr>
              <p:cNvSpPr/>
              <p:nvPr/>
            </p:nvSpPr>
            <p:spPr>
              <a:xfrm>
                <a:off x="10571788" y="5662390"/>
                <a:ext cx="788973" cy="279065"/>
              </a:xfrm>
              <a:prstGeom prst="rect">
                <a:avLst/>
              </a:prstGeom>
              <a:noFill/>
              <a:ln w="9525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C8EEE9"/>
                    </a:solidFill>
                  </a14:hiddenFill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ko-KR" sz="1292" b="1" dirty="0">
                    <a:solidFill>
                      <a:srgbClr val="FFFFFF"/>
                    </a:solidFill>
                    <a:latin typeface="+mn-ea"/>
                  </a:rPr>
                  <a:t>5~10</a:t>
                </a:r>
                <a:r>
                  <a:rPr lang="ko-KR" altLang="en-US" sz="1292" b="1" dirty="0">
                    <a:solidFill>
                      <a:srgbClr val="FFFFFF"/>
                    </a:solidFill>
                    <a:latin typeface="+mn-ea"/>
                  </a:rPr>
                  <a:t>억</a:t>
                </a:r>
                <a:endParaRPr lang="en-US" altLang="ko-KR" sz="1292" b="1" dirty="0">
                  <a:solidFill>
                    <a:srgbClr val="FFFFFF"/>
                  </a:solidFill>
                  <a:latin typeface="+mn-ea"/>
                </a:endParaRPr>
              </a:p>
            </p:txBody>
          </p:sp>
        </p:grpSp>
        <p:cxnSp>
          <p:nvCxnSpPr>
            <p:cNvPr id="94" name="Straight Connector 184">
              <a:extLst>
                <a:ext uri="{FF2B5EF4-FFF2-40B4-BE49-F238E27FC236}">
                  <a16:creationId xmlns:a16="http://schemas.microsoft.com/office/drawing/2014/main" id="{F622BAEA-8F6A-BEDA-3EA4-4818FBDBFA74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757804" y="5015341"/>
              <a:ext cx="214327" cy="0"/>
            </a:xfrm>
            <a:prstGeom prst="line">
              <a:avLst/>
            </a:prstGeom>
            <a:ln w="12700" cap="rnd" cmpd="sng" algn="ctr">
              <a:solidFill>
                <a:srgbClr val="FFFFFF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Connector 189">
              <a:extLst>
                <a:ext uri="{FF2B5EF4-FFF2-40B4-BE49-F238E27FC236}">
                  <a16:creationId xmlns:a16="http://schemas.microsoft.com/office/drawing/2014/main" id="{968117E0-5302-1A28-1E57-70D6F3D44EB9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643223" y="5015341"/>
              <a:ext cx="214327" cy="0"/>
            </a:xfrm>
            <a:prstGeom prst="line">
              <a:avLst/>
            </a:prstGeom>
            <a:ln w="12700" cap="rnd" cmpd="sng" algn="ctr">
              <a:solidFill>
                <a:srgbClr val="FFFFFF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Straight Connector 192">
              <a:extLst>
                <a:ext uri="{FF2B5EF4-FFF2-40B4-BE49-F238E27FC236}">
                  <a16:creationId xmlns:a16="http://schemas.microsoft.com/office/drawing/2014/main" id="{7A0A502B-1787-7434-8366-9A021614E073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531924" y="5015341"/>
              <a:ext cx="214327" cy="0"/>
            </a:xfrm>
            <a:prstGeom prst="line">
              <a:avLst/>
            </a:prstGeom>
            <a:ln w="12700" cap="rnd" cmpd="sng" algn="ctr">
              <a:solidFill>
                <a:srgbClr val="FFFFFF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Straight Connector 196">
              <a:extLst>
                <a:ext uri="{FF2B5EF4-FFF2-40B4-BE49-F238E27FC236}">
                  <a16:creationId xmlns:a16="http://schemas.microsoft.com/office/drawing/2014/main" id="{E04C4029-8ECB-4EF6-09D9-6BF89F56384F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402463" y="5015341"/>
              <a:ext cx="214327" cy="0"/>
            </a:xfrm>
            <a:prstGeom prst="line">
              <a:avLst/>
            </a:prstGeom>
            <a:ln w="12700" cap="rnd" cmpd="sng" algn="ctr">
              <a:solidFill>
                <a:srgbClr val="FFFFFF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98" name="Group 204">
              <a:extLst>
                <a:ext uri="{FF2B5EF4-FFF2-40B4-BE49-F238E27FC236}">
                  <a16:creationId xmlns:a16="http://schemas.microsoft.com/office/drawing/2014/main" id="{E8CE6BA4-6F52-33A0-614A-643970AE8460}"/>
                </a:ext>
              </a:extLst>
            </p:cNvPr>
            <p:cNvGrpSpPr/>
            <p:nvPr/>
          </p:nvGrpSpPr>
          <p:grpSpPr>
            <a:xfrm>
              <a:off x="1864968" y="5188469"/>
              <a:ext cx="2644659" cy="1881092"/>
              <a:chOff x="7878904" y="3755282"/>
              <a:chExt cx="2644659" cy="2157589"/>
            </a:xfrm>
          </p:grpSpPr>
          <p:cxnSp>
            <p:nvCxnSpPr>
              <p:cNvPr id="99" name="Straight Connector 185">
                <a:extLst>
                  <a:ext uri="{FF2B5EF4-FFF2-40B4-BE49-F238E27FC236}">
                    <a16:creationId xmlns:a16="http://schemas.microsoft.com/office/drawing/2014/main" id="{5CA7D312-BF26-0702-2B98-C522BC6FF051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6800109" y="4834077"/>
                <a:ext cx="2157589" cy="0"/>
              </a:xfrm>
              <a:prstGeom prst="line">
                <a:avLst/>
              </a:prstGeom>
              <a:ln w="12700" cap="rnd" cmpd="sng" algn="ctr">
                <a:solidFill>
                  <a:srgbClr val="00746E"/>
                </a:solidFill>
                <a:prstDash val="sysDot"/>
                <a:round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0" name="Straight Connector 190">
                <a:extLst>
                  <a:ext uri="{FF2B5EF4-FFF2-40B4-BE49-F238E27FC236}">
                    <a16:creationId xmlns:a16="http://schemas.microsoft.com/office/drawing/2014/main" id="{6BF39E4A-DB9A-B04D-19D3-E721B72A7E89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7685528" y="4834077"/>
                <a:ext cx="2157589" cy="0"/>
              </a:xfrm>
              <a:prstGeom prst="line">
                <a:avLst/>
              </a:prstGeom>
              <a:ln w="12700" cap="rnd" cmpd="sng" algn="ctr">
                <a:solidFill>
                  <a:srgbClr val="00746E"/>
                </a:solidFill>
                <a:prstDash val="sysDot"/>
                <a:round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1" name="Straight Connector 193">
                <a:extLst>
                  <a:ext uri="{FF2B5EF4-FFF2-40B4-BE49-F238E27FC236}">
                    <a16:creationId xmlns:a16="http://schemas.microsoft.com/office/drawing/2014/main" id="{3093C424-EA21-4121-0B15-66371405DEFD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8574229" y="4834077"/>
                <a:ext cx="2157589" cy="0"/>
              </a:xfrm>
              <a:prstGeom prst="line">
                <a:avLst/>
              </a:prstGeom>
              <a:ln w="12700" cap="rnd" cmpd="sng" algn="ctr">
                <a:solidFill>
                  <a:srgbClr val="00746E"/>
                </a:solidFill>
                <a:prstDash val="sysDot"/>
                <a:round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2" name="Straight Connector 197">
                <a:extLst>
                  <a:ext uri="{FF2B5EF4-FFF2-40B4-BE49-F238E27FC236}">
                    <a16:creationId xmlns:a16="http://schemas.microsoft.com/office/drawing/2014/main" id="{AC7A6218-3108-CA15-A845-FBC5084255FD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9444768" y="4834077"/>
                <a:ext cx="2157589" cy="0"/>
              </a:xfrm>
              <a:prstGeom prst="line">
                <a:avLst/>
              </a:prstGeom>
              <a:ln w="12700" cap="rnd" cmpd="sng" algn="ctr">
                <a:solidFill>
                  <a:srgbClr val="00746E"/>
                </a:solidFill>
                <a:prstDash val="sysDot"/>
                <a:round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3" name="Group 205">
              <a:extLst>
                <a:ext uri="{FF2B5EF4-FFF2-40B4-BE49-F238E27FC236}">
                  <a16:creationId xmlns:a16="http://schemas.microsoft.com/office/drawing/2014/main" id="{766F6F81-FA57-7E6A-3653-F5C26BA4B43D}"/>
                </a:ext>
              </a:extLst>
            </p:cNvPr>
            <p:cNvGrpSpPr/>
            <p:nvPr/>
          </p:nvGrpSpPr>
          <p:grpSpPr>
            <a:xfrm>
              <a:off x="1864968" y="7146264"/>
              <a:ext cx="2644659" cy="187358"/>
              <a:chOff x="7878904" y="3755282"/>
              <a:chExt cx="2644659" cy="2157589"/>
            </a:xfrm>
          </p:grpSpPr>
          <p:cxnSp>
            <p:nvCxnSpPr>
              <p:cNvPr id="104" name="Straight Connector 206">
                <a:extLst>
                  <a:ext uri="{FF2B5EF4-FFF2-40B4-BE49-F238E27FC236}">
                    <a16:creationId xmlns:a16="http://schemas.microsoft.com/office/drawing/2014/main" id="{C58EAD2B-5DFC-6111-A37C-DC6B34CBF5E9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6800109" y="4834077"/>
                <a:ext cx="2157589" cy="0"/>
              </a:xfrm>
              <a:prstGeom prst="line">
                <a:avLst/>
              </a:prstGeom>
              <a:ln w="12700" cap="rnd" cmpd="sng" algn="ctr">
                <a:solidFill>
                  <a:srgbClr val="FFFFFF"/>
                </a:solidFill>
                <a:prstDash val="sysDot"/>
                <a:round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5" name="Straight Connector 207">
                <a:extLst>
                  <a:ext uri="{FF2B5EF4-FFF2-40B4-BE49-F238E27FC236}">
                    <a16:creationId xmlns:a16="http://schemas.microsoft.com/office/drawing/2014/main" id="{A2597250-8B25-15CD-4406-D78682F08771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7685528" y="4834077"/>
                <a:ext cx="2157589" cy="0"/>
              </a:xfrm>
              <a:prstGeom prst="line">
                <a:avLst/>
              </a:prstGeom>
              <a:ln w="12700" cap="rnd" cmpd="sng" algn="ctr">
                <a:solidFill>
                  <a:srgbClr val="FFFFFF"/>
                </a:solidFill>
                <a:prstDash val="sysDot"/>
                <a:round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6" name="Straight Connector 208">
                <a:extLst>
                  <a:ext uri="{FF2B5EF4-FFF2-40B4-BE49-F238E27FC236}">
                    <a16:creationId xmlns:a16="http://schemas.microsoft.com/office/drawing/2014/main" id="{A55F6655-605F-8981-7CFD-6017B9CECF6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8574229" y="4834077"/>
                <a:ext cx="2157589" cy="0"/>
              </a:xfrm>
              <a:prstGeom prst="line">
                <a:avLst/>
              </a:prstGeom>
              <a:ln w="12700" cap="rnd" cmpd="sng" algn="ctr">
                <a:solidFill>
                  <a:srgbClr val="FFFFFF"/>
                </a:solidFill>
                <a:prstDash val="sysDot"/>
                <a:round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" name="Straight Connector 209">
                <a:extLst>
                  <a:ext uri="{FF2B5EF4-FFF2-40B4-BE49-F238E27FC236}">
                    <a16:creationId xmlns:a16="http://schemas.microsoft.com/office/drawing/2014/main" id="{999B62A9-59A6-92D6-287B-D30D848478F5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9444768" y="4834077"/>
                <a:ext cx="2157589" cy="0"/>
              </a:xfrm>
              <a:prstGeom prst="line">
                <a:avLst/>
              </a:prstGeom>
              <a:ln w="12700" cap="rnd" cmpd="sng" algn="ctr">
                <a:solidFill>
                  <a:srgbClr val="FFFFFF"/>
                </a:solidFill>
                <a:prstDash val="sysDot"/>
                <a:round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73795698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직사각형 79">
            <a:extLst>
              <a:ext uri="{FF2B5EF4-FFF2-40B4-BE49-F238E27FC236}">
                <a16:creationId xmlns:a16="http://schemas.microsoft.com/office/drawing/2014/main" id="{1215B85E-7D67-86FE-E3AF-548D910FF447}"/>
              </a:ext>
            </a:extLst>
          </p:cNvPr>
          <p:cNvSpPr/>
          <p:nvPr/>
        </p:nvSpPr>
        <p:spPr>
          <a:xfrm>
            <a:off x="813155" y="4280167"/>
            <a:ext cx="423440" cy="68542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08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3B251A3-E672-5DCE-76E9-2805351A56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0F74692-AA34-FA37-1F63-B8D124D381D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DEB8928-4727-3A44-523B-674DF12C3406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3DFBBC6A-3425-4C62-80BA-0DDE16A15D08}" type="slidenum">
              <a:rPr lang="ko-KR" altLang="en-US" smtClean="0"/>
              <a:pPr/>
              <a:t>39</a:t>
            </a:fld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DD6DB781-4156-20D9-DB8B-AC1BED6C0FC5}"/>
              </a:ext>
            </a:extLst>
          </p:cNvPr>
          <p:cNvSpPr/>
          <p:nvPr/>
        </p:nvSpPr>
        <p:spPr>
          <a:xfrm>
            <a:off x="6263517" y="3585476"/>
            <a:ext cx="407910" cy="1001572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723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B67B3798-8068-7181-1207-C463891F28D4}"/>
              </a:ext>
            </a:extLst>
          </p:cNvPr>
          <p:cNvSpPr/>
          <p:nvPr/>
        </p:nvSpPr>
        <p:spPr>
          <a:xfrm>
            <a:off x="4800135" y="4665176"/>
            <a:ext cx="407910" cy="29260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723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0366085D-FDF7-46C0-548B-10F104F0E385}"/>
              </a:ext>
            </a:extLst>
          </p:cNvPr>
          <p:cNvSpPr/>
          <p:nvPr/>
        </p:nvSpPr>
        <p:spPr>
          <a:xfrm>
            <a:off x="5531377" y="4355372"/>
            <a:ext cx="407910" cy="60240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723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D36A19BB-8503-FD47-8EBC-D56669F74F7B}"/>
              </a:ext>
            </a:extLst>
          </p:cNvPr>
          <p:cNvSpPr/>
          <p:nvPr/>
        </p:nvSpPr>
        <p:spPr>
          <a:xfrm>
            <a:off x="6263517" y="4211379"/>
            <a:ext cx="407910" cy="7464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723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CE0A24-8CA5-CC04-5277-CFB4FC4EDA8B}"/>
              </a:ext>
            </a:extLst>
          </p:cNvPr>
          <p:cNvSpPr txBox="1"/>
          <p:nvPr/>
        </p:nvSpPr>
        <p:spPr>
          <a:xfrm>
            <a:off x="4758639" y="4426586"/>
            <a:ext cx="575505" cy="2817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31" b="1" dirty="0"/>
              <a:t>222</a:t>
            </a:r>
            <a:endParaRPr lang="ko-KR" altLang="en-US" sz="1231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E6C2B3A-023E-AE64-C603-D48BBBF3106C}"/>
              </a:ext>
            </a:extLst>
          </p:cNvPr>
          <p:cNvSpPr txBox="1"/>
          <p:nvPr/>
        </p:nvSpPr>
        <p:spPr>
          <a:xfrm>
            <a:off x="5474344" y="4114073"/>
            <a:ext cx="608375" cy="2817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31" b="1" dirty="0"/>
              <a:t>333</a:t>
            </a:r>
            <a:endParaRPr lang="ko-KR" altLang="en-US" sz="1231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B63E56-DACB-04C7-01B7-336CBBEA37A4}"/>
              </a:ext>
            </a:extLst>
          </p:cNvPr>
          <p:cNvSpPr txBox="1"/>
          <p:nvPr/>
        </p:nvSpPr>
        <p:spPr>
          <a:xfrm>
            <a:off x="6222918" y="4202557"/>
            <a:ext cx="522577" cy="2628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8" b="1" dirty="0"/>
              <a:t>509</a:t>
            </a:r>
            <a:endParaRPr lang="ko-KR" altLang="en-US" sz="1108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87A64B6-4B39-9083-1D3E-929BA1578EB8}"/>
              </a:ext>
            </a:extLst>
          </p:cNvPr>
          <p:cNvSpPr txBox="1"/>
          <p:nvPr/>
        </p:nvSpPr>
        <p:spPr>
          <a:xfrm>
            <a:off x="6142121" y="3310076"/>
            <a:ext cx="688550" cy="2817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>
              <a:defRPr sz="1100" b="1">
                <a:solidFill>
                  <a:srgbClr val="00746E"/>
                </a:solidFill>
              </a:defRPr>
            </a:lvl1pPr>
          </a:lstStyle>
          <a:p>
            <a:r>
              <a:rPr lang="en-US" altLang="ko-KR" sz="1231" dirty="0">
                <a:solidFill>
                  <a:schemeClr val="accent6"/>
                </a:solidFill>
              </a:rPr>
              <a:t>2,000</a:t>
            </a:r>
            <a:endParaRPr lang="ko-KR" altLang="en-US" sz="1231" dirty="0">
              <a:solidFill>
                <a:schemeClr val="accent6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A719CCA-E451-7B24-143A-0770BE35F43D}"/>
              </a:ext>
            </a:extLst>
          </p:cNvPr>
          <p:cNvSpPr txBox="1"/>
          <p:nvPr/>
        </p:nvSpPr>
        <p:spPr>
          <a:xfrm>
            <a:off x="6860756" y="3220054"/>
            <a:ext cx="688550" cy="2817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31" b="1" dirty="0">
                <a:solidFill>
                  <a:schemeClr val="accent6"/>
                </a:solidFill>
              </a:rPr>
              <a:t>2,069</a:t>
            </a:r>
            <a:endParaRPr lang="ko-KR" altLang="en-US" sz="1231" b="1" dirty="0">
              <a:solidFill>
                <a:schemeClr val="accent6"/>
              </a:solidFill>
            </a:endParaRPr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122E3E5E-12D5-4200-C968-4848C406E18F}"/>
              </a:ext>
            </a:extLst>
          </p:cNvPr>
          <p:cNvGrpSpPr/>
          <p:nvPr/>
        </p:nvGrpSpPr>
        <p:grpSpPr>
          <a:xfrm>
            <a:off x="4680014" y="5026248"/>
            <a:ext cx="2873655" cy="170496"/>
            <a:chOff x="1630535" y="2230901"/>
            <a:chExt cx="2396133" cy="126531"/>
          </a:xfrm>
        </p:grpSpPr>
        <p:sp>
          <p:nvSpPr>
            <p:cNvPr id="15" name="내용 개체 틀 2">
              <a:extLst>
                <a:ext uri="{FF2B5EF4-FFF2-40B4-BE49-F238E27FC236}">
                  <a16:creationId xmlns:a16="http://schemas.microsoft.com/office/drawing/2014/main" id="{4EDBB26D-F134-6821-1150-4C20F6693821}"/>
                </a:ext>
              </a:extLst>
            </p:cNvPr>
            <p:cNvSpPr txBox="1">
              <a:spLocks/>
            </p:cNvSpPr>
            <p:nvPr/>
          </p:nvSpPr>
          <p:spPr>
            <a:xfrm>
              <a:off x="2221569" y="2230901"/>
              <a:ext cx="623030" cy="126531"/>
            </a:xfrm>
            <a:prstGeom prst="rect">
              <a:avLst/>
            </a:prstGeom>
          </p:spPr>
          <p:txBody>
            <a:bodyPr vert="horz" wrap="square" lIns="0" tIns="0" rIns="0" bIns="0" rtlCol="0" anchor="t" anchorCtr="0">
              <a:spAutoFit/>
            </a:bodyPr>
            <a:lstStyle>
              <a:lvl1pPr marL="174625" lvl="0" indent="-174625" latinLnBrk="0">
                <a:spcBef>
                  <a:spcPts val="0"/>
                </a:spcBef>
                <a:buFont typeface="Wingdings" panose="05000000000000000000" pitchFamily="2" charset="2"/>
                <a:buChar char="§"/>
                <a:defRPr sz="1400">
                  <a:latin typeface="Arial" panose="020B0604020202020204" pitchFamily="34" charset="0"/>
                  <a:cs typeface="Arial" panose="020B0604020202020204" pitchFamily="34" charset="0"/>
                </a:defRPr>
              </a:lvl1pPr>
              <a:lvl2pPr marL="363538" lvl="1" indent="-188913" latinLnBrk="0">
                <a:spcBef>
                  <a:spcPts val="0"/>
                </a:spcBef>
                <a:buFont typeface="Arial" panose="020B0604020202020204" pitchFamily="34" charset="0"/>
                <a:buChar char="–"/>
                <a:defRPr sz="1400">
                  <a:latin typeface="Arial" panose="020B0604020202020204" pitchFamily="34" charset="0"/>
                  <a:cs typeface="Arial" panose="020B0604020202020204" pitchFamily="34" charset="0"/>
                </a:defRPr>
              </a:lvl2pPr>
              <a:lvl3pPr marL="538163" lvl="2" indent="-174625" latinLnBrk="0">
                <a:spcBef>
                  <a:spcPts val="0"/>
                </a:spcBef>
                <a:buFont typeface="바탕" panose="02030600000101010101" pitchFamily="18" charset="-127"/>
                <a:buChar char="∙"/>
                <a:defRPr sz="1400">
                  <a:latin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1400">
                  <a:latin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»"/>
                <a:defRPr sz="1400">
                  <a:latin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000"/>
              </a:lvl6pPr>
              <a:lvl7pPr marL="29718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000"/>
              </a:lvl7pPr>
              <a:lvl8pPr marL="34290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000"/>
              </a:lvl8pPr>
              <a:lvl9pPr marL="38862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000"/>
              </a:lvl9pPr>
            </a:lstStyle>
            <a:p>
              <a:pPr marL="0" indent="0" algn="ctr">
                <a:buNone/>
              </a:pPr>
              <a:r>
                <a:rPr lang="en-US" altLang="ko-KR" sz="1108" b="1" spc="-37">
                  <a:latin typeface="+mn-ea"/>
                  <a:cs typeface="Pretendard" panose="02000503000000020004" pitchFamily="50" charset="-127"/>
                </a:rPr>
                <a:t>24</a:t>
              </a:r>
              <a:r>
                <a:rPr lang="ko-KR" altLang="en-US" sz="1108" b="1" spc="-37">
                  <a:latin typeface="+mn-ea"/>
                  <a:cs typeface="Pretendard" panose="02000503000000020004" pitchFamily="50" charset="-127"/>
                </a:rPr>
                <a:t>년</a:t>
              </a:r>
            </a:p>
          </p:txBody>
        </p:sp>
        <p:sp>
          <p:nvSpPr>
            <p:cNvPr id="16" name="내용 개체 틀 2">
              <a:extLst>
                <a:ext uri="{FF2B5EF4-FFF2-40B4-BE49-F238E27FC236}">
                  <a16:creationId xmlns:a16="http://schemas.microsoft.com/office/drawing/2014/main" id="{7010A1B8-4F29-4217-EBDB-068D39262311}"/>
                </a:ext>
              </a:extLst>
            </p:cNvPr>
            <p:cNvSpPr txBox="1">
              <a:spLocks/>
            </p:cNvSpPr>
            <p:nvPr/>
          </p:nvSpPr>
          <p:spPr>
            <a:xfrm>
              <a:off x="2812603" y="2230901"/>
              <a:ext cx="623030" cy="126531"/>
            </a:xfrm>
            <a:prstGeom prst="rect">
              <a:avLst/>
            </a:prstGeom>
          </p:spPr>
          <p:txBody>
            <a:bodyPr vert="horz" wrap="square" lIns="0" tIns="0" rIns="0" bIns="0" rtlCol="0" anchor="t" anchorCtr="0">
              <a:spAutoFit/>
            </a:bodyPr>
            <a:lstStyle>
              <a:lvl1pPr marL="174625" lvl="0" indent="-174625" latinLnBrk="0">
                <a:spcBef>
                  <a:spcPts val="0"/>
                </a:spcBef>
                <a:buFont typeface="Wingdings" panose="05000000000000000000" pitchFamily="2" charset="2"/>
                <a:buChar char="§"/>
                <a:defRPr sz="1400">
                  <a:latin typeface="Arial" panose="020B0604020202020204" pitchFamily="34" charset="0"/>
                  <a:cs typeface="Arial" panose="020B0604020202020204" pitchFamily="34" charset="0"/>
                </a:defRPr>
              </a:lvl1pPr>
              <a:lvl2pPr marL="363538" lvl="1" indent="-188913" latinLnBrk="0">
                <a:spcBef>
                  <a:spcPts val="0"/>
                </a:spcBef>
                <a:buFont typeface="Arial" panose="020B0604020202020204" pitchFamily="34" charset="0"/>
                <a:buChar char="–"/>
                <a:defRPr sz="1400">
                  <a:latin typeface="Arial" panose="020B0604020202020204" pitchFamily="34" charset="0"/>
                  <a:cs typeface="Arial" panose="020B0604020202020204" pitchFamily="34" charset="0"/>
                </a:defRPr>
              </a:lvl2pPr>
              <a:lvl3pPr marL="538163" lvl="2" indent="-174625" latinLnBrk="0">
                <a:spcBef>
                  <a:spcPts val="0"/>
                </a:spcBef>
                <a:buFont typeface="바탕" panose="02030600000101010101" pitchFamily="18" charset="-127"/>
                <a:buChar char="∙"/>
                <a:defRPr sz="1400">
                  <a:latin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1400">
                  <a:latin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»"/>
                <a:defRPr sz="1400">
                  <a:latin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000"/>
              </a:lvl6pPr>
              <a:lvl7pPr marL="29718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000"/>
              </a:lvl7pPr>
              <a:lvl8pPr marL="34290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000"/>
              </a:lvl8pPr>
              <a:lvl9pPr marL="38862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000"/>
              </a:lvl9pPr>
            </a:lstStyle>
            <a:p>
              <a:pPr marL="0" indent="0" algn="ctr">
                <a:buNone/>
              </a:pPr>
              <a:r>
                <a:rPr lang="en-US" altLang="ko-KR" sz="1108" b="1" spc="-37">
                  <a:latin typeface="+mn-ea"/>
                  <a:cs typeface="Pretendard" panose="02000503000000020004" pitchFamily="50" charset="-127"/>
                </a:rPr>
                <a:t>25</a:t>
              </a:r>
              <a:r>
                <a:rPr lang="ko-KR" altLang="en-US" sz="1108" b="1" spc="-37">
                  <a:latin typeface="+mn-ea"/>
                  <a:cs typeface="Pretendard" panose="02000503000000020004" pitchFamily="50" charset="-127"/>
                </a:rPr>
                <a:t>년</a:t>
              </a:r>
            </a:p>
          </p:txBody>
        </p:sp>
        <p:sp>
          <p:nvSpPr>
            <p:cNvPr id="17" name="내용 개체 틀 2">
              <a:extLst>
                <a:ext uri="{FF2B5EF4-FFF2-40B4-BE49-F238E27FC236}">
                  <a16:creationId xmlns:a16="http://schemas.microsoft.com/office/drawing/2014/main" id="{B0881955-58AF-3D86-B3EF-1ADAD2B652A6}"/>
                </a:ext>
              </a:extLst>
            </p:cNvPr>
            <p:cNvSpPr txBox="1">
              <a:spLocks/>
            </p:cNvSpPr>
            <p:nvPr/>
          </p:nvSpPr>
          <p:spPr>
            <a:xfrm>
              <a:off x="3403638" y="2230901"/>
              <a:ext cx="623030" cy="126531"/>
            </a:xfrm>
            <a:prstGeom prst="rect">
              <a:avLst/>
            </a:prstGeom>
          </p:spPr>
          <p:txBody>
            <a:bodyPr vert="horz" wrap="square" lIns="0" tIns="0" rIns="0" bIns="0" rtlCol="0" anchor="t" anchorCtr="0">
              <a:spAutoFit/>
            </a:bodyPr>
            <a:lstStyle>
              <a:lvl1pPr marL="174625" lvl="0" indent="-174625" latinLnBrk="0">
                <a:spcBef>
                  <a:spcPts val="0"/>
                </a:spcBef>
                <a:buFont typeface="Wingdings" panose="05000000000000000000" pitchFamily="2" charset="2"/>
                <a:buChar char="§"/>
                <a:defRPr sz="1400">
                  <a:latin typeface="Arial" panose="020B0604020202020204" pitchFamily="34" charset="0"/>
                  <a:cs typeface="Arial" panose="020B0604020202020204" pitchFamily="34" charset="0"/>
                </a:defRPr>
              </a:lvl1pPr>
              <a:lvl2pPr marL="363538" lvl="1" indent="-188913" latinLnBrk="0">
                <a:spcBef>
                  <a:spcPts val="0"/>
                </a:spcBef>
                <a:buFont typeface="Arial" panose="020B0604020202020204" pitchFamily="34" charset="0"/>
                <a:buChar char="–"/>
                <a:defRPr sz="1400">
                  <a:latin typeface="Arial" panose="020B0604020202020204" pitchFamily="34" charset="0"/>
                  <a:cs typeface="Arial" panose="020B0604020202020204" pitchFamily="34" charset="0"/>
                </a:defRPr>
              </a:lvl2pPr>
              <a:lvl3pPr marL="538163" lvl="2" indent="-174625" latinLnBrk="0">
                <a:spcBef>
                  <a:spcPts val="0"/>
                </a:spcBef>
                <a:buFont typeface="바탕" panose="02030600000101010101" pitchFamily="18" charset="-127"/>
                <a:buChar char="∙"/>
                <a:defRPr sz="1400">
                  <a:latin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1400">
                  <a:latin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»"/>
                <a:defRPr sz="1400">
                  <a:latin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000"/>
              </a:lvl6pPr>
              <a:lvl7pPr marL="29718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000"/>
              </a:lvl7pPr>
              <a:lvl8pPr marL="34290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000"/>
              </a:lvl8pPr>
              <a:lvl9pPr marL="38862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000"/>
              </a:lvl9pPr>
            </a:lstStyle>
            <a:p>
              <a:pPr marL="0" indent="0" algn="ctr">
                <a:buNone/>
              </a:pPr>
              <a:r>
                <a:rPr lang="en-US" altLang="ko-KR" sz="1108" b="1" spc="-37">
                  <a:latin typeface="+mn-ea"/>
                  <a:cs typeface="Pretendard" panose="02000503000000020004" pitchFamily="50" charset="-127"/>
                </a:rPr>
                <a:t>’26</a:t>
              </a:r>
              <a:r>
                <a:rPr lang="ko-KR" altLang="en-US" sz="1108" b="1" spc="-37">
                  <a:latin typeface="+mn-ea"/>
                  <a:cs typeface="Pretendard" panose="02000503000000020004" pitchFamily="50" charset="-127"/>
                </a:rPr>
                <a:t>년</a:t>
              </a:r>
            </a:p>
          </p:txBody>
        </p:sp>
        <p:sp>
          <p:nvSpPr>
            <p:cNvPr id="18" name="내용 개체 틀 2">
              <a:extLst>
                <a:ext uri="{FF2B5EF4-FFF2-40B4-BE49-F238E27FC236}">
                  <a16:creationId xmlns:a16="http://schemas.microsoft.com/office/drawing/2014/main" id="{1011C32A-1084-F878-540C-1443ED1FDE59}"/>
                </a:ext>
              </a:extLst>
            </p:cNvPr>
            <p:cNvSpPr txBox="1">
              <a:spLocks/>
            </p:cNvSpPr>
            <p:nvPr/>
          </p:nvSpPr>
          <p:spPr>
            <a:xfrm>
              <a:off x="1630535" y="2230901"/>
              <a:ext cx="623030" cy="126531"/>
            </a:xfrm>
            <a:prstGeom prst="rect">
              <a:avLst/>
            </a:prstGeom>
          </p:spPr>
          <p:txBody>
            <a:bodyPr vert="horz" wrap="square" lIns="0" tIns="0" rIns="0" bIns="0" rtlCol="0" anchor="t" anchorCtr="0">
              <a:spAutoFit/>
            </a:bodyPr>
            <a:lstStyle>
              <a:lvl1pPr marL="174625" lvl="0" indent="-174625" latinLnBrk="0">
                <a:spcBef>
                  <a:spcPts val="0"/>
                </a:spcBef>
                <a:buFont typeface="Wingdings" panose="05000000000000000000" pitchFamily="2" charset="2"/>
                <a:buChar char="§"/>
                <a:defRPr sz="1400">
                  <a:latin typeface="Arial" panose="020B0604020202020204" pitchFamily="34" charset="0"/>
                  <a:cs typeface="Arial" panose="020B0604020202020204" pitchFamily="34" charset="0"/>
                </a:defRPr>
              </a:lvl1pPr>
              <a:lvl2pPr marL="363538" lvl="1" indent="-188913" latinLnBrk="0">
                <a:spcBef>
                  <a:spcPts val="0"/>
                </a:spcBef>
                <a:buFont typeface="Arial" panose="020B0604020202020204" pitchFamily="34" charset="0"/>
                <a:buChar char="–"/>
                <a:defRPr sz="1400">
                  <a:latin typeface="Arial" panose="020B0604020202020204" pitchFamily="34" charset="0"/>
                  <a:cs typeface="Arial" panose="020B0604020202020204" pitchFamily="34" charset="0"/>
                </a:defRPr>
              </a:lvl2pPr>
              <a:lvl3pPr marL="538163" lvl="2" indent="-174625" latinLnBrk="0">
                <a:spcBef>
                  <a:spcPts val="0"/>
                </a:spcBef>
                <a:buFont typeface="바탕" panose="02030600000101010101" pitchFamily="18" charset="-127"/>
                <a:buChar char="∙"/>
                <a:defRPr sz="1400">
                  <a:latin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1400">
                  <a:latin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»"/>
                <a:defRPr sz="1400">
                  <a:latin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000"/>
              </a:lvl6pPr>
              <a:lvl7pPr marL="29718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000"/>
              </a:lvl7pPr>
              <a:lvl8pPr marL="34290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000"/>
              </a:lvl8pPr>
              <a:lvl9pPr marL="38862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000"/>
              </a:lvl9pPr>
            </a:lstStyle>
            <a:p>
              <a:pPr marL="0" indent="0" algn="ctr">
                <a:buNone/>
              </a:pPr>
              <a:r>
                <a:rPr lang="en-US" altLang="ko-KR" sz="1108" b="1" spc="-37">
                  <a:latin typeface="+mn-ea"/>
                  <a:cs typeface="Pretendard" panose="02000503000000020004" pitchFamily="50" charset="-127"/>
                </a:rPr>
                <a:t>23</a:t>
              </a:r>
              <a:r>
                <a:rPr lang="ko-KR" altLang="en-US" sz="1108" b="1" spc="-37">
                  <a:latin typeface="+mn-ea"/>
                  <a:cs typeface="Pretendard" panose="02000503000000020004" pitchFamily="50" charset="-127"/>
                </a:rPr>
                <a:t>년</a:t>
              </a:r>
            </a:p>
          </p:txBody>
        </p:sp>
      </p:grp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4B3FC1E1-3461-ACC3-7F04-D2E4CC5732DB}"/>
              </a:ext>
            </a:extLst>
          </p:cNvPr>
          <p:cNvSpPr/>
          <p:nvPr/>
        </p:nvSpPr>
        <p:spPr>
          <a:xfrm>
            <a:off x="4326376" y="1871866"/>
            <a:ext cx="3553714" cy="3514674"/>
          </a:xfrm>
          <a:prstGeom prst="rect">
            <a:avLst/>
          </a:prstGeom>
          <a:noFill/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723"/>
          </a:p>
        </p:txBody>
      </p:sp>
      <p:sp>
        <p:nvSpPr>
          <p:cNvPr id="20" name="내용 개체 틀 2">
            <a:extLst>
              <a:ext uri="{FF2B5EF4-FFF2-40B4-BE49-F238E27FC236}">
                <a16:creationId xmlns:a16="http://schemas.microsoft.com/office/drawing/2014/main" id="{83A9C0D1-ADAA-56B0-5E01-21F55B3BC2A1}"/>
              </a:ext>
            </a:extLst>
          </p:cNvPr>
          <p:cNvSpPr txBox="1">
            <a:spLocks/>
          </p:cNvSpPr>
          <p:nvPr/>
        </p:nvSpPr>
        <p:spPr>
          <a:xfrm>
            <a:off x="7154280" y="2019169"/>
            <a:ext cx="650704" cy="156197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ko-KR"/>
            </a:defPPr>
            <a:lvl1pPr marL="174625" lvl="0" indent="-174625" latinLnBrk="0">
              <a:spcBef>
                <a:spcPts val="0"/>
              </a:spcBef>
              <a:buFont typeface="Wingdings" panose="05000000000000000000" pitchFamily="2" charset="2"/>
              <a:buChar char="§"/>
              <a:defRPr sz="1200">
                <a:latin typeface="+mj-lt"/>
                <a:cs typeface="Arial" panose="020B0604020202020204" pitchFamily="34" charset="0"/>
              </a:defRPr>
            </a:lvl1pPr>
            <a:lvl2pPr marL="363538" lvl="1" indent="-188913" latinLnBrk="0">
              <a:spcBef>
                <a:spcPts val="0"/>
              </a:spcBef>
              <a:buFont typeface="Arial" panose="020B0604020202020204" pitchFamily="34" charset="0"/>
              <a:buChar char="-"/>
              <a:defRPr sz="1200">
                <a:latin typeface="+mj-lt"/>
                <a:cs typeface="Arial" panose="020B0604020202020204" pitchFamily="34" charset="0"/>
              </a:defRPr>
            </a:lvl2pPr>
            <a:lvl3pPr marL="538163" lvl="2" indent="-174625" latinLnBrk="0">
              <a:spcBef>
                <a:spcPts val="0"/>
              </a:spcBef>
              <a:buFont typeface="바탕" panose="02030600000101010101" pitchFamily="18" charset="-127"/>
              <a:buChar char="∙"/>
              <a:defRPr sz="1200">
                <a:latin typeface="+mj-lt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/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/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/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/>
            </a:lvl9pPr>
          </a:lstStyle>
          <a:p>
            <a:pPr marL="0" indent="0">
              <a:lnSpc>
                <a:spcPct val="130000"/>
              </a:lnSpc>
              <a:spcAft>
                <a:spcPts val="738"/>
              </a:spcAft>
              <a:buNone/>
            </a:pPr>
            <a:r>
              <a:rPr lang="en-US" altLang="ko-KR" sz="862" spc="-37">
                <a:latin typeface="+mn-ea"/>
                <a:cs typeface="Pretendard" panose="02000503000000020004" pitchFamily="50" charset="-127"/>
              </a:rPr>
              <a:t>(</a:t>
            </a:r>
            <a:r>
              <a:rPr lang="ko-KR" altLang="en-US" sz="862" spc="-37">
                <a:latin typeface="+mn-ea"/>
                <a:cs typeface="Pretendard" panose="02000503000000020004" pitchFamily="50" charset="-127"/>
              </a:rPr>
              <a:t>단위</a:t>
            </a:r>
            <a:r>
              <a:rPr lang="en-US" altLang="ko-KR" sz="862" spc="-37">
                <a:latin typeface="+mn-ea"/>
                <a:cs typeface="Pretendard" panose="02000503000000020004" pitchFamily="50" charset="-127"/>
              </a:rPr>
              <a:t>: </a:t>
            </a:r>
            <a:r>
              <a:rPr lang="ko-KR" altLang="en-US" sz="862" spc="-37">
                <a:latin typeface="+mn-ea"/>
                <a:cs typeface="Pretendard" panose="02000503000000020004" pitchFamily="50" charset="-127"/>
              </a:rPr>
              <a:t>억 원</a:t>
            </a:r>
            <a:r>
              <a:rPr lang="en-US" altLang="ko-KR" sz="862" spc="-37">
                <a:latin typeface="+mn-ea"/>
                <a:cs typeface="Pretendard" panose="02000503000000020004" pitchFamily="50" charset="-127"/>
              </a:rPr>
              <a:t>)</a:t>
            </a:r>
          </a:p>
        </p:txBody>
      </p:sp>
      <p:sp>
        <p:nvSpPr>
          <p:cNvPr id="21" name="내용 개체 틀 2">
            <a:extLst>
              <a:ext uri="{FF2B5EF4-FFF2-40B4-BE49-F238E27FC236}">
                <a16:creationId xmlns:a16="http://schemas.microsoft.com/office/drawing/2014/main" id="{0E962422-4085-3685-46A0-346520F1772C}"/>
              </a:ext>
            </a:extLst>
          </p:cNvPr>
          <p:cNvSpPr txBox="1">
            <a:spLocks/>
          </p:cNvSpPr>
          <p:nvPr/>
        </p:nvSpPr>
        <p:spPr>
          <a:xfrm>
            <a:off x="5427204" y="1788501"/>
            <a:ext cx="1472444" cy="198837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t" anchorCtr="0">
            <a:spAutoFit/>
          </a:bodyPr>
          <a:lstStyle>
            <a:lvl1pPr marL="174625" lvl="0" indent="-174625" latinLnBrk="0">
              <a:spcBef>
                <a:spcPts val="0"/>
              </a:spcBef>
              <a:buFont typeface="Wingdings" panose="05000000000000000000" pitchFamily="2" charset="2"/>
              <a:buChar char="§"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363538" lvl="1" indent="-188913" latinLnBrk="0">
              <a:spcBef>
                <a:spcPts val="0"/>
              </a:spcBef>
              <a:buFont typeface="Arial" panose="020B0604020202020204" pitchFamily="34" charset="0"/>
              <a:buChar char="–"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538163" lvl="2" indent="-174625" latinLnBrk="0">
              <a:spcBef>
                <a:spcPts val="0"/>
              </a:spcBef>
              <a:buFont typeface="바탕" panose="02030600000101010101" pitchFamily="18" charset="-127"/>
              <a:buChar char="∙"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/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/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/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/>
            </a:lvl9pPr>
          </a:lstStyle>
          <a:p>
            <a:pPr marL="0" indent="0" algn="ctr">
              <a:buNone/>
            </a:pPr>
            <a:r>
              <a:rPr lang="en-US" altLang="ko-KR" sz="1292" b="1" spc="-37" dirty="0">
                <a:latin typeface="+mn-ea"/>
                <a:cs typeface="Pretendard" panose="02000503000000020004" pitchFamily="50" charset="-127"/>
              </a:rPr>
              <a:t>EBITDA </a:t>
            </a:r>
            <a:r>
              <a:rPr lang="en-US" altLang="ko-KR" sz="1292" b="1" spc="-37" baseline="30000" dirty="0">
                <a:latin typeface="+mn-ea"/>
                <a:cs typeface="Pretendard" panose="02000503000000020004" pitchFamily="50" charset="-127"/>
              </a:rPr>
              <a:t>XXX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B7D58E9E-6B1E-85EA-4548-6AC9CED2828A}"/>
              </a:ext>
            </a:extLst>
          </p:cNvPr>
          <p:cNvSpPr/>
          <p:nvPr/>
        </p:nvSpPr>
        <p:spPr>
          <a:xfrm>
            <a:off x="9463161" y="3011255"/>
            <a:ext cx="407910" cy="98522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723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A90320F0-F0F3-8E69-4C9B-9B16B08B91F1}"/>
              </a:ext>
            </a:extLst>
          </p:cNvPr>
          <p:cNvSpPr/>
          <p:nvPr/>
        </p:nvSpPr>
        <p:spPr>
          <a:xfrm>
            <a:off x="8731021" y="3011255"/>
            <a:ext cx="407910" cy="138635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723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4EC43FA4-141B-F7FE-766F-A967F3DB9B20}"/>
              </a:ext>
            </a:extLst>
          </p:cNvPr>
          <p:cNvSpPr/>
          <p:nvPr/>
        </p:nvSpPr>
        <p:spPr>
          <a:xfrm>
            <a:off x="8162672" y="1871866"/>
            <a:ext cx="3553714" cy="3514674"/>
          </a:xfrm>
          <a:prstGeom prst="rect">
            <a:avLst/>
          </a:prstGeom>
          <a:noFill/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723"/>
          </a:p>
        </p:txBody>
      </p:sp>
      <p:sp>
        <p:nvSpPr>
          <p:cNvPr id="25" name="내용 개체 틀 2">
            <a:extLst>
              <a:ext uri="{FF2B5EF4-FFF2-40B4-BE49-F238E27FC236}">
                <a16:creationId xmlns:a16="http://schemas.microsoft.com/office/drawing/2014/main" id="{5E4F75DD-A3F3-FEB3-3A59-644C8A02562E}"/>
              </a:ext>
            </a:extLst>
          </p:cNvPr>
          <p:cNvSpPr txBox="1">
            <a:spLocks/>
          </p:cNvSpPr>
          <p:nvPr/>
        </p:nvSpPr>
        <p:spPr>
          <a:xfrm>
            <a:off x="10990575" y="2019169"/>
            <a:ext cx="650704" cy="156197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ko-KR"/>
            </a:defPPr>
            <a:lvl1pPr marL="174625" lvl="0" indent="-174625" latinLnBrk="0">
              <a:spcBef>
                <a:spcPts val="0"/>
              </a:spcBef>
              <a:buFont typeface="Wingdings" panose="05000000000000000000" pitchFamily="2" charset="2"/>
              <a:buChar char="§"/>
              <a:defRPr sz="1200">
                <a:latin typeface="+mj-lt"/>
                <a:cs typeface="Arial" panose="020B0604020202020204" pitchFamily="34" charset="0"/>
              </a:defRPr>
            </a:lvl1pPr>
            <a:lvl2pPr marL="363538" lvl="1" indent="-188913" latinLnBrk="0">
              <a:spcBef>
                <a:spcPts val="0"/>
              </a:spcBef>
              <a:buFont typeface="Arial" panose="020B0604020202020204" pitchFamily="34" charset="0"/>
              <a:buChar char="-"/>
              <a:defRPr sz="1200">
                <a:latin typeface="+mj-lt"/>
                <a:cs typeface="Arial" panose="020B0604020202020204" pitchFamily="34" charset="0"/>
              </a:defRPr>
            </a:lvl2pPr>
            <a:lvl3pPr marL="538163" lvl="2" indent="-174625" latinLnBrk="0">
              <a:spcBef>
                <a:spcPts val="0"/>
              </a:spcBef>
              <a:buFont typeface="바탕" panose="02030600000101010101" pitchFamily="18" charset="-127"/>
              <a:buChar char="∙"/>
              <a:defRPr sz="1200">
                <a:latin typeface="+mj-lt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/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/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/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/>
            </a:lvl9pPr>
          </a:lstStyle>
          <a:p>
            <a:pPr marL="0" indent="0">
              <a:lnSpc>
                <a:spcPct val="130000"/>
              </a:lnSpc>
              <a:spcAft>
                <a:spcPts val="738"/>
              </a:spcAft>
              <a:buNone/>
            </a:pPr>
            <a:r>
              <a:rPr lang="en-US" altLang="ko-KR" sz="862" spc="-37">
                <a:latin typeface="+mn-ea"/>
                <a:cs typeface="Pretendard" panose="02000503000000020004" pitchFamily="50" charset="-127"/>
              </a:rPr>
              <a:t>(</a:t>
            </a:r>
            <a:r>
              <a:rPr lang="ko-KR" altLang="en-US" sz="862" spc="-37">
                <a:latin typeface="+mn-ea"/>
                <a:cs typeface="Pretendard" panose="02000503000000020004" pitchFamily="50" charset="-127"/>
              </a:rPr>
              <a:t>단위</a:t>
            </a:r>
            <a:r>
              <a:rPr lang="en-US" altLang="ko-KR" sz="862" spc="-37">
                <a:latin typeface="+mn-ea"/>
                <a:cs typeface="Pretendard" panose="02000503000000020004" pitchFamily="50" charset="-127"/>
              </a:rPr>
              <a:t>: </a:t>
            </a:r>
            <a:r>
              <a:rPr lang="ko-KR" altLang="en-US" sz="862" spc="-37">
                <a:latin typeface="+mn-ea"/>
                <a:cs typeface="Pretendard" panose="02000503000000020004" pitchFamily="50" charset="-127"/>
              </a:rPr>
              <a:t>억 원</a:t>
            </a:r>
            <a:r>
              <a:rPr lang="en-US" altLang="ko-KR" sz="862" spc="-37">
                <a:latin typeface="+mn-ea"/>
                <a:cs typeface="Pretendard" panose="02000503000000020004" pitchFamily="50" charset="-127"/>
              </a:rPr>
              <a:t>)</a:t>
            </a:r>
          </a:p>
        </p:txBody>
      </p:sp>
      <p:sp>
        <p:nvSpPr>
          <p:cNvPr id="26" name="내용 개체 틀 2">
            <a:extLst>
              <a:ext uri="{FF2B5EF4-FFF2-40B4-BE49-F238E27FC236}">
                <a16:creationId xmlns:a16="http://schemas.microsoft.com/office/drawing/2014/main" id="{3B021798-7C13-3E35-CB21-DA1C6ACA411C}"/>
              </a:ext>
            </a:extLst>
          </p:cNvPr>
          <p:cNvSpPr txBox="1">
            <a:spLocks/>
          </p:cNvSpPr>
          <p:nvPr/>
        </p:nvSpPr>
        <p:spPr>
          <a:xfrm>
            <a:off x="9263500" y="1788501"/>
            <a:ext cx="1472444" cy="198837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t" anchorCtr="0">
            <a:spAutoFit/>
          </a:bodyPr>
          <a:lstStyle>
            <a:lvl1pPr marL="174625" lvl="0" indent="-174625" latinLnBrk="0">
              <a:spcBef>
                <a:spcPts val="0"/>
              </a:spcBef>
              <a:buFont typeface="Wingdings" panose="05000000000000000000" pitchFamily="2" charset="2"/>
              <a:buChar char="§"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363538" lvl="1" indent="-188913" latinLnBrk="0">
              <a:spcBef>
                <a:spcPts val="0"/>
              </a:spcBef>
              <a:buFont typeface="Arial" panose="020B0604020202020204" pitchFamily="34" charset="0"/>
              <a:buChar char="–"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538163" lvl="2" indent="-174625" latinLnBrk="0">
              <a:spcBef>
                <a:spcPts val="0"/>
              </a:spcBef>
              <a:buFont typeface="바탕" panose="02030600000101010101" pitchFamily="18" charset="-127"/>
              <a:buChar char="∙"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/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/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/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/>
            </a:lvl9pPr>
          </a:lstStyle>
          <a:p>
            <a:pPr marL="0" indent="0" algn="ctr">
              <a:buNone/>
            </a:pPr>
            <a:r>
              <a:rPr lang="ko-KR" altLang="en-US" sz="1292" b="1" spc="-37" dirty="0" err="1">
                <a:latin typeface="+mn-ea"/>
                <a:cs typeface="Pretendard" panose="02000503000000020004" pitchFamily="50" charset="-127"/>
              </a:rPr>
              <a:t>세전이익</a:t>
            </a:r>
            <a:r>
              <a:rPr lang="en-US" altLang="ko-KR" sz="1292" b="1" spc="-37" dirty="0">
                <a:latin typeface="+mn-ea"/>
                <a:cs typeface="Pretendard" panose="02000503000000020004" pitchFamily="50" charset="-127"/>
              </a:rPr>
              <a:t> </a:t>
            </a:r>
            <a:r>
              <a:rPr lang="en-US" altLang="ko-KR" sz="1292" b="1" spc="-37" baseline="30000" dirty="0">
                <a:latin typeface="+mn-ea"/>
                <a:cs typeface="Pretendard" panose="02000503000000020004" pitchFamily="50" charset="-127"/>
              </a:rPr>
              <a:t>XXXX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6704944C-5774-7157-16A0-EC79A81954BB}"/>
              </a:ext>
            </a:extLst>
          </p:cNvPr>
          <p:cNvSpPr/>
          <p:nvPr/>
        </p:nvSpPr>
        <p:spPr>
          <a:xfrm>
            <a:off x="10195300" y="3011255"/>
            <a:ext cx="407910" cy="53339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723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C652E5F1-533F-C84C-98EA-1A0D4B7286EA}"/>
              </a:ext>
            </a:extLst>
          </p:cNvPr>
          <p:cNvSpPr/>
          <p:nvPr/>
        </p:nvSpPr>
        <p:spPr>
          <a:xfrm>
            <a:off x="10921218" y="2901154"/>
            <a:ext cx="407910" cy="9438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723">
              <a:solidFill>
                <a:schemeClr val="accent6"/>
              </a:solidFill>
            </a:endParaRPr>
          </a:p>
        </p:txBody>
      </p: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38755D0D-CFA5-1AAF-FC0F-73ECA0829F7A}"/>
              </a:ext>
            </a:extLst>
          </p:cNvPr>
          <p:cNvCxnSpPr>
            <a:cxnSpLocks/>
          </p:cNvCxnSpPr>
          <p:nvPr/>
        </p:nvCxnSpPr>
        <p:spPr>
          <a:xfrm>
            <a:off x="8445436" y="3001469"/>
            <a:ext cx="3177348" cy="0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A74571CC-26A3-BA92-5190-94ED1A279D5A}"/>
              </a:ext>
            </a:extLst>
          </p:cNvPr>
          <p:cNvGrpSpPr/>
          <p:nvPr/>
        </p:nvGrpSpPr>
        <p:grpSpPr>
          <a:xfrm>
            <a:off x="8555914" y="2599472"/>
            <a:ext cx="2944519" cy="170502"/>
            <a:chOff x="1618872" y="2071430"/>
            <a:chExt cx="2455221" cy="126535"/>
          </a:xfrm>
        </p:grpSpPr>
        <p:sp>
          <p:nvSpPr>
            <p:cNvPr id="31" name="내용 개체 틀 2">
              <a:extLst>
                <a:ext uri="{FF2B5EF4-FFF2-40B4-BE49-F238E27FC236}">
                  <a16:creationId xmlns:a16="http://schemas.microsoft.com/office/drawing/2014/main" id="{E19F9DFE-F296-4BD4-DCB4-3A4352CF430A}"/>
                </a:ext>
              </a:extLst>
            </p:cNvPr>
            <p:cNvSpPr txBox="1">
              <a:spLocks/>
            </p:cNvSpPr>
            <p:nvPr/>
          </p:nvSpPr>
          <p:spPr>
            <a:xfrm>
              <a:off x="2229453" y="2071433"/>
              <a:ext cx="623030" cy="126530"/>
            </a:xfrm>
            <a:prstGeom prst="rect">
              <a:avLst/>
            </a:prstGeom>
          </p:spPr>
          <p:txBody>
            <a:bodyPr vert="horz" wrap="square" lIns="0" tIns="0" rIns="0" bIns="0" rtlCol="0" anchor="t" anchorCtr="0">
              <a:spAutoFit/>
            </a:bodyPr>
            <a:lstStyle>
              <a:lvl1pPr marL="174625" lvl="0" indent="-174625" latinLnBrk="0">
                <a:spcBef>
                  <a:spcPts val="0"/>
                </a:spcBef>
                <a:buFont typeface="Wingdings" panose="05000000000000000000" pitchFamily="2" charset="2"/>
                <a:buChar char="§"/>
                <a:defRPr sz="1400">
                  <a:latin typeface="Arial" panose="020B0604020202020204" pitchFamily="34" charset="0"/>
                  <a:cs typeface="Arial" panose="020B0604020202020204" pitchFamily="34" charset="0"/>
                </a:defRPr>
              </a:lvl1pPr>
              <a:lvl2pPr marL="363538" lvl="1" indent="-188913" latinLnBrk="0">
                <a:spcBef>
                  <a:spcPts val="0"/>
                </a:spcBef>
                <a:buFont typeface="Arial" panose="020B0604020202020204" pitchFamily="34" charset="0"/>
                <a:buChar char="–"/>
                <a:defRPr sz="1400">
                  <a:latin typeface="Arial" panose="020B0604020202020204" pitchFamily="34" charset="0"/>
                  <a:cs typeface="Arial" panose="020B0604020202020204" pitchFamily="34" charset="0"/>
                </a:defRPr>
              </a:lvl2pPr>
              <a:lvl3pPr marL="538163" lvl="2" indent="-174625" latinLnBrk="0">
                <a:spcBef>
                  <a:spcPts val="0"/>
                </a:spcBef>
                <a:buFont typeface="바탕" panose="02030600000101010101" pitchFamily="18" charset="-127"/>
                <a:buChar char="∙"/>
                <a:defRPr sz="1400">
                  <a:latin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1400">
                  <a:latin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»"/>
                <a:defRPr sz="1400">
                  <a:latin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000"/>
              </a:lvl6pPr>
              <a:lvl7pPr marL="29718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000"/>
              </a:lvl7pPr>
              <a:lvl8pPr marL="34290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000"/>
              </a:lvl8pPr>
              <a:lvl9pPr marL="38862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000"/>
              </a:lvl9pPr>
            </a:lstStyle>
            <a:p>
              <a:pPr marL="0" indent="0" algn="ctr">
                <a:buNone/>
              </a:pPr>
              <a:r>
                <a:rPr lang="en-US" altLang="ko-KR" sz="1108" b="1" spc="-37">
                  <a:latin typeface="+mn-ea"/>
                  <a:cs typeface="Pretendard" panose="02000503000000020004" pitchFamily="50" charset="-127"/>
                </a:rPr>
                <a:t>24</a:t>
              </a:r>
              <a:r>
                <a:rPr lang="ko-KR" altLang="en-US" sz="1108" b="1" spc="-37">
                  <a:latin typeface="+mn-ea"/>
                  <a:cs typeface="Pretendard" panose="02000503000000020004" pitchFamily="50" charset="-127"/>
                </a:rPr>
                <a:t>년</a:t>
              </a:r>
            </a:p>
          </p:txBody>
        </p:sp>
        <p:sp>
          <p:nvSpPr>
            <p:cNvPr id="32" name="내용 개체 틀 2">
              <a:extLst>
                <a:ext uri="{FF2B5EF4-FFF2-40B4-BE49-F238E27FC236}">
                  <a16:creationId xmlns:a16="http://schemas.microsoft.com/office/drawing/2014/main" id="{F5ADE9FA-9CF4-A703-4BA0-A43D331086EC}"/>
                </a:ext>
              </a:extLst>
            </p:cNvPr>
            <p:cNvSpPr txBox="1">
              <a:spLocks/>
            </p:cNvSpPr>
            <p:nvPr/>
          </p:nvSpPr>
          <p:spPr>
            <a:xfrm>
              <a:off x="2843315" y="2071435"/>
              <a:ext cx="623030" cy="126530"/>
            </a:xfrm>
            <a:prstGeom prst="rect">
              <a:avLst/>
            </a:prstGeom>
          </p:spPr>
          <p:txBody>
            <a:bodyPr vert="horz" wrap="square" lIns="0" tIns="0" rIns="0" bIns="0" rtlCol="0" anchor="t" anchorCtr="0">
              <a:spAutoFit/>
            </a:bodyPr>
            <a:lstStyle>
              <a:lvl1pPr marL="174625" lvl="0" indent="-174625" latinLnBrk="0">
                <a:spcBef>
                  <a:spcPts val="0"/>
                </a:spcBef>
                <a:buFont typeface="Wingdings" panose="05000000000000000000" pitchFamily="2" charset="2"/>
                <a:buChar char="§"/>
                <a:defRPr sz="1400">
                  <a:latin typeface="Arial" panose="020B0604020202020204" pitchFamily="34" charset="0"/>
                  <a:cs typeface="Arial" panose="020B0604020202020204" pitchFamily="34" charset="0"/>
                </a:defRPr>
              </a:lvl1pPr>
              <a:lvl2pPr marL="363538" lvl="1" indent="-188913" latinLnBrk="0">
                <a:spcBef>
                  <a:spcPts val="0"/>
                </a:spcBef>
                <a:buFont typeface="Arial" panose="020B0604020202020204" pitchFamily="34" charset="0"/>
                <a:buChar char="–"/>
                <a:defRPr sz="1400">
                  <a:latin typeface="Arial" panose="020B0604020202020204" pitchFamily="34" charset="0"/>
                  <a:cs typeface="Arial" panose="020B0604020202020204" pitchFamily="34" charset="0"/>
                </a:defRPr>
              </a:lvl2pPr>
              <a:lvl3pPr marL="538163" lvl="2" indent="-174625" latinLnBrk="0">
                <a:spcBef>
                  <a:spcPts val="0"/>
                </a:spcBef>
                <a:buFont typeface="바탕" panose="02030600000101010101" pitchFamily="18" charset="-127"/>
                <a:buChar char="∙"/>
                <a:defRPr sz="1400">
                  <a:latin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1400">
                  <a:latin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»"/>
                <a:defRPr sz="1400">
                  <a:latin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000"/>
              </a:lvl6pPr>
              <a:lvl7pPr marL="29718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000"/>
              </a:lvl7pPr>
              <a:lvl8pPr marL="34290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000"/>
              </a:lvl8pPr>
              <a:lvl9pPr marL="38862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000"/>
              </a:lvl9pPr>
            </a:lstStyle>
            <a:p>
              <a:pPr marL="0" indent="0" algn="ctr">
                <a:buNone/>
              </a:pPr>
              <a:r>
                <a:rPr lang="en-US" altLang="ko-KR" sz="1108" b="1" spc="-37">
                  <a:latin typeface="+mn-ea"/>
                  <a:cs typeface="Pretendard" panose="02000503000000020004" pitchFamily="50" charset="-127"/>
                </a:rPr>
                <a:t>25</a:t>
              </a:r>
              <a:r>
                <a:rPr lang="ko-KR" altLang="en-US" sz="1108" b="1" spc="-37">
                  <a:latin typeface="+mn-ea"/>
                  <a:cs typeface="Pretendard" panose="02000503000000020004" pitchFamily="50" charset="-127"/>
                </a:rPr>
                <a:t>년</a:t>
              </a:r>
            </a:p>
          </p:txBody>
        </p:sp>
        <p:sp>
          <p:nvSpPr>
            <p:cNvPr id="33" name="내용 개체 틀 2">
              <a:extLst>
                <a:ext uri="{FF2B5EF4-FFF2-40B4-BE49-F238E27FC236}">
                  <a16:creationId xmlns:a16="http://schemas.microsoft.com/office/drawing/2014/main" id="{209B6E00-3723-9DC4-19FE-F82AFE6EB295}"/>
                </a:ext>
              </a:extLst>
            </p:cNvPr>
            <p:cNvSpPr txBox="1">
              <a:spLocks/>
            </p:cNvSpPr>
            <p:nvPr/>
          </p:nvSpPr>
          <p:spPr>
            <a:xfrm>
              <a:off x="3451063" y="2071432"/>
              <a:ext cx="623030" cy="126530"/>
            </a:xfrm>
            <a:prstGeom prst="rect">
              <a:avLst/>
            </a:prstGeom>
          </p:spPr>
          <p:txBody>
            <a:bodyPr vert="horz" wrap="square" lIns="0" tIns="0" rIns="0" bIns="0" rtlCol="0" anchor="t" anchorCtr="0">
              <a:spAutoFit/>
            </a:bodyPr>
            <a:lstStyle>
              <a:lvl1pPr marL="174625" lvl="0" indent="-174625" latinLnBrk="0">
                <a:spcBef>
                  <a:spcPts val="0"/>
                </a:spcBef>
                <a:buFont typeface="Wingdings" panose="05000000000000000000" pitchFamily="2" charset="2"/>
                <a:buChar char="§"/>
                <a:defRPr sz="1400">
                  <a:latin typeface="Arial" panose="020B0604020202020204" pitchFamily="34" charset="0"/>
                  <a:cs typeface="Arial" panose="020B0604020202020204" pitchFamily="34" charset="0"/>
                </a:defRPr>
              </a:lvl1pPr>
              <a:lvl2pPr marL="363538" lvl="1" indent="-188913" latinLnBrk="0">
                <a:spcBef>
                  <a:spcPts val="0"/>
                </a:spcBef>
                <a:buFont typeface="Arial" panose="020B0604020202020204" pitchFamily="34" charset="0"/>
                <a:buChar char="–"/>
                <a:defRPr sz="1400">
                  <a:latin typeface="Arial" panose="020B0604020202020204" pitchFamily="34" charset="0"/>
                  <a:cs typeface="Arial" panose="020B0604020202020204" pitchFamily="34" charset="0"/>
                </a:defRPr>
              </a:lvl2pPr>
              <a:lvl3pPr marL="538163" lvl="2" indent="-174625" latinLnBrk="0">
                <a:spcBef>
                  <a:spcPts val="0"/>
                </a:spcBef>
                <a:buFont typeface="바탕" panose="02030600000101010101" pitchFamily="18" charset="-127"/>
                <a:buChar char="∙"/>
                <a:defRPr sz="1400">
                  <a:latin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1400">
                  <a:latin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»"/>
                <a:defRPr sz="1400">
                  <a:latin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000"/>
              </a:lvl6pPr>
              <a:lvl7pPr marL="29718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000"/>
              </a:lvl7pPr>
              <a:lvl8pPr marL="34290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000"/>
              </a:lvl8pPr>
              <a:lvl9pPr marL="38862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000"/>
              </a:lvl9pPr>
            </a:lstStyle>
            <a:p>
              <a:pPr marL="0" indent="0" algn="ctr">
                <a:buNone/>
              </a:pPr>
              <a:r>
                <a:rPr lang="en-US" altLang="ko-KR" sz="1108" b="1" spc="-37">
                  <a:latin typeface="+mn-ea"/>
                  <a:cs typeface="Pretendard" panose="02000503000000020004" pitchFamily="50" charset="-127"/>
                </a:rPr>
                <a:t>26</a:t>
              </a:r>
              <a:r>
                <a:rPr lang="ko-KR" altLang="en-US" sz="1108" b="1" spc="-37">
                  <a:latin typeface="+mn-ea"/>
                  <a:cs typeface="Pretendard" panose="02000503000000020004" pitchFamily="50" charset="-127"/>
                </a:rPr>
                <a:t>년</a:t>
              </a:r>
            </a:p>
          </p:txBody>
        </p:sp>
        <p:sp>
          <p:nvSpPr>
            <p:cNvPr id="34" name="내용 개체 틀 2">
              <a:extLst>
                <a:ext uri="{FF2B5EF4-FFF2-40B4-BE49-F238E27FC236}">
                  <a16:creationId xmlns:a16="http://schemas.microsoft.com/office/drawing/2014/main" id="{E0E7360F-AA05-B4A1-C2B8-029017793D56}"/>
                </a:ext>
              </a:extLst>
            </p:cNvPr>
            <p:cNvSpPr txBox="1">
              <a:spLocks/>
            </p:cNvSpPr>
            <p:nvPr/>
          </p:nvSpPr>
          <p:spPr>
            <a:xfrm>
              <a:off x="1618872" y="2071430"/>
              <a:ext cx="623030" cy="126531"/>
            </a:xfrm>
            <a:prstGeom prst="rect">
              <a:avLst/>
            </a:prstGeom>
          </p:spPr>
          <p:txBody>
            <a:bodyPr vert="horz" wrap="square" lIns="0" tIns="0" rIns="0" bIns="0" rtlCol="0" anchor="t" anchorCtr="0">
              <a:spAutoFit/>
            </a:bodyPr>
            <a:lstStyle>
              <a:lvl1pPr marL="174625" lvl="0" indent="-174625" latinLnBrk="0">
                <a:spcBef>
                  <a:spcPts val="0"/>
                </a:spcBef>
                <a:buFont typeface="Wingdings" panose="05000000000000000000" pitchFamily="2" charset="2"/>
                <a:buChar char="§"/>
                <a:defRPr sz="1400">
                  <a:latin typeface="Arial" panose="020B0604020202020204" pitchFamily="34" charset="0"/>
                  <a:cs typeface="Arial" panose="020B0604020202020204" pitchFamily="34" charset="0"/>
                </a:defRPr>
              </a:lvl1pPr>
              <a:lvl2pPr marL="363538" lvl="1" indent="-188913" latinLnBrk="0">
                <a:spcBef>
                  <a:spcPts val="0"/>
                </a:spcBef>
                <a:buFont typeface="Arial" panose="020B0604020202020204" pitchFamily="34" charset="0"/>
                <a:buChar char="–"/>
                <a:defRPr sz="1400">
                  <a:latin typeface="Arial" panose="020B0604020202020204" pitchFamily="34" charset="0"/>
                  <a:cs typeface="Arial" panose="020B0604020202020204" pitchFamily="34" charset="0"/>
                </a:defRPr>
              </a:lvl2pPr>
              <a:lvl3pPr marL="538163" lvl="2" indent="-174625" latinLnBrk="0">
                <a:spcBef>
                  <a:spcPts val="0"/>
                </a:spcBef>
                <a:buFont typeface="바탕" panose="02030600000101010101" pitchFamily="18" charset="-127"/>
                <a:buChar char="∙"/>
                <a:defRPr sz="1400">
                  <a:latin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1400">
                  <a:latin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»"/>
                <a:defRPr sz="1400">
                  <a:latin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000"/>
              </a:lvl6pPr>
              <a:lvl7pPr marL="29718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000"/>
              </a:lvl7pPr>
              <a:lvl8pPr marL="34290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000"/>
              </a:lvl8pPr>
              <a:lvl9pPr marL="38862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000"/>
              </a:lvl9pPr>
            </a:lstStyle>
            <a:p>
              <a:pPr marL="0" indent="0" algn="ctr">
                <a:buNone/>
              </a:pPr>
              <a:r>
                <a:rPr lang="en-US" altLang="ko-KR" sz="1108" b="1" spc="-37">
                  <a:latin typeface="+mn-ea"/>
                  <a:cs typeface="Pretendard" panose="02000503000000020004" pitchFamily="50" charset="-127"/>
                </a:rPr>
                <a:t>23</a:t>
              </a:r>
              <a:r>
                <a:rPr lang="ko-KR" altLang="en-US" sz="1108" b="1" spc="-37">
                  <a:latin typeface="+mn-ea"/>
                  <a:cs typeface="Pretendard" panose="02000503000000020004" pitchFamily="50" charset="-127"/>
                </a:rPr>
                <a:t>년</a:t>
              </a:r>
            </a:p>
          </p:txBody>
        </p: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B5F4BA45-FEB1-86DC-07E3-BE2DCEF2A376}"/>
              </a:ext>
            </a:extLst>
          </p:cNvPr>
          <p:cNvSpPr txBox="1"/>
          <p:nvPr/>
        </p:nvSpPr>
        <p:spPr>
          <a:xfrm>
            <a:off x="10921218" y="2764889"/>
            <a:ext cx="407910" cy="407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31" b="1" dirty="0">
                <a:solidFill>
                  <a:schemeClr val="accent6"/>
                </a:solidFill>
              </a:rPr>
              <a:t>0</a:t>
            </a:r>
          </a:p>
          <a:p>
            <a:pPr algn="ctr"/>
            <a:endParaRPr lang="ko-KR" altLang="en-US" sz="1231" b="1" baseline="30000" dirty="0">
              <a:solidFill>
                <a:schemeClr val="accent6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3AC3675-CC8D-B82F-9B6F-FF3590382A33}"/>
              </a:ext>
            </a:extLst>
          </p:cNvPr>
          <p:cNvSpPr txBox="1"/>
          <p:nvPr/>
        </p:nvSpPr>
        <p:spPr>
          <a:xfrm>
            <a:off x="8445436" y="4386555"/>
            <a:ext cx="850194" cy="2817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R" altLang="en-US" sz="1231" b="1" dirty="0">
                <a:latin typeface="+mn-ea"/>
                <a:cs typeface="Calibri" panose="02000503000000020004" pitchFamily="2" charset="-127"/>
              </a:rPr>
              <a:t>△</a:t>
            </a:r>
            <a:r>
              <a:rPr kumimoji="1" lang="en-US" altLang="ko-KR" sz="1231" b="1" dirty="0">
                <a:latin typeface="+mn-ea"/>
                <a:cs typeface="Calibri" panose="02000503000000020004" pitchFamily="2" charset="-127"/>
              </a:rPr>
              <a:t>1,014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C2FED17-CAFD-EBDE-1E97-714FB9342198}"/>
              </a:ext>
            </a:extLst>
          </p:cNvPr>
          <p:cNvSpPr txBox="1"/>
          <p:nvPr/>
        </p:nvSpPr>
        <p:spPr>
          <a:xfrm>
            <a:off x="9303107" y="3955043"/>
            <a:ext cx="694170" cy="2817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R" altLang="en-US" sz="1231" b="1" dirty="0">
                <a:latin typeface="+mn-ea"/>
                <a:cs typeface="Calibri" panose="02000503000000020004" pitchFamily="2" charset="-127"/>
              </a:rPr>
              <a:t>△</a:t>
            </a:r>
            <a:r>
              <a:rPr kumimoji="1" lang="en-US" altLang="ko-KR" sz="1231" b="1" dirty="0">
                <a:latin typeface="+mn-ea"/>
                <a:cs typeface="Calibri" panose="02000503000000020004" pitchFamily="2" charset="-127"/>
              </a:rPr>
              <a:t>522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7426999-9800-294D-AAF2-B5014F19CCB7}"/>
              </a:ext>
            </a:extLst>
          </p:cNvPr>
          <p:cNvSpPr txBox="1"/>
          <p:nvPr/>
        </p:nvSpPr>
        <p:spPr>
          <a:xfrm>
            <a:off x="10024376" y="3534474"/>
            <a:ext cx="690172" cy="2817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R" altLang="en-US" sz="1231" b="1" dirty="0">
                <a:latin typeface="+mn-ea"/>
                <a:cs typeface="Calibri" panose="02000503000000020004" pitchFamily="2" charset="-127"/>
              </a:rPr>
              <a:t>△</a:t>
            </a:r>
            <a:r>
              <a:rPr kumimoji="1" lang="en-US" altLang="ko-KR" sz="1231" b="1" dirty="0">
                <a:latin typeface="+mn-ea"/>
                <a:cs typeface="Calibri" panose="02000503000000020004" pitchFamily="2" charset="-127"/>
              </a:rPr>
              <a:t>393</a:t>
            </a: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5F6B5D2E-DA03-0A0C-3D3A-ED2E0C9CE658}"/>
              </a:ext>
            </a:extLst>
          </p:cNvPr>
          <p:cNvSpPr/>
          <p:nvPr/>
        </p:nvSpPr>
        <p:spPr>
          <a:xfrm>
            <a:off x="10197206" y="3009599"/>
            <a:ext cx="407910" cy="109825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723"/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97F91736-7387-72E5-760E-EF9E51EC57D0}"/>
              </a:ext>
            </a:extLst>
          </p:cNvPr>
          <p:cNvSpPr/>
          <p:nvPr/>
        </p:nvSpPr>
        <p:spPr>
          <a:xfrm>
            <a:off x="10922989" y="2987215"/>
            <a:ext cx="407910" cy="7055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723">
              <a:solidFill>
                <a:schemeClr val="accent6"/>
              </a:solidFill>
            </a:endParaRP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FB9ED9A1-5235-A57F-0E45-F167B54BF334}"/>
              </a:ext>
            </a:extLst>
          </p:cNvPr>
          <p:cNvSpPr/>
          <p:nvPr/>
        </p:nvSpPr>
        <p:spPr>
          <a:xfrm>
            <a:off x="6987196" y="3493424"/>
            <a:ext cx="407910" cy="1001572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723"/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AF98861E-D40A-3FCA-46A4-2D41F019FF26}"/>
              </a:ext>
            </a:extLst>
          </p:cNvPr>
          <p:cNvSpPr/>
          <p:nvPr/>
        </p:nvSpPr>
        <p:spPr>
          <a:xfrm>
            <a:off x="6987196" y="3731071"/>
            <a:ext cx="407910" cy="122670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723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07899C0-108C-92FD-C669-7CA85F52487E}"/>
              </a:ext>
            </a:extLst>
          </p:cNvPr>
          <p:cNvSpPr txBox="1"/>
          <p:nvPr/>
        </p:nvSpPr>
        <p:spPr>
          <a:xfrm>
            <a:off x="6987196" y="3687758"/>
            <a:ext cx="522576" cy="2628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8" b="1"/>
              <a:t>959</a:t>
            </a:r>
            <a:endParaRPr lang="ko-KR" altLang="en-US" sz="1108" b="1"/>
          </a:p>
        </p:txBody>
      </p:sp>
      <p:cxnSp>
        <p:nvCxnSpPr>
          <p:cNvPr id="44" name="직선 연결선 43">
            <a:extLst>
              <a:ext uri="{FF2B5EF4-FFF2-40B4-BE49-F238E27FC236}">
                <a16:creationId xmlns:a16="http://schemas.microsoft.com/office/drawing/2014/main" id="{34B27866-F953-BC64-B368-C0E3EA9E4480}"/>
              </a:ext>
            </a:extLst>
          </p:cNvPr>
          <p:cNvCxnSpPr>
            <a:cxnSpLocks/>
          </p:cNvCxnSpPr>
          <p:nvPr/>
        </p:nvCxnSpPr>
        <p:spPr>
          <a:xfrm>
            <a:off x="4513988" y="4957779"/>
            <a:ext cx="3177348" cy="0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연결선: 꺾임 44">
            <a:extLst>
              <a:ext uri="{FF2B5EF4-FFF2-40B4-BE49-F238E27FC236}">
                <a16:creationId xmlns:a16="http://schemas.microsoft.com/office/drawing/2014/main" id="{4585A3CF-6FCD-167D-C591-AFFFEAE4DD71}"/>
              </a:ext>
            </a:extLst>
          </p:cNvPr>
          <p:cNvCxnSpPr>
            <a:cxnSpLocks/>
            <a:endCxn id="13" idx="0"/>
          </p:cNvCxnSpPr>
          <p:nvPr/>
        </p:nvCxnSpPr>
        <p:spPr>
          <a:xfrm flipV="1">
            <a:off x="5673295" y="3220054"/>
            <a:ext cx="1531736" cy="922480"/>
          </a:xfrm>
          <a:prstGeom prst="bentConnector4">
            <a:avLst>
              <a:gd name="adj1" fmla="val 38762"/>
              <a:gd name="adj2" fmla="val 124781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13D9A502-3402-A95A-C2FF-18C2FC686530}"/>
              </a:ext>
            </a:extLst>
          </p:cNvPr>
          <p:cNvSpPr txBox="1"/>
          <p:nvPr/>
        </p:nvSpPr>
        <p:spPr>
          <a:xfrm>
            <a:off x="6136027" y="2785073"/>
            <a:ext cx="736770" cy="26282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8" b="1" dirty="0">
                <a:solidFill>
                  <a:schemeClr val="accent6"/>
                </a:solidFill>
              </a:rPr>
              <a:t>+500</a:t>
            </a:r>
            <a:r>
              <a:rPr lang="ko-KR" altLang="en-US" sz="1108" b="1" dirty="0">
                <a:solidFill>
                  <a:schemeClr val="accent6"/>
                </a:solidFill>
              </a:rPr>
              <a:t>억 </a:t>
            </a:r>
          </a:p>
        </p:txBody>
      </p:sp>
      <p:cxnSp>
        <p:nvCxnSpPr>
          <p:cNvPr id="47" name="연결선: 꺾임 46">
            <a:extLst>
              <a:ext uri="{FF2B5EF4-FFF2-40B4-BE49-F238E27FC236}">
                <a16:creationId xmlns:a16="http://schemas.microsoft.com/office/drawing/2014/main" id="{53C4888E-38E0-EEEC-2DF0-0F5FA7064A0E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9880216" y="2966671"/>
            <a:ext cx="1040319" cy="1472444"/>
          </a:xfrm>
          <a:prstGeom prst="bentConnector3">
            <a:avLst>
              <a:gd name="adj1" fmla="val -1902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95F5D9FD-16C5-2F26-8DB7-CC82F896C672}"/>
              </a:ext>
            </a:extLst>
          </p:cNvPr>
          <p:cNvSpPr txBox="1"/>
          <p:nvPr/>
        </p:nvSpPr>
        <p:spPr>
          <a:xfrm>
            <a:off x="10024376" y="4264300"/>
            <a:ext cx="773698" cy="28174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31" b="1" dirty="0">
                <a:solidFill>
                  <a:schemeClr val="accent6"/>
                </a:solidFill>
              </a:rPr>
              <a:t>+900</a:t>
            </a:r>
            <a:r>
              <a:rPr lang="ko-KR" altLang="en-US" sz="1231" b="1" dirty="0">
                <a:solidFill>
                  <a:schemeClr val="accent6"/>
                </a:solidFill>
              </a:rPr>
              <a:t>억 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4943671-C450-48AF-40E8-15115E51D6E5}"/>
              </a:ext>
            </a:extLst>
          </p:cNvPr>
          <p:cNvSpPr txBox="1"/>
          <p:nvPr/>
        </p:nvSpPr>
        <p:spPr>
          <a:xfrm>
            <a:off x="10097247" y="3093750"/>
            <a:ext cx="601452" cy="2817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31" b="1" dirty="0">
                <a:solidFill>
                  <a:schemeClr val="accent6"/>
                </a:solidFill>
              </a:rPr>
              <a:t>△</a:t>
            </a:r>
            <a:r>
              <a:rPr lang="en-US" altLang="ko-KR" sz="1231" b="1" dirty="0">
                <a:solidFill>
                  <a:schemeClr val="accent6"/>
                </a:solidFill>
              </a:rPr>
              <a:t>45</a:t>
            </a:r>
            <a:endParaRPr lang="ko-KR" altLang="en-US" sz="1231" b="1" baseline="30000" dirty="0">
              <a:solidFill>
                <a:schemeClr val="accent6"/>
              </a:solidFill>
            </a:endParaRP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3C34CE61-B06D-AA20-6369-CC78314B4A94}"/>
              </a:ext>
            </a:extLst>
          </p:cNvPr>
          <p:cNvSpPr/>
          <p:nvPr/>
        </p:nvSpPr>
        <p:spPr>
          <a:xfrm>
            <a:off x="2277027" y="3494509"/>
            <a:ext cx="423440" cy="1130437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08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9CD10968-AE59-170E-12E3-764ED36EAF52}"/>
              </a:ext>
            </a:extLst>
          </p:cNvPr>
          <p:cNvSpPr/>
          <p:nvPr/>
        </p:nvSpPr>
        <p:spPr>
          <a:xfrm>
            <a:off x="3013777" y="3368723"/>
            <a:ext cx="423440" cy="1205622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08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EF1A6431-B540-8716-6EFC-E35CDD7B8401}"/>
              </a:ext>
            </a:extLst>
          </p:cNvPr>
          <p:cNvSpPr/>
          <p:nvPr/>
        </p:nvSpPr>
        <p:spPr>
          <a:xfrm>
            <a:off x="1517014" y="4003745"/>
            <a:ext cx="423440" cy="96785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08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7A0E44CB-B739-A643-1836-C8C139746A9A}"/>
              </a:ext>
            </a:extLst>
          </p:cNvPr>
          <p:cNvSpPr/>
          <p:nvPr/>
        </p:nvSpPr>
        <p:spPr>
          <a:xfrm>
            <a:off x="2277027" y="3841164"/>
            <a:ext cx="423440" cy="113043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08"/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D65212E0-3D5B-2573-2706-3D505CCFF464}"/>
              </a:ext>
            </a:extLst>
          </p:cNvPr>
          <p:cNvSpPr/>
          <p:nvPr/>
        </p:nvSpPr>
        <p:spPr>
          <a:xfrm>
            <a:off x="3013777" y="3569059"/>
            <a:ext cx="423440" cy="140254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08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FC45D24-1583-AB25-4F30-90202CEE4655}"/>
              </a:ext>
            </a:extLst>
          </p:cNvPr>
          <p:cNvSpPr txBox="1"/>
          <p:nvPr/>
        </p:nvSpPr>
        <p:spPr>
          <a:xfrm>
            <a:off x="738618" y="4030388"/>
            <a:ext cx="651269" cy="2628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8" b="1" dirty="0"/>
              <a:t>4,710</a:t>
            </a:r>
            <a:endParaRPr lang="ko-KR" altLang="en-US" sz="1108" b="1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064FF50-39FF-A3AF-9F31-B4A211730F51}"/>
              </a:ext>
            </a:extLst>
          </p:cNvPr>
          <p:cNvSpPr txBox="1"/>
          <p:nvPr/>
        </p:nvSpPr>
        <p:spPr>
          <a:xfrm>
            <a:off x="1450662" y="3764505"/>
            <a:ext cx="631537" cy="2628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8" b="1"/>
              <a:t>5,611</a:t>
            </a:r>
            <a:endParaRPr lang="ko-KR" altLang="en-US" sz="1108" b="1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EE74A06-6C22-6ABB-2CB0-299D2082163E}"/>
              </a:ext>
            </a:extLst>
          </p:cNvPr>
          <p:cNvSpPr txBox="1"/>
          <p:nvPr/>
        </p:nvSpPr>
        <p:spPr>
          <a:xfrm>
            <a:off x="2203750" y="3838735"/>
            <a:ext cx="649662" cy="2628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8" b="1" dirty="0"/>
              <a:t>6,251</a:t>
            </a:r>
            <a:endParaRPr lang="ko-KR" altLang="en-US" sz="1108" b="1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CBA9C07-FF94-3F20-8186-1D8AC53AF8CA}"/>
              </a:ext>
            </a:extLst>
          </p:cNvPr>
          <p:cNvSpPr txBox="1"/>
          <p:nvPr/>
        </p:nvSpPr>
        <p:spPr>
          <a:xfrm>
            <a:off x="2922656" y="3532706"/>
            <a:ext cx="654570" cy="2628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8" b="1" dirty="0"/>
              <a:t>8,570</a:t>
            </a:r>
            <a:endParaRPr lang="ko-KR" altLang="en-US" sz="1108" b="1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3569176-3846-B44B-DD7F-1AD8DB473842}"/>
              </a:ext>
            </a:extLst>
          </p:cNvPr>
          <p:cNvSpPr txBox="1"/>
          <p:nvPr/>
        </p:nvSpPr>
        <p:spPr>
          <a:xfrm>
            <a:off x="2197926" y="3237428"/>
            <a:ext cx="621022" cy="2628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>
              <a:defRPr sz="1100" b="1">
                <a:solidFill>
                  <a:srgbClr val="00746E"/>
                </a:solidFill>
              </a:defRPr>
            </a:lvl1pPr>
          </a:lstStyle>
          <a:p>
            <a:r>
              <a:rPr lang="en-US" altLang="ko-KR" sz="1108" dirty="0">
                <a:solidFill>
                  <a:schemeClr val="accent6"/>
                </a:solidFill>
              </a:rPr>
              <a:t>9,742</a:t>
            </a:r>
            <a:endParaRPr lang="ko-KR" altLang="en-US" sz="1108" dirty="0">
              <a:solidFill>
                <a:schemeClr val="accent6"/>
              </a:solidFill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0B114E5-5AC0-430D-E709-45072DBA30C6}"/>
              </a:ext>
            </a:extLst>
          </p:cNvPr>
          <p:cNvSpPr txBox="1"/>
          <p:nvPr/>
        </p:nvSpPr>
        <p:spPr>
          <a:xfrm>
            <a:off x="2842158" y="3112014"/>
            <a:ext cx="770773" cy="2628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8" b="1" dirty="0">
                <a:solidFill>
                  <a:schemeClr val="accent6"/>
                </a:solidFill>
              </a:rPr>
              <a:t>109,651</a:t>
            </a:r>
            <a:endParaRPr lang="ko-KR" altLang="en-US" sz="1108" b="1" dirty="0">
              <a:solidFill>
                <a:schemeClr val="accent6"/>
              </a:solidFill>
            </a:endParaRPr>
          </a:p>
        </p:txBody>
      </p:sp>
      <p:cxnSp>
        <p:nvCxnSpPr>
          <p:cNvPr id="63" name="직선 연결선 62">
            <a:extLst>
              <a:ext uri="{FF2B5EF4-FFF2-40B4-BE49-F238E27FC236}">
                <a16:creationId xmlns:a16="http://schemas.microsoft.com/office/drawing/2014/main" id="{A1B28BA4-7E1E-4A7D-D0E6-6F5656A95DE8}"/>
              </a:ext>
            </a:extLst>
          </p:cNvPr>
          <p:cNvCxnSpPr>
            <a:cxnSpLocks/>
          </p:cNvCxnSpPr>
          <p:nvPr/>
        </p:nvCxnSpPr>
        <p:spPr>
          <a:xfrm>
            <a:off x="460891" y="4971601"/>
            <a:ext cx="3298314" cy="0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4" name="그룹 63">
            <a:extLst>
              <a:ext uri="{FF2B5EF4-FFF2-40B4-BE49-F238E27FC236}">
                <a16:creationId xmlns:a16="http://schemas.microsoft.com/office/drawing/2014/main" id="{E7915217-608E-DEE7-1850-2553FB6DF125}"/>
              </a:ext>
            </a:extLst>
          </p:cNvPr>
          <p:cNvGrpSpPr/>
          <p:nvPr/>
        </p:nvGrpSpPr>
        <p:grpSpPr>
          <a:xfrm>
            <a:off x="634737" y="5017895"/>
            <a:ext cx="2983060" cy="170496"/>
            <a:chOff x="1630535" y="2230901"/>
            <a:chExt cx="2396133" cy="126764"/>
          </a:xfrm>
        </p:grpSpPr>
        <p:sp>
          <p:nvSpPr>
            <p:cNvPr id="65" name="내용 개체 틀 2">
              <a:extLst>
                <a:ext uri="{FF2B5EF4-FFF2-40B4-BE49-F238E27FC236}">
                  <a16:creationId xmlns:a16="http://schemas.microsoft.com/office/drawing/2014/main" id="{1987195B-254E-55BA-A392-E794EDD2E1A1}"/>
                </a:ext>
              </a:extLst>
            </p:cNvPr>
            <p:cNvSpPr txBox="1">
              <a:spLocks/>
            </p:cNvSpPr>
            <p:nvPr/>
          </p:nvSpPr>
          <p:spPr>
            <a:xfrm>
              <a:off x="2221569" y="2230901"/>
              <a:ext cx="623030" cy="126764"/>
            </a:xfrm>
            <a:prstGeom prst="rect">
              <a:avLst/>
            </a:prstGeom>
          </p:spPr>
          <p:txBody>
            <a:bodyPr vert="horz" wrap="square" lIns="0" tIns="0" rIns="0" bIns="0" rtlCol="0" anchor="t" anchorCtr="0">
              <a:spAutoFit/>
            </a:bodyPr>
            <a:lstStyle>
              <a:lvl1pPr marL="174625" lvl="0" indent="-174625" latinLnBrk="0">
                <a:spcBef>
                  <a:spcPts val="0"/>
                </a:spcBef>
                <a:buFont typeface="Wingdings" panose="05000000000000000000" pitchFamily="2" charset="2"/>
                <a:buChar char="§"/>
                <a:defRPr sz="1400">
                  <a:latin typeface="Arial" panose="020B0604020202020204" pitchFamily="34" charset="0"/>
                  <a:cs typeface="Arial" panose="020B0604020202020204" pitchFamily="34" charset="0"/>
                </a:defRPr>
              </a:lvl1pPr>
              <a:lvl2pPr marL="363538" lvl="1" indent="-188913" latinLnBrk="0">
                <a:spcBef>
                  <a:spcPts val="0"/>
                </a:spcBef>
                <a:buFont typeface="Arial" panose="020B0604020202020204" pitchFamily="34" charset="0"/>
                <a:buChar char="–"/>
                <a:defRPr sz="1400">
                  <a:latin typeface="Arial" panose="020B0604020202020204" pitchFamily="34" charset="0"/>
                  <a:cs typeface="Arial" panose="020B0604020202020204" pitchFamily="34" charset="0"/>
                </a:defRPr>
              </a:lvl2pPr>
              <a:lvl3pPr marL="538163" lvl="2" indent="-174625" latinLnBrk="0">
                <a:spcBef>
                  <a:spcPts val="0"/>
                </a:spcBef>
                <a:buFont typeface="바탕" panose="02030600000101010101" pitchFamily="18" charset="-127"/>
                <a:buChar char="∙"/>
                <a:defRPr sz="1400">
                  <a:latin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1400">
                  <a:latin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»"/>
                <a:defRPr sz="1400">
                  <a:latin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000"/>
              </a:lvl6pPr>
              <a:lvl7pPr marL="29718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000"/>
              </a:lvl7pPr>
              <a:lvl8pPr marL="34290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000"/>
              </a:lvl8pPr>
              <a:lvl9pPr marL="38862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000"/>
              </a:lvl9pPr>
            </a:lstStyle>
            <a:p>
              <a:pPr marL="0" indent="0" algn="ctr">
                <a:buNone/>
              </a:pPr>
              <a:r>
                <a:rPr lang="en-US" altLang="ko-KR" sz="1108" b="1" spc="-37">
                  <a:latin typeface="+mn-ea"/>
                  <a:cs typeface="Pretendard" panose="02000503000000020004" pitchFamily="50" charset="-127"/>
                </a:rPr>
                <a:t>24</a:t>
              </a:r>
              <a:r>
                <a:rPr lang="ko-KR" altLang="en-US" sz="1108" b="1" spc="-37">
                  <a:latin typeface="+mn-ea"/>
                  <a:cs typeface="Pretendard" panose="02000503000000020004" pitchFamily="50" charset="-127"/>
                </a:rPr>
                <a:t>년</a:t>
              </a:r>
            </a:p>
          </p:txBody>
        </p:sp>
        <p:sp>
          <p:nvSpPr>
            <p:cNvPr id="66" name="내용 개체 틀 2">
              <a:extLst>
                <a:ext uri="{FF2B5EF4-FFF2-40B4-BE49-F238E27FC236}">
                  <a16:creationId xmlns:a16="http://schemas.microsoft.com/office/drawing/2014/main" id="{5A78456F-FCEA-F30F-7EE2-14D08AC5B0EF}"/>
                </a:ext>
              </a:extLst>
            </p:cNvPr>
            <p:cNvSpPr txBox="1">
              <a:spLocks/>
            </p:cNvSpPr>
            <p:nvPr/>
          </p:nvSpPr>
          <p:spPr>
            <a:xfrm>
              <a:off x="2812603" y="2230901"/>
              <a:ext cx="623030" cy="126764"/>
            </a:xfrm>
            <a:prstGeom prst="rect">
              <a:avLst/>
            </a:prstGeom>
          </p:spPr>
          <p:txBody>
            <a:bodyPr vert="horz" wrap="square" lIns="0" tIns="0" rIns="0" bIns="0" rtlCol="0" anchor="t" anchorCtr="0">
              <a:spAutoFit/>
            </a:bodyPr>
            <a:lstStyle>
              <a:lvl1pPr marL="174625" lvl="0" indent="-174625" latinLnBrk="0">
                <a:spcBef>
                  <a:spcPts val="0"/>
                </a:spcBef>
                <a:buFont typeface="Wingdings" panose="05000000000000000000" pitchFamily="2" charset="2"/>
                <a:buChar char="§"/>
                <a:defRPr sz="1400">
                  <a:latin typeface="Arial" panose="020B0604020202020204" pitchFamily="34" charset="0"/>
                  <a:cs typeface="Arial" panose="020B0604020202020204" pitchFamily="34" charset="0"/>
                </a:defRPr>
              </a:lvl1pPr>
              <a:lvl2pPr marL="363538" lvl="1" indent="-188913" latinLnBrk="0">
                <a:spcBef>
                  <a:spcPts val="0"/>
                </a:spcBef>
                <a:buFont typeface="Arial" panose="020B0604020202020204" pitchFamily="34" charset="0"/>
                <a:buChar char="–"/>
                <a:defRPr sz="1400">
                  <a:latin typeface="Arial" panose="020B0604020202020204" pitchFamily="34" charset="0"/>
                  <a:cs typeface="Arial" panose="020B0604020202020204" pitchFamily="34" charset="0"/>
                </a:defRPr>
              </a:lvl2pPr>
              <a:lvl3pPr marL="538163" lvl="2" indent="-174625" latinLnBrk="0">
                <a:spcBef>
                  <a:spcPts val="0"/>
                </a:spcBef>
                <a:buFont typeface="바탕" panose="02030600000101010101" pitchFamily="18" charset="-127"/>
                <a:buChar char="∙"/>
                <a:defRPr sz="1400">
                  <a:latin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1400">
                  <a:latin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»"/>
                <a:defRPr sz="1400">
                  <a:latin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000"/>
              </a:lvl6pPr>
              <a:lvl7pPr marL="29718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000"/>
              </a:lvl7pPr>
              <a:lvl8pPr marL="34290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000"/>
              </a:lvl8pPr>
              <a:lvl9pPr marL="38862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000"/>
              </a:lvl9pPr>
            </a:lstStyle>
            <a:p>
              <a:pPr marL="0" indent="0" algn="ctr">
                <a:buNone/>
              </a:pPr>
              <a:r>
                <a:rPr lang="en-US" altLang="ko-KR" sz="1108" b="1" spc="-37">
                  <a:latin typeface="+mn-ea"/>
                  <a:cs typeface="Pretendard" panose="02000503000000020004" pitchFamily="50" charset="-127"/>
                </a:rPr>
                <a:t>25</a:t>
              </a:r>
              <a:r>
                <a:rPr lang="ko-KR" altLang="en-US" sz="1108" b="1" spc="-37">
                  <a:latin typeface="+mn-ea"/>
                  <a:cs typeface="Pretendard" panose="02000503000000020004" pitchFamily="50" charset="-127"/>
                </a:rPr>
                <a:t>년</a:t>
              </a:r>
            </a:p>
          </p:txBody>
        </p:sp>
        <p:sp>
          <p:nvSpPr>
            <p:cNvPr id="67" name="내용 개체 틀 2">
              <a:extLst>
                <a:ext uri="{FF2B5EF4-FFF2-40B4-BE49-F238E27FC236}">
                  <a16:creationId xmlns:a16="http://schemas.microsoft.com/office/drawing/2014/main" id="{D5248D17-A103-BF01-B2F7-611B7E1C46AF}"/>
                </a:ext>
              </a:extLst>
            </p:cNvPr>
            <p:cNvSpPr txBox="1">
              <a:spLocks/>
            </p:cNvSpPr>
            <p:nvPr/>
          </p:nvSpPr>
          <p:spPr>
            <a:xfrm>
              <a:off x="3403638" y="2230901"/>
              <a:ext cx="623030" cy="126764"/>
            </a:xfrm>
            <a:prstGeom prst="rect">
              <a:avLst/>
            </a:prstGeom>
          </p:spPr>
          <p:txBody>
            <a:bodyPr vert="horz" wrap="square" lIns="0" tIns="0" rIns="0" bIns="0" rtlCol="0" anchor="t" anchorCtr="0">
              <a:spAutoFit/>
            </a:bodyPr>
            <a:lstStyle>
              <a:lvl1pPr marL="174625" lvl="0" indent="-174625" latinLnBrk="0">
                <a:spcBef>
                  <a:spcPts val="0"/>
                </a:spcBef>
                <a:buFont typeface="Wingdings" panose="05000000000000000000" pitchFamily="2" charset="2"/>
                <a:buChar char="§"/>
                <a:defRPr sz="1400">
                  <a:latin typeface="Arial" panose="020B0604020202020204" pitchFamily="34" charset="0"/>
                  <a:cs typeface="Arial" panose="020B0604020202020204" pitchFamily="34" charset="0"/>
                </a:defRPr>
              </a:lvl1pPr>
              <a:lvl2pPr marL="363538" lvl="1" indent="-188913" latinLnBrk="0">
                <a:spcBef>
                  <a:spcPts val="0"/>
                </a:spcBef>
                <a:buFont typeface="Arial" panose="020B0604020202020204" pitchFamily="34" charset="0"/>
                <a:buChar char="–"/>
                <a:defRPr sz="1400">
                  <a:latin typeface="Arial" panose="020B0604020202020204" pitchFamily="34" charset="0"/>
                  <a:cs typeface="Arial" panose="020B0604020202020204" pitchFamily="34" charset="0"/>
                </a:defRPr>
              </a:lvl2pPr>
              <a:lvl3pPr marL="538163" lvl="2" indent="-174625" latinLnBrk="0">
                <a:spcBef>
                  <a:spcPts val="0"/>
                </a:spcBef>
                <a:buFont typeface="바탕" panose="02030600000101010101" pitchFamily="18" charset="-127"/>
                <a:buChar char="∙"/>
                <a:defRPr sz="1400">
                  <a:latin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1400">
                  <a:latin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»"/>
                <a:defRPr sz="1400">
                  <a:latin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000"/>
              </a:lvl6pPr>
              <a:lvl7pPr marL="29718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000"/>
              </a:lvl7pPr>
              <a:lvl8pPr marL="34290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000"/>
              </a:lvl8pPr>
              <a:lvl9pPr marL="38862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000"/>
              </a:lvl9pPr>
            </a:lstStyle>
            <a:p>
              <a:pPr marL="0" indent="0" algn="ctr">
                <a:buNone/>
              </a:pPr>
              <a:r>
                <a:rPr lang="en-US" altLang="ko-KR" sz="1108" b="1" spc="-37">
                  <a:latin typeface="+mn-ea"/>
                  <a:cs typeface="Pretendard" panose="02000503000000020004" pitchFamily="50" charset="-127"/>
                </a:rPr>
                <a:t>’26</a:t>
              </a:r>
              <a:r>
                <a:rPr lang="ko-KR" altLang="en-US" sz="1108" b="1" spc="-37">
                  <a:latin typeface="+mn-ea"/>
                  <a:cs typeface="Pretendard" panose="02000503000000020004" pitchFamily="50" charset="-127"/>
                </a:rPr>
                <a:t>년</a:t>
              </a:r>
            </a:p>
          </p:txBody>
        </p:sp>
        <p:sp>
          <p:nvSpPr>
            <p:cNvPr id="68" name="내용 개체 틀 2">
              <a:extLst>
                <a:ext uri="{FF2B5EF4-FFF2-40B4-BE49-F238E27FC236}">
                  <a16:creationId xmlns:a16="http://schemas.microsoft.com/office/drawing/2014/main" id="{EFE0DEFE-F1BE-409F-9140-3D2178C7F063}"/>
                </a:ext>
              </a:extLst>
            </p:cNvPr>
            <p:cNvSpPr txBox="1">
              <a:spLocks/>
            </p:cNvSpPr>
            <p:nvPr/>
          </p:nvSpPr>
          <p:spPr>
            <a:xfrm>
              <a:off x="1630535" y="2230901"/>
              <a:ext cx="623030" cy="126764"/>
            </a:xfrm>
            <a:prstGeom prst="rect">
              <a:avLst/>
            </a:prstGeom>
          </p:spPr>
          <p:txBody>
            <a:bodyPr vert="horz" wrap="square" lIns="0" tIns="0" rIns="0" bIns="0" rtlCol="0" anchor="t" anchorCtr="0">
              <a:spAutoFit/>
            </a:bodyPr>
            <a:lstStyle>
              <a:lvl1pPr marL="174625" lvl="0" indent="-174625" latinLnBrk="0">
                <a:spcBef>
                  <a:spcPts val="0"/>
                </a:spcBef>
                <a:buFont typeface="Wingdings" panose="05000000000000000000" pitchFamily="2" charset="2"/>
                <a:buChar char="§"/>
                <a:defRPr sz="1400">
                  <a:latin typeface="Arial" panose="020B0604020202020204" pitchFamily="34" charset="0"/>
                  <a:cs typeface="Arial" panose="020B0604020202020204" pitchFamily="34" charset="0"/>
                </a:defRPr>
              </a:lvl1pPr>
              <a:lvl2pPr marL="363538" lvl="1" indent="-188913" latinLnBrk="0">
                <a:spcBef>
                  <a:spcPts val="0"/>
                </a:spcBef>
                <a:buFont typeface="Arial" panose="020B0604020202020204" pitchFamily="34" charset="0"/>
                <a:buChar char="–"/>
                <a:defRPr sz="1400">
                  <a:latin typeface="Arial" panose="020B0604020202020204" pitchFamily="34" charset="0"/>
                  <a:cs typeface="Arial" panose="020B0604020202020204" pitchFamily="34" charset="0"/>
                </a:defRPr>
              </a:lvl2pPr>
              <a:lvl3pPr marL="538163" lvl="2" indent="-174625" latinLnBrk="0">
                <a:spcBef>
                  <a:spcPts val="0"/>
                </a:spcBef>
                <a:buFont typeface="바탕" panose="02030600000101010101" pitchFamily="18" charset="-127"/>
                <a:buChar char="∙"/>
                <a:defRPr sz="1400">
                  <a:latin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1400">
                  <a:latin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»"/>
                <a:defRPr sz="1400">
                  <a:latin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000"/>
              </a:lvl6pPr>
              <a:lvl7pPr marL="29718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000"/>
              </a:lvl7pPr>
              <a:lvl8pPr marL="34290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000"/>
              </a:lvl8pPr>
              <a:lvl9pPr marL="38862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000"/>
              </a:lvl9pPr>
            </a:lstStyle>
            <a:p>
              <a:pPr marL="0" indent="0" algn="ctr">
                <a:buNone/>
              </a:pPr>
              <a:r>
                <a:rPr lang="en-US" altLang="ko-KR" sz="1108" b="1" spc="-37">
                  <a:latin typeface="+mn-ea"/>
                  <a:cs typeface="Pretendard" panose="02000503000000020004" pitchFamily="50" charset="-127"/>
                </a:rPr>
                <a:t>23</a:t>
              </a:r>
              <a:r>
                <a:rPr lang="ko-KR" altLang="en-US" sz="1108" b="1" spc="-37">
                  <a:latin typeface="+mn-ea"/>
                  <a:cs typeface="Pretendard" panose="02000503000000020004" pitchFamily="50" charset="-127"/>
                </a:rPr>
                <a:t>년</a:t>
              </a:r>
            </a:p>
          </p:txBody>
        </p:sp>
      </p:grpSp>
      <p:sp>
        <p:nvSpPr>
          <p:cNvPr id="69" name="내용 개체 틀 2">
            <a:extLst>
              <a:ext uri="{FF2B5EF4-FFF2-40B4-BE49-F238E27FC236}">
                <a16:creationId xmlns:a16="http://schemas.microsoft.com/office/drawing/2014/main" id="{435C89E5-A2C0-543A-238D-CB6F9B7C7CB8}"/>
              </a:ext>
            </a:extLst>
          </p:cNvPr>
          <p:cNvSpPr txBox="1">
            <a:spLocks/>
          </p:cNvSpPr>
          <p:nvPr/>
        </p:nvSpPr>
        <p:spPr>
          <a:xfrm>
            <a:off x="3251908" y="2025375"/>
            <a:ext cx="675477" cy="156197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ko-KR"/>
            </a:defPPr>
            <a:lvl1pPr marL="174625" lvl="0" indent="-174625" latinLnBrk="0">
              <a:spcBef>
                <a:spcPts val="0"/>
              </a:spcBef>
              <a:buFont typeface="Wingdings" panose="05000000000000000000" pitchFamily="2" charset="2"/>
              <a:buChar char="§"/>
              <a:defRPr sz="1200">
                <a:latin typeface="+mj-lt"/>
                <a:cs typeface="Arial" panose="020B0604020202020204" pitchFamily="34" charset="0"/>
              </a:defRPr>
            </a:lvl1pPr>
            <a:lvl2pPr marL="363538" lvl="1" indent="-188913" latinLnBrk="0">
              <a:spcBef>
                <a:spcPts val="0"/>
              </a:spcBef>
              <a:buFont typeface="Arial" panose="020B0604020202020204" pitchFamily="34" charset="0"/>
              <a:buChar char="-"/>
              <a:defRPr sz="1200">
                <a:latin typeface="+mj-lt"/>
                <a:cs typeface="Arial" panose="020B0604020202020204" pitchFamily="34" charset="0"/>
              </a:defRPr>
            </a:lvl2pPr>
            <a:lvl3pPr marL="538163" lvl="2" indent="-174625" latinLnBrk="0">
              <a:spcBef>
                <a:spcPts val="0"/>
              </a:spcBef>
              <a:buFont typeface="바탕" panose="02030600000101010101" pitchFamily="18" charset="-127"/>
              <a:buChar char="∙"/>
              <a:defRPr sz="1200">
                <a:latin typeface="+mj-lt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/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/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/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/>
            </a:lvl9pPr>
          </a:lstStyle>
          <a:p>
            <a:pPr marL="0" indent="0">
              <a:lnSpc>
                <a:spcPct val="130000"/>
              </a:lnSpc>
              <a:spcAft>
                <a:spcPts val="738"/>
              </a:spcAft>
              <a:buNone/>
            </a:pPr>
            <a:r>
              <a:rPr lang="en-US" altLang="ko-KR" sz="862" spc="-37">
                <a:latin typeface="+mn-ea"/>
                <a:cs typeface="Pretendard" panose="02000503000000020004" pitchFamily="50" charset="-127"/>
              </a:rPr>
              <a:t>(</a:t>
            </a:r>
            <a:r>
              <a:rPr lang="ko-KR" altLang="en-US" sz="862" spc="-37">
                <a:latin typeface="+mn-ea"/>
                <a:cs typeface="Pretendard" panose="02000503000000020004" pitchFamily="50" charset="-127"/>
              </a:rPr>
              <a:t>단위</a:t>
            </a:r>
            <a:r>
              <a:rPr lang="en-US" altLang="ko-KR" sz="862" spc="-37">
                <a:latin typeface="+mn-ea"/>
                <a:cs typeface="Pretendard" panose="02000503000000020004" pitchFamily="50" charset="-127"/>
              </a:rPr>
              <a:t>: </a:t>
            </a:r>
            <a:r>
              <a:rPr lang="ko-KR" altLang="en-US" sz="862" spc="-37">
                <a:latin typeface="+mn-ea"/>
                <a:cs typeface="Pretendard" panose="02000503000000020004" pitchFamily="50" charset="-127"/>
              </a:rPr>
              <a:t>억 원</a:t>
            </a:r>
            <a:r>
              <a:rPr lang="en-US" altLang="ko-KR" sz="862" spc="-37">
                <a:latin typeface="+mn-ea"/>
                <a:cs typeface="Pretendard" panose="02000503000000020004" pitchFamily="50" charset="-127"/>
              </a:rPr>
              <a:t>)</a:t>
            </a:r>
          </a:p>
        </p:txBody>
      </p:sp>
      <p:sp>
        <p:nvSpPr>
          <p:cNvPr id="70" name="물결 69">
            <a:extLst>
              <a:ext uri="{FF2B5EF4-FFF2-40B4-BE49-F238E27FC236}">
                <a16:creationId xmlns:a16="http://schemas.microsoft.com/office/drawing/2014/main" id="{2252F0DC-BD12-F4AF-A804-440D3C345E15}"/>
              </a:ext>
            </a:extLst>
          </p:cNvPr>
          <p:cNvSpPr/>
          <p:nvPr/>
        </p:nvSpPr>
        <p:spPr>
          <a:xfrm flipV="1">
            <a:off x="749639" y="4749836"/>
            <a:ext cx="493754" cy="107126"/>
          </a:xfrm>
          <a:prstGeom prst="wave">
            <a:avLst>
              <a:gd name="adj1" fmla="val 20000"/>
              <a:gd name="adj2" fmla="val 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723">
              <a:solidFill>
                <a:schemeClr val="bg1"/>
              </a:solidFill>
            </a:endParaRPr>
          </a:p>
        </p:txBody>
      </p:sp>
      <p:sp>
        <p:nvSpPr>
          <p:cNvPr id="71" name="물결 70">
            <a:extLst>
              <a:ext uri="{FF2B5EF4-FFF2-40B4-BE49-F238E27FC236}">
                <a16:creationId xmlns:a16="http://schemas.microsoft.com/office/drawing/2014/main" id="{8E6CAC51-C07A-35B2-1C05-1B34CE701D0C}"/>
              </a:ext>
            </a:extLst>
          </p:cNvPr>
          <p:cNvSpPr/>
          <p:nvPr/>
        </p:nvSpPr>
        <p:spPr>
          <a:xfrm flipV="1">
            <a:off x="1463703" y="4749836"/>
            <a:ext cx="493754" cy="107126"/>
          </a:xfrm>
          <a:prstGeom prst="wave">
            <a:avLst>
              <a:gd name="adj1" fmla="val 20000"/>
              <a:gd name="adj2" fmla="val 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723">
              <a:solidFill>
                <a:schemeClr val="bg1"/>
              </a:solidFill>
            </a:endParaRPr>
          </a:p>
        </p:txBody>
      </p:sp>
      <p:sp>
        <p:nvSpPr>
          <p:cNvPr id="72" name="물결 71">
            <a:extLst>
              <a:ext uri="{FF2B5EF4-FFF2-40B4-BE49-F238E27FC236}">
                <a16:creationId xmlns:a16="http://schemas.microsoft.com/office/drawing/2014/main" id="{B67CCDB0-0CA4-BC71-515E-249118FFA9A7}"/>
              </a:ext>
            </a:extLst>
          </p:cNvPr>
          <p:cNvSpPr/>
          <p:nvPr/>
        </p:nvSpPr>
        <p:spPr>
          <a:xfrm flipV="1">
            <a:off x="2279124" y="4749836"/>
            <a:ext cx="493754" cy="107126"/>
          </a:xfrm>
          <a:prstGeom prst="wave">
            <a:avLst>
              <a:gd name="adj1" fmla="val 20000"/>
              <a:gd name="adj2" fmla="val 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723">
              <a:solidFill>
                <a:schemeClr val="bg1"/>
              </a:solidFill>
            </a:endParaRPr>
          </a:p>
        </p:txBody>
      </p:sp>
      <p:sp>
        <p:nvSpPr>
          <p:cNvPr id="73" name="물결 72">
            <a:extLst>
              <a:ext uri="{FF2B5EF4-FFF2-40B4-BE49-F238E27FC236}">
                <a16:creationId xmlns:a16="http://schemas.microsoft.com/office/drawing/2014/main" id="{6A517ED2-FCCF-19CC-64EF-1A1EBCADAB75}"/>
              </a:ext>
            </a:extLst>
          </p:cNvPr>
          <p:cNvSpPr/>
          <p:nvPr/>
        </p:nvSpPr>
        <p:spPr>
          <a:xfrm flipV="1">
            <a:off x="3012957" y="4749836"/>
            <a:ext cx="493754" cy="107126"/>
          </a:xfrm>
          <a:prstGeom prst="wave">
            <a:avLst>
              <a:gd name="adj1" fmla="val 20000"/>
              <a:gd name="adj2" fmla="val 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723">
              <a:solidFill>
                <a:schemeClr val="bg1"/>
              </a:solidFill>
            </a:endParaRPr>
          </a:p>
        </p:txBody>
      </p:sp>
      <p:sp>
        <p:nvSpPr>
          <p:cNvPr id="74" name="직사각형 73">
            <a:extLst>
              <a:ext uri="{FF2B5EF4-FFF2-40B4-BE49-F238E27FC236}">
                <a16:creationId xmlns:a16="http://schemas.microsoft.com/office/drawing/2014/main" id="{B81E203B-C2F7-CBB3-BAC9-E32602D2C911}"/>
              </a:ext>
            </a:extLst>
          </p:cNvPr>
          <p:cNvSpPr/>
          <p:nvPr/>
        </p:nvSpPr>
        <p:spPr>
          <a:xfrm>
            <a:off x="383290" y="1878342"/>
            <a:ext cx="3689009" cy="3508198"/>
          </a:xfrm>
          <a:prstGeom prst="rect">
            <a:avLst/>
          </a:prstGeom>
          <a:noFill/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723"/>
          </a:p>
        </p:txBody>
      </p:sp>
      <p:sp>
        <p:nvSpPr>
          <p:cNvPr id="75" name="내용 개체 틀 2">
            <a:extLst>
              <a:ext uri="{FF2B5EF4-FFF2-40B4-BE49-F238E27FC236}">
                <a16:creationId xmlns:a16="http://schemas.microsoft.com/office/drawing/2014/main" id="{3BB05D61-573A-3B8A-CB4D-AF9F961651D5}"/>
              </a:ext>
            </a:extLst>
          </p:cNvPr>
          <p:cNvSpPr txBox="1">
            <a:spLocks/>
          </p:cNvSpPr>
          <p:nvPr/>
        </p:nvSpPr>
        <p:spPr>
          <a:xfrm>
            <a:off x="1396319" y="1795131"/>
            <a:ext cx="1528502" cy="198837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t" anchorCtr="0">
            <a:spAutoFit/>
          </a:bodyPr>
          <a:lstStyle>
            <a:lvl1pPr marL="174625" lvl="0" indent="-174625" latinLnBrk="0">
              <a:spcBef>
                <a:spcPts val="0"/>
              </a:spcBef>
              <a:buFont typeface="Wingdings" panose="05000000000000000000" pitchFamily="2" charset="2"/>
              <a:buChar char="§"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363538" lvl="1" indent="-188913" latinLnBrk="0">
              <a:spcBef>
                <a:spcPts val="0"/>
              </a:spcBef>
              <a:buFont typeface="Arial" panose="020B0604020202020204" pitchFamily="34" charset="0"/>
              <a:buChar char="–"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538163" lvl="2" indent="-174625" latinLnBrk="0">
              <a:spcBef>
                <a:spcPts val="0"/>
              </a:spcBef>
              <a:buFont typeface="바탕" panose="02030600000101010101" pitchFamily="18" charset="-127"/>
              <a:buChar char="∙"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/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/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/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/>
            </a:lvl9pPr>
          </a:lstStyle>
          <a:p>
            <a:pPr marL="0" indent="0" algn="ctr">
              <a:buNone/>
            </a:pPr>
            <a:r>
              <a:rPr lang="en-US" altLang="ko-KR" sz="1292" b="1" spc="-37" dirty="0">
                <a:latin typeface="+mn-ea"/>
                <a:cs typeface="Pretendard" panose="02000503000000020004" pitchFamily="50" charset="-127"/>
              </a:rPr>
              <a:t>Revenue </a:t>
            </a:r>
            <a:r>
              <a:rPr lang="en-US" altLang="ko-KR" sz="1292" b="1" spc="-37" baseline="30000" dirty="0">
                <a:latin typeface="+mn-ea"/>
                <a:cs typeface="Pretendard" panose="02000503000000020004" pitchFamily="50" charset="-127"/>
              </a:rPr>
              <a:t>XXX</a:t>
            </a:r>
          </a:p>
        </p:txBody>
      </p:sp>
      <p:cxnSp>
        <p:nvCxnSpPr>
          <p:cNvPr id="76" name="연결선: 꺾임 75">
            <a:extLst>
              <a:ext uri="{FF2B5EF4-FFF2-40B4-BE49-F238E27FC236}">
                <a16:creationId xmlns:a16="http://schemas.microsoft.com/office/drawing/2014/main" id="{8F5B7C12-6129-28B1-4606-C58A34DE84E8}"/>
              </a:ext>
            </a:extLst>
          </p:cNvPr>
          <p:cNvCxnSpPr>
            <a:cxnSpLocks/>
          </p:cNvCxnSpPr>
          <p:nvPr/>
        </p:nvCxnSpPr>
        <p:spPr>
          <a:xfrm flipV="1">
            <a:off x="1698777" y="3112010"/>
            <a:ext cx="1577045" cy="675066"/>
          </a:xfrm>
          <a:prstGeom prst="bentConnector4">
            <a:avLst>
              <a:gd name="adj1" fmla="val -769"/>
              <a:gd name="adj2" fmla="val 145982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TextBox 76">
            <a:extLst>
              <a:ext uri="{FF2B5EF4-FFF2-40B4-BE49-F238E27FC236}">
                <a16:creationId xmlns:a16="http://schemas.microsoft.com/office/drawing/2014/main" id="{FD8F734C-57DF-9B27-6A18-6573E3D6298E}"/>
              </a:ext>
            </a:extLst>
          </p:cNvPr>
          <p:cNvSpPr txBox="1"/>
          <p:nvPr/>
        </p:nvSpPr>
        <p:spPr>
          <a:xfrm>
            <a:off x="2045066" y="2670233"/>
            <a:ext cx="861471" cy="26282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8" b="1" dirty="0">
                <a:solidFill>
                  <a:schemeClr val="accent6"/>
                </a:solidFill>
              </a:rPr>
              <a:t>+2,040</a:t>
            </a:r>
            <a:r>
              <a:rPr lang="ko-KR" altLang="en-US" sz="1108" b="1" dirty="0">
                <a:solidFill>
                  <a:schemeClr val="accent6"/>
                </a:solidFill>
              </a:rPr>
              <a:t>억 </a:t>
            </a:r>
          </a:p>
        </p:txBody>
      </p:sp>
    </p:spTree>
    <p:extLst>
      <p:ext uri="{BB962C8B-B14F-4D97-AF65-F5344CB8AC3E}">
        <p14:creationId xmlns:p14="http://schemas.microsoft.com/office/powerpoint/2010/main" val="211387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782E4A57-705C-1E51-D599-43851C2CAE8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27E11CB-DFC7-D519-EC2A-EE5E9B524683}"/>
              </a:ext>
            </a:extLst>
          </p:cNvPr>
          <p:cNvSpPr txBox="1"/>
          <p:nvPr/>
        </p:nvSpPr>
        <p:spPr bwMode="auto">
          <a:xfrm>
            <a:off x="988865" y="1344564"/>
            <a:ext cx="810000" cy="34331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27001" tIns="27001" rIns="27001" bIns="27001" rtlCol="0" anchor="ctr">
            <a:noAutofit/>
          </a:bodyPr>
          <a:lstStyle/>
          <a:p>
            <a:pPr algn="ctr" defTabSz="685817" latinLnBrk="0">
              <a:lnSpc>
                <a:spcPct val="130000"/>
              </a:lnSpc>
              <a:spcBef>
                <a:spcPts val="450"/>
              </a:spcBef>
              <a:spcAft>
                <a:spcPts val="554"/>
              </a:spcAft>
              <a:buClr>
                <a:srgbClr val="C00000"/>
              </a:buClr>
              <a:buSzPct val="120000"/>
              <a:defRPr/>
            </a:pPr>
            <a:r>
              <a:rPr lang="en-US" altLang="ko-KR" sz="985" dirty="0">
                <a:solidFill>
                  <a:prstClr val="black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(</a:t>
            </a:r>
            <a:r>
              <a:rPr lang="ko-KR" altLang="en-US" sz="985" dirty="0">
                <a:solidFill>
                  <a:prstClr val="black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단위 </a:t>
            </a:r>
            <a:r>
              <a:rPr lang="en-US" altLang="ko-KR" sz="985" dirty="0">
                <a:solidFill>
                  <a:prstClr val="black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: </a:t>
            </a:r>
            <a:r>
              <a:rPr lang="ko-KR" altLang="en-US" sz="985" dirty="0">
                <a:solidFill>
                  <a:prstClr val="black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억원</a:t>
            </a:r>
            <a:r>
              <a:rPr lang="en-US" altLang="ko-KR" sz="985" dirty="0">
                <a:solidFill>
                  <a:prstClr val="black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)</a:t>
            </a:r>
          </a:p>
        </p:txBody>
      </p:sp>
      <p:sp>
        <p:nvSpPr>
          <p:cNvPr id="23" name="양쪽 모서리가 둥근 사각형 16">
            <a:extLst>
              <a:ext uri="{FF2B5EF4-FFF2-40B4-BE49-F238E27FC236}">
                <a16:creationId xmlns:a16="http://schemas.microsoft.com/office/drawing/2014/main" id="{4EDFD019-2C7A-6B3E-9176-44062637F620}"/>
              </a:ext>
            </a:extLst>
          </p:cNvPr>
          <p:cNvSpPr/>
          <p:nvPr/>
        </p:nvSpPr>
        <p:spPr>
          <a:xfrm>
            <a:off x="2957555" y="1525237"/>
            <a:ext cx="538087" cy="235678"/>
          </a:xfrm>
          <a:prstGeom prst="round2SameRect">
            <a:avLst>
              <a:gd name="adj1" fmla="val 29071"/>
              <a:gd name="adj2" fmla="val 0"/>
            </a:avLst>
          </a:prstGeom>
          <a:solidFill>
            <a:schemeClr val="accent3"/>
          </a:solidFill>
          <a:ln w="6350"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685817">
              <a:spcAft>
                <a:spcPts val="554"/>
              </a:spcAft>
              <a:defRPr/>
            </a:pPr>
            <a:r>
              <a:rPr lang="en-US" altLang="ko-KR" sz="1108" b="1" dirty="0">
                <a:solidFill>
                  <a:prstClr val="white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BU</a:t>
            </a:r>
            <a:r>
              <a:rPr lang="ko-KR" altLang="en-US" sz="1108" b="1" dirty="0">
                <a:solidFill>
                  <a:prstClr val="white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별도</a:t>
            </a:r>
            <a:endParaRPr lang="en-US" altLang="ko-KR" sz="1108" b="1" dirty="0">
              <a:solidFill>
                <a:prstClr val="white"/>
              </a:solidFill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B55D59EF-1445-052B-FD1C-7DE95076955F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4094003" y="576391"/>
            <a:ext cx="162862" cy="2435758"/>
          </a:xfrm>
          <a:prstGeom prst="rect">
            <a:avLst/>
          </a:prstGeom>
        </p:spPr>
      </p:pic>
      <p:sp>
        <p:nvSpPr>
          <p:cNvPr id="25" name="양쪽 모서리가 둥근 사각형 16">
            <a:extLst>
              <a:ext uri="{FF2B5EF4-FFF2-40B4-BE49-F238E27FC236}">
                <a16:creationId xmlns:a16="http://schemas.microsoft.com/office/drawing/2014/main" id="{33EF3607-4DDC-A5C4-1B2C-A51A3733CD52}"/>
              </a:ext>
            </a:extLst>
          </p:cNvPr>
          <p:cNvSpPr/>
          <p:nvPr/>
        </p:nvSpPr>
        <p:spPr>
          <a:xfrm>
            <a:off x="4173106" y="1525238"/>
            <a:ext cx="614788" cy="235899"/>
          </a:xfrm>
          <a:prstGeom prst="round2SameRect">
            <a:avLst>
              <a:gd name="adj1" fmla="val 32892"/>
              <a:gd name="adj2" fmla="val 0"/>
            </a:avLst>
          </a:prstGeom>
          <a:solidFill>
            <a:schemeClr val="accent5"/>
          </a:solidFill>
          <a:ln w="6350"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685817">
              <a:spcAft>
                <a:spcPts val="554"/>
              </a:spcAft>
              <a:defRPr/>
            </a:pPr>
            <a:r>
              <a:rPr lang="ko-KR" altLang="en-US" sz="1108" b="1" dirty="0">
                <a:solidFill>
                  <a:prstClr val="white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연결</a:t>
            </a:r>
            <a:endParaRPr lang="en-US" altLang="ko-KR" sz="862" dirty="0">
              <a:solidFill>
                <a:prstClr val="white"/>
              </a:solidFill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6" name="양쪽 모서리가 둥근 사각형 16">
            <a:extLst>
              <a:ext uri="{FF2B5EF4-FFF2-40B4-BE49-F238E27FC236}">
                <a16:creationId xmlns:a16="http://schemas.microsoft.com/office/drawing/2014/main" id="{CBA187C6-58BF-2746-B583-AE42F9BF7531}"/>
              </a:ext>
            </a:extLst>
          </p:cNvPr>
          <p:cNvSpPr/>
          <p:nvPr/>
        </p:nvSpPr>
        <p:spPr>
          <a:xfrm>
            <a:off x="4857578" y="1525237"/>
            <a:ext cx="535734" cy="235678"/>
          </a:xfrm>
          <a:prstGeom prst="round2SameRect">
            <a:avLst>
              <a:gd name="adj1" fmla="val 27168"/>
              <a:gd name="adj2" fmla="val 0"/>
            </a:avLst>
          </a:prstGeom>
          <a:solidFill>
            <a:schemeClr val="accent6"/>
          </a:solidFill>
          <a:ln w="6350"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ot="0" spcFirstLastPara="0" vertOverflow="overflow" horzOverflow="overflow" vert="horz" wrap="square" lIns="0" tIns="0" rIns="0" bIns="33231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685817">
              <a:spcAft>
                <a:spcPts val="554"/>
              </a:spcAft>
              <a:defRPr/>
            </a:pPr>
            <a:r>
              <a:rPr lang="ko-KR" altLang="en-US" sz="1108" b="1" i="1" dirty="0">
                <a:solidFill>
                  <a:prstClr val="white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전년比</a:t>
            </a:r>
            <a:endParaRPr lang="en-US" altLang="ko-KR" sz="1108" b="1" i="1" dirty="0">
              <a:solidFill>
                <a:prstClr val="white"/>
              </a:solidFill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7" name="양쪽 모서리가 둥근 사각형 16">
            <a:extLst>
              <a:ext uri="{FF2B5EF4-FFF2-40B4-BE49-F238E27FC236}">
                <a16:creationId xmlns:a16="http://schemas.microsoft.com/office/drawing/2014/main" id="{00BE1D6A-3E2C-C555-135C-507F0F12BEB6}"/>
              </a:ext>
            </a:extLst>
          </p:cNvPr>
          <p:cNvSpPr/>
          <p:nvPr/>
        </p:nvSpPr>
        <p:spPr>
          <a:xfrm>
            <a:off x="3565329" y="1525237"/>
            <a:ext cx="538087" cy="235678"/>
          </a:xfrm>
          <a:prstGeom prst="round2SameRect">
            <a:avLst>
              <a:gd name="adj1" fmla="val 29071"/>
              <a:gd name="adj2" fmla="val 0"/>
            </a:avLst>
          </a:prstGeom>
          <a:solidFill>
            <a:schemeClr val="accent4"/>
          </a:solidFill>
          <a:ln w="6350"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685817">
              <a:spcAft>
                <a:spcPts val="554"/>
              </a:spcAft>
              <a:defRPr/>
            </a:pPr>
            <a:r>
              <a:rPr lang="ko-KR" altLang="en-US" sz="1108" b="1" dirty="0">
                <a:solidFill>
                  <a:prstClr val="white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자회사</a:t>
            </a:r>
            <a:endParaRPr lang="en-US" altLang="ko-KR" sz="1108" b="1" dirty="0">
              <a:solidFill>
                <a:prstClr val="white"/>
              </a:solidFill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graphicFrame>
        <p:nvGraphicFramePr>
          <p:cNvPr id="30" name="표 29">
            <a:extLst>
              <a:ext uri="{FF2B5EF4-FFF2-40B4-BE49-F238E27FC236}">
                <a16:creationId xmlns:a16="http://schemas.microsoft.com/office/drawing/2014/main" id="{450455DC-53E9-033E-F065-6958E05476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1738437"/>
              </p:ext>
            </p:extLst>
          </p:nvPr>
        </p:nvGraphicFramePr>
        <p:xfrm>
          <a:off x="1115538" y="1794384"/>
          <a:ext cx="4306799" cy="4389506"/>
        </p:xfrm>
        <a:graphic>
          <a:graphicData uri="http://schemas.openxmlformats.org/drawingml/2006/table">
            <a:tbl>
              <a:tblPr/>
              <a:tblGrid>
                <a:gridCol w="700007">
                  <a:extLst>
                    <a:ext uri="{9D8B030D-6E8A-4147-A177-3AD203B41FA5}">
                      <a16:colId xmlns:a16="http://schemas.microsoft.com/office/drawing/2014/main" val="3678679270"/>
                    </a:ext>
                  </a:extLst>
                </a:gridCol>
                <a:gridCol w="189106">
                  <a:extLst>
                    <a:ext uri="{9D8B030D-6E8A-4147-A177-3AD203B41FA5}">
                      <a16:colId xmlns:a16="http://schemas.microsoft.com/office/drawing/2014/main" val="2510469380"/>
                    </a:ext>
                  </a:extLst>
                </a:gridCol>
                <a:gridCol w="589381">
                  <a:extLst>
                    <a:ext uri="{9D8B030D-6E8A-4147-A177-3AD203B41FA5}">
                      <a16:colId xmlns:a16="http://schemas.microsoft.com/office/drawing/2014/main" val="258655293"/>
                    </a:ext>
                  </a:extLst>
                </a:gridCol>
                <a:gridCol w="171566">
                  <a:extLst>
                    <a:ext uri="{9D8B030D-6E8A-4147-A177-3AD203B41FA5}">
                      <a16:colId xmlns:a16="http://schemas.microsoft.com/office/drawing/2014/main" val="748606118"/>
                    </a:ext>
                  </a:extLst>
                </a:gridCol>
                <a:gridCol w="664185">
                  <a:extLst>
                    <a:ext uri="{9D8B030D-6E8A-4147-A177-3AD203B41FA5}">
                      <a16:colId xmlns:a16="http://schemas.microsoft.com/office/drawing/2014/main" val="3768353621"/>
                    </a:ext>
                  </a:extLst>
                </a:gridCol>
                <a:gridCol w="664185">
                  <a:extLst>
                    <a:ext uri="{9D8B030D-6E8A-4147-A177-3AD203B41FA5}">
                      <a16:colId xmlns:a16="http://schemas.microsoft.com/office/drawing/2014/main" val="1390838017"/>
                    </a:ext>
                  </a:extLst>
                </a:gridCol>
                <a:gridCol w="664185">
                  <a:extLst>
                    <a:ext uri="{9D8B030D-6E8A-4147-A177-3AD203B41FA5}">
                      <a16:colId xmlns:a16="http://schemas.microsoft.com/office/drawing/2014/main" val="2687840625"/>
                    </a:ext>
                  </a:extLst>
                </a:gridCol>
                <a:gridCol w="664185">
                  <a:extLst>
                    <a:ext uri="{9D8B030D-6E8A-4147-A177-3AD203B41FA5}">
                      <a16:colId xmlns:a16="http://schemas.microsoft.com/office/drawing/2014/main" val="2335352491"/>
                    </a:ext>
                  </a:extLst>
                </a:gridCol>
              </a:tblGrid>
              <a:tr h="211460">
                <a:tc gridSpan="3">
                  <a:txBody>
                    <a:bodyPr/>
                    <a:lstStyle/>
                    <a:p>
                      <a:pPr marL="0" marR="0" lvl="0" indent="0" algn="ctr" defTabSz="914411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매출</a:t>
                      </a: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11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1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ahoma"/>
                          <a:ea typeface="나눔바른고딕"/>
                          <a:cs typeface="Tahoma"/>
                        </a:rPr>
                        <a:t>매출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1" i="0" u="none" strike="noStrike" dirty="0">
                        <a:solidFill>
                          <a:srgbClr val="000000"/>
                        </a:solidFill>
                        <a:effectLst/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131</a:t>
                      </a:r>
                    </a:p>
                  </a:txBody>
                  <a:tcPr marL="49846" marR="49846" marT="0" marB="0" anchor="ctr">
                    <a:lnL w="6350" cap="flat" cmpd="sng" algn="ctr">
                      <a:noFill/>
                      <a:prstDash val="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12,401</a:t>
                      </a:r>
                    </a:p>
                  </a:txBody>
                  <a:tcPr marL="49846" marR="49846" marT="0" marB="0" anchor="ctr">
                    <a:lnL w="6350" cap="flat" cmpd="sng" algn="ctr">
                      <a:noFill/>
                      <a:prstDash val="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12,532</a:t>
                      </a:r>
                    </a:p>
                  </a:txBody>
                  <a:tcPr marL="49846" marR="49846" marT="0" marB="0" anchor="ctr">
                    <a:lnL w="6350" cap="flat" cmpd="sng" algn="ctr">
                      <a:noFill/>
                      <a:prstDash val="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2,111</a:t>
                      </a:r>
                    </a:p>
                  </a:txBody>
                  <a:tcPr marL="49846" marR="49846" marT="0" marB="0" anchor="ctr">
                    <a:lnL w="6350" cap="flat" cmpd="sng" algn="ctr">
                      <a:noFill/>
                      <a:prstDash val="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88436495"/>
                  </a:ext>
                </a:extLst>
              </a:tr>
              <a:tr h="56271">
                <a:tc gridSpan="2"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 dirty="0">
                        <a:solidFill>
                          <a:srgbClr val="000000"/>
                        </a:solidFill>
                        <a:effectLst/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 dirty="0">
                        <a:solidFill>
                          <a:srgbClr val="000000"/>
                        </a:solidFill>
                        <a:effectLst/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 dirty="0">
                        <a:solidFill>
                          <a:srgbClr val="000000"/>
                        </a:solidFill>
                        <a:effectLst/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400" b="0" i="0" u="none" strike="noStrike" dirty="0">
                        <a:solidFill>
                          <a:srgbClr val="000000"/>
                        </a:solidFill>
                        <a:effectLst/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400" b="0" i="0" u="none" strike="noStrike" dirty="0">
                        <a:solidFill>
                          <a:srgbClr val="000000"/>
                        </a:solidFill>
                        <a:effectLst/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400" b="1" i="0" u="none" strike="noStrike" dirty="0">
                        <a:solidFill>
                          <a:srgbClr val="000000"/>
                        </a:solidFill>
                        <a:effectLst/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400" b="0" i="1" u="none" strike="noStrike" dirty="0">
                        <a:solidFill>
                          <a:srgbClr val="000000"/>
                        </a:solidFill>
                        <a:effectLst/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84789080"/>
                  </a:ext>
                </a:extLst>
              </a:tr>
              <a:tr h="211460">
                <a:tc gridSpan="3">
                  <a:txBody>
                    <a:bodyPr/>
                    <a:lstStyle/>
                    <a:p>
                      <a:pPr algn="ctr" fontAlgn="ctr"/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매출이익</a:t>
                      </a: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ahoma"/>
                          <a:ea typeface="나눔바른고딕"/>
                          <a:cs typeface="Tahoma"/>
                        </a:rPr>
                        <a:t>매출이익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 dirty="0">
                        <a:solidFill>
                          <a:srgbClr val="000000"/>
                        </a:solidFill>
                        <a:effectLst/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94 </a:t>
                      </a: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2,048</a:t>
                      </a: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2,142</a:t>
                      </a: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347</a:t>
                      </a: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535416"/>
                  </a:ext>
                </a:extLst>
              </a:tr>
              <a:tr h="56271">
                <a:tc gridSpan="2">
                  <a:txBody>
                    <a:bodyPr/>
                    <a:lstStyle/>
                    <a:p>
                      <a:pPr algn="ctr" fontAlgn="ctr"/>
                      <a:endParaRPr lang="en-US" sz="400" b="0" i="0" u="none" strike="noStrike" dirty="0">
                        <a:solidFill>
                          <a:srgbClr val="000000"/>
                        </a:solidFill>
                        <a:effectLst/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400" b="0" i="0" u="none" strike="noStrike" dirty="0">
                        <a:solidFill>
                          <a:srgbClr val="000000"/>
                        </a:solidFill>
                        <a:effectLst/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 dirty="0">
                        <a:solidFill>
                          <a:srgbClr val="000000"/>
                        </a:solidFill>
                        <a:effectLst/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400" b="0" i="0" u="none" strike="noStrike" dirty="0">
                        <a:solidFill>
                          <a:srgbClr val="000000"/>
                        </a:solidFill>
                        <a:effectLst/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400" b="0" i="0" u="none" strike="noStrike" dirty="0">
                        <a:solidFill>
                          <a:srgbClr val="000000"/>
                        </a:solidFill>
                        <a:effectLst/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400" b="1" i="0" u="none" strike="noStrike" dirty="0">
                        <a:solidFill>
                          <a:srgbClr val="000000"/>
                        </a:solidFill>
                        <a:effectLst/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400" b="0" i="1" u="none" strike="noStrike" dirty="0">
                        <a:solidFill>
                          <a:srgbClr val="000000"/>
                        </a:solidFill>
                        <a:effectLst/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6454820"/>
                  </a:ext>
                </a:extLst>
              </a:tr>
              <a:tr h="211460">
                <a:tc gridSpan="3">
                  <a:txBody>
                    <a:bodyPr/>
                    <a:lstStyle/>
                    <a:p>
                      <a:pPr algn="ctr" fontAlgn="ctr"/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판관비</a:t>
                      </a: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ahoma"/>
                          <a:ea typeface="나눔바른고딕"/>
                          <a:cs typeface="Tahoma"/>
                        </a:rPr>
                        <a:t>판관비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 dirty="0">
                        <a:solidFill>
                          <a:srgbClr val="000000"/>
                        </a:solidFill>
                        <a:effectLst/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522</a:t>
                      </a: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2,027</a:t>
                      </a: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2,549</a:t>
                      </a: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254</a:t>
                      </a:r>
                      <a:endParaRPr lang="en-US" altLang="ko-KR" sz="1100" b="0" i="0" u="none" strike="noStrike" kern="1200" baseline="30000" dirty="0">
                        <a:solidFill>
                          <a:srgbClr val="000000"/>
                        </a:solidFill>
                        <a:effectLst/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71789921"/>
                  </a:ext>
                </a:extLst>
              </a:tr>
              <a:tr h="56271">
                <a:tc gridSpan="2">
                  <a:txBody>
                    <a:bodyPr/>
                    <a:lstStyle/>
                    <a:p>
                      <a:pPr algn="r" fontAlgn="ctr"/>
                      <a:endParaRPr lang="ko-KR" altLang="en-US" sz="400" b="0" i="0" u="none" strike="noStrike" dirty="0">
                        <a:solidFill>
                          <a:srgbClr val="000000"/>
                        </a:solidFill>
                        <a:effectLst/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0" marR="66462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ko-KR" altLang="en-US" sz="400" b="0" i="0" u="none" strike="noStrike" kern="1200" baseline="30000" dirty="0">
                        <a:solidFill>
                          <a:srgbClr val="000000"/>
                        </a:solidFill>
                        <a:effectLst/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 dirty="0">
                        <a:solidFill>
                          <a:srgbClr val="000000"/>
                        </a:solidFill>
                        <a:effectLst/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400" b="0" i="0" u="none" strike="noStrike" dirty="0">
                        <a:solidFill>
                          <a:srgbClr val="000000"/>
                        </a:solidFill>
                        <a:effectLst/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400" b="0" i="0" u="none" strike="noStrike" dirty="0">
                        <a:solidFill>
                          <a:srgbClr val="000000"/>
                        </a:solidFill>
                        <a:effectLst/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400" b="1" i="0" u="none" strike="noStrike" dirty="0">
                        <a:solidFill>
                          <a:srgbClr val="000000"/>
                        </a:solidFill>
                        <a:effectLst/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400" b="0" i="1" u="none" strike="noStrike" dirty="0">
                        <a:solidFill>
                          <a:srgbClr val="000000"/>
                        </a:solidFill>
                        <a:effectLst/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62871252"/>
                  </a:ext>
                </a:extLst>
              </a:tr>
              <a:tr h="56271">
                <a:tc gridSpan="2">
                  <a:txBody>
                    <a:bodyPr/>
                    <a:lstStyle/>
                    <a:p>
                      <a:pPr algn="r" fontAlgn="ctr"/>
                      <a:endParaRPr lang="ko-KR" altLang="en-US" sz="400" b="0" i="0" u="none" strike="noStrike" dirty="0">
                        <a:solidFill>
                          <a:srgbClr val="000000"/>
                        </a:solidFill>
                        <a:effectLst/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0" marR="66462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ko-KR" altLang="en-US" sz="400" b="0" i="0" u="none" strike="noStrike" kern="1200" baseline="30000" dirty="0">
                        <a:solidFill>
                          <a:srgbClr val="000000"/>
                        </a:solidFill>
                        <a:effectLst/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 dirty="0">
                        <a:solidFill>
                          <a:srgbClr val="000000"/>
                        </a:solidFill>
                        <a:effectLst/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400" b="0" i="0" u="none" strike="noStrike" dirty="0">
                        <a:solidFill>
                          <a:srgbClr val="000000"/>
                        </a:solidFill>
                        <a:effectLst/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400" b="0" i="0" u="none" strike="noStrike" dirty="0">
                        <a:solidFill>
                          <a:srgbClr val="000000"/>
                        </a:solidFill>
                        <a:effectLst/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400" b="1" i="0" u="none" strike="noStrike" dirty="0">
                        <a:solidFill>
                          <a:srgbClr val="000000"/>
                        </a:solidFill>
                        <a:effectLst/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400" b="0" i="1" u="none" strike="noStrike" dirty="0">
                        <a:solidFill>
                          <a:srgbClr val="000000"/>
                        </a:solidFill>
                        <a:effectLst/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32237286"/>
                  </a:ext>
                </a:extLst>
              </a:tr>
              <a:tr h="211460">
                <a:tc gridSpan="3">
                  <a:txBody>
                    <a:bodyPr/>
                    <a:lstStyle/>
                    <a:p>
                      <a:pPr algn="ctr" fontAlgn="ctr"/>
                      <a:r>
                        <a:rPr lang="ko-KR" alt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영업이익</a:t>
                      </a:r>
                      <a:endParaRPr lang="ko-KR" altLang="en-US" sz="1200" b="1" i="0" u="none" strike="noStrike" baseline="30000" dirty="0">
                        <a:solidFill>
                          <a:srgbClr val="000000"/>
                        </a:solidFill>
                        <a:effectLst/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1A5C2">
                        <a:alpha val="20000"/>
                      </a:srgb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Tahoma"/>
                          <a:ea typeface="나눔바른고딕"/>
                          <a:cs typeface="Tahoma"/>
                        </a:rPr>
                        <a:t>영업이익</a:t>
                      </a:r>
                      <a:endParaRPr lang="ko-KR" altLang="en-US" sz="1100" b="1" i="0" u="none" strike="noStrike" baseline="30000">
                        <a:solidFill>
                          <a:srgbClr val="000000"/>
                        </a:solidFill>
                        <a:effectLst/>
                        <a:latin typeface="Tahoma"/>
                        <a:ea typeface="나눔바른고딕"/>
                        <a:cs typeface="Tahoma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1" i="0" u="none" strike="noStrike" dirty="0">
                        <a:solidFill>
                          <a:srgbClr val="000000"/>
                        </a:solidFill>
                        <a:effectLst/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1A5C2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△</a:t>
                      </a:r>
                      <a:r>
                        <a:rPr lang="en-US" altLang="ko-KR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428</a:t>
                      </a: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1A5C2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21</a:t>
                      </a:r>
                      <a:endParaRPr lang="en-US" altLang="ko-KR" sz="1100" b="1" i="0" u="none" strike="noStrike" kern="1200" dirty="0">
                        <a:solidFill>
                          <a:srgbClr val="000000"/>
                        </a:solidFill>
                        <a:effectLst/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1A5C2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△</a:t>
                      </a:r>
                      <a:r>
                        <a:rPr lang="en-US" altLang="ko-KR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407</a:t>
                      </a: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1A5C2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93</a:t>
                      </a: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1A5C2">
                        <a:alpha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6990539"/>
                  </a:ext>
                </a:extLst>
              </a:tr>
              <a:tr h="56271">
                <a:tc gridSpan="2">
                  <a:txBody>
                    <a:bodyPr/>
                    <a:lstStyle/>
                    <a:p>
                      <a:pPr algn="ctr" fontAlgn="ctr"/>
                      <a:endParaRPr lang="en-US" altLang="ko-KR" sz="400" b="0" i="1" u="none" strike="noStrike" dirty="0">
                        <a:solidFill>
                          <a:srgbClr val="000000"/>
                        </a:solidFill>
                        <a:effectLst/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400" b="0" i="1" u="none" strike="noStrike" dirty="0">
                        <a:solidFill>
                          <a:srgbClr val="000000"/>
                        </a:solidFill>
                        <a:effectLst/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 dirty="0">
                        <a:solidFill>
                          <a:srgbClr val="000000"/>
                        </a:solidFill>
                        <a:effectLst/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74295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400" b="0" i="1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74295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400" b="0" i="1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74295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400" b="1" i="1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400" b="0" i="1" u="none" strike="noStrike" dirty="0">
                        <a:solidFill>
                          <a:srgbClr val="000000"/>
                        </a:solidFill>
                        <a:effectLst/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0748360"/>
                  </a:ext>
                </a:extLst>
              </a:tr>
              <a:tr h="214347">
                <a:tc gridSpan="3">
                  <a:txBody>
                    <a:bodyPr/>
                    <a:lstStyle/>
                    <a:p>
                      <a:pPr algn="ctr" fontAlgn="ctr"/>
                      <a:r>
                        <a:rPr lang="ko-KR" altLang="en-US" sz="1200" b="1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영업외</a:t>
                      </a:r>
                      <a:endParaRPr lang="ko-KR" altLang="en-US" sz="1200" b="1" i="0" u="none" strike="noStrike" baseline="0" dirty="0">
                        <a:solidFill>
                          <a:srgbClr val="000000"/>
                        </a:solidFill>
                        <a:effectLst/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DF3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1" i="0" u="none" strike="noStrike" baseline="0" err="1">
                          <a:solidFill>
                            <a:srgbClr val="000000"/>
                          </a:solidFill>
                          <a:effectLst/>
                          <a:latin typeface="Tahoma"/>
                          <a:ea typeface="나눔바른고딕"/>
                          <a:cs typeface="Tahoma"/>
                        </a:rPr>
                        <a:t>영업외</a:t>
                      </a:r>
                      <a:endParaRPr lang="ko-KR" altLang="en-US" sz="1100" b="1" i="0" u="none" strike="noStrike" baseline="0">
                        <a:solidFill>
                          <a:srgbClr val="000000"/>
                        </a:solidFill>
                        <a:effectLst/>
                        <a:latin typeface="Tahoma"/>
                        <a:ea typeface="나눔바른고딕"/>
                        <a:cs typeface="Tahoma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DF3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841 </a:t>
                      </a: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FEDF3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967</a:t>
                      </a: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FEDF3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1,808</a:t>
                      </a: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FEDF3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△</a:t>
                      </a:r>
                      <a:r>
                        <a:rPr lang="en-US" altLang="ko-KR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37</a:t>
                      </a: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FED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40234985"/>
                  </a:ext>
                </a:extLst>
              </a:tr>
              <a:tr h="173012">
                <a:tc gridSpan="3"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사내차입금 금융비용</a:t>
                      </a: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0" i="0" u="none" strike="noStrike" baseline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/>
                          <a:cs typeface="Tahoma"/>
                        </a:rPr>
                        <a:t>금융비용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840</a:t>
                      </a: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-</a:t>
                      </a: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840</a:t>
                      </a: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△</a:t>
                      </a:r>
                      <a:r>
                        <a:rPr lang="en-US" altLang="ko-KR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61</a:t>
                      </a:r>
                      <a:endParaRPr lang="ko-KR" altLang="en-US" sz="1100" b="0" i="0" u="none" strike="noStrike" kern="1200" dirty="0">
                        <a:solidFill>
                          <a:srgbClr val="000000"/>
                        </a:solidFill>
                        <a:effectLst/>
                        <a:latin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6118598"/>
                  </a:ext>
                </a:extLst>
              </a:tr>
              <a:tr h="173012">
                <a:tc gridSpan="3"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기타 </a:t>
                      </a:r>
                      <a:r>
                        <a:rPr lang="en-US" altLang="ko-KR" sz="9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(</a:t>
                      </a:r>
                      <a:r>
                        <a:rPr lang="ko-KR" altLang="en-US" sz="9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금융비용</a:t>
                      </a:r>
                      <a:r>
                        <a:rPr lang="en-US" altLang="ko-KR" sz="9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, </a:t>
                      </a:r>
                      <a:r>
                        <a:rPr lang="ko-KR" altLang="en-US" sz="9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지분법 등</a:t>
                      </a:r>
                      <a:r>
                        <a:rPr lang="en-US" altLang="ko-KR" sz="9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)</a:t>
                      </a:r>
                      <a:endParaRPr lang="ko-KR" altLang="en-US" sz="1000" b="0" i="0" u="none" strike="noStrike" baseline="0" dirty="0">
                        <a:solidFill>
                          <a:srgbClr val="000000"/>
                        </a:solidFill>
                        <a:effectLst/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0" i="0" u="none" strike="noStrike" baseline="0" err="1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/>
                          <a:cs typeface="Tahoma"/>
                        </a:rPr>
                        <a:t>기타환차손</a:t>
                      </a:r>
                      <a:r>
                        <a:rPr lang="ko-KR" altLang="en-US" sz="900" b="0" i="0" u="none" strike="noStrike" baseline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/>
                          <a:cs typeface="Tahoma"/>
                        </a:rPr>
                        <a:t> 등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1 </a:t>
                      </a: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967</a:t>
                      </a: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968</a:t>
                      </a: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24</a:t>
                      </a: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05871455"/>
                  </a:ext>
                </a:extLst>
              </a:tr>
              <a:tr h="56271">
                <a:tc gridSpan="2"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 baseline="30000" dirty="0">
                        <a:solidFill>
                          <a:srgbClr val="000000"/>
                        </a:solidFill>
                        <a:effectLst/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 baseline="30000" dirty="0">
                        <a:solidFill>
                          <a:srgbClr val="000000"/>
                        </a:solidFill>
                        <a:effectLst/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 dirty="0">
                        <a:solidFill>
                          <a:srgbClr val="000000"/>
                        </a:solidFill>
                        <a:effectLst/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400" b="0" i="0" u="none" strike="noStrike" dirty="0">
                        <a:solidFill>
                          <a:srgbClr val="000000"/>
                        </a:solidFill>
                        <a:effectLst/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400" b="0" i="0" u="none" strike="noStrike" dirty="0">
                        <a:solidFill>
                          <a:srgbClr val="000000"/>
                        </a:solidFill>
                        <a:effectLst/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400" b="1" i="0" u="none" strike="noStrike" dirty="0">
                        <a:solidFill>
                          <a:srgbClr val="000000"/>
                        </a:solidFill>
                        <a:effectLst/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400" b="0" i="1" u="none" strike="noStrike" dirty="0">
                        <a:solidFill>
                          <a:srgbClr val="000000"/>
                        </a:solidFill>
                        <a:effectLst/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23480072"/>
                  </a:ext>
                </a:extLst>
              </a:tr>
              <a:tr h="56271">
                <a:tc gridSpan="2"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 baseline="30000" dirty="0">
                        <a:solidFill>
                          <a:srgbClr val="000000"/>
                        </a:solidFill>
                        <a:effectLst/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 baseline="30000" dirty="0">
                        <a:solidFill>
                          <a:srgbClr val="000000"/>
                        </a:solidFill>
                        <a:effectLst/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 dirty="0">
                        <a:solidFill>
                          <a:srgbClr val="000000"/>
                        </a:solidFill>
                        <a:effectLst/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400" b="0" i="0" u="none" strike="noStrike" dirty="0">
                        <a:solidFill>
                          <a:srgbClr val="000000"/>
                        </a:solidFill>
                        <a:effectLst/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400" b="0" i="0" u="none" strike="noStrike" dirty="0">
                        <a:solidFill>
                          <a:srgbClr val="000000"/>
                        </a:solidFill>
                        <a:effectLst/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400" b="1" i="0" u="none" strike="noStrike" dirty="0">
                        <a:solidFill>
                          <a:srgbClr val="000000"/>
                        </a:solidFill>
                        <a:effectLst/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400" b="0" i="1" u="none" strike="noStrike" dirty="0">
                        <a:solidFill>
                          <a:srgbClr val="000000"/>
                        </a:solidFill>
                        <a:effectLst/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03445355"/>
                  </a:ext>
                </a:extLst>
              </a:tr>
              <a:tr h="211460">
                <a:tc gridSpan="3">
                  <a:txBody>
                    <a:bodyPr/>
                    <a:lstStyle/>
                    <a:p>
                      <a:pPr algn="ctr" fontAlgn="ctr"/>
                      <a:r>
                        <a:rPr lang="ko-KR" altLang="en-US" sz="1200" b="1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세전이익</a:t>
                      </a:r>
                      <a:endParaRPr lang="ko-KR" altLang="en-US" sz="1200" b="1" i="0" u="none" strike="noStrike" baseline="0" dirty="0">
                        <a:solidFill>
                          <a:srgbClr val="000000"/>
                        </a:solidFill>
                        <a:effectLst/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1" i="0" u="none" strike="noStrike" baseline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나눔바른고딕" panose="020B0603020101020101" pitchFamily="50" charset="-127"/>
                          <a:cs typeface="Tahoma" panose="020B0604030504040204" pitchFamily="34" charset="0"/>
                        </a:rPr>
                        <a:t>세전이익</a:t>
                      </a:r>
                      <a:endParaRPr lang="ko-KR" altLang="en-US" sz="1100" b="1" i="0" u="none" strike="noStrike" baseline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  <a:ea typeface="나눔바른고딕" panose="020B0603020101020101" pitchFamily="50" charset="-127"/>
                        <a:cs typeface="Tahoma" panose="020B060403050404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1" i="0" u="none" strike="noStrike" dirty="0">
                        <a:solidFill>
                          <a:srgbClr val="000000"/>
                        </a:solidFill>
                        <a:effectLst/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△</a:t>
                      </a:r>
                      <a:r>
                        <a:rPr lang="en-US" altLang="ko-KR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1,269</a:t>
                      </a: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△</a:t>
                      </a:r>
                      <a:r>
                        <a:rPr lang="en-US" altLang="ko-KR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946</a:t>
                      </a: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△</a:t>
                      </a:r>
                      <a:r>
                        <a:rPr lang="en-US" altLang="ko-KR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2,215</a:t>
                      </a: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130</a:t>
                      </a: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14450811"/>
                  </a:ext>
                </a:extLst>
              </a:tr>
              <a:tr h="56271">
                <a:tc gridSpan="2">
                  <a:txBody>
                    <a:bodyPr/>
                    <a:lstStyle/>
                    <a:p>
                      <a:pPr algn="ctr" fontAlgn="ctr"/>
                      <a:endParaRPr lang="ko-KR" altLang="en-US" sz="400" b="1" i="0" u="none" strike="noStrike" baseline="0" dirty="0">
                        <a:solidFill>
                          <a:srgbClr val="000000"/>
                        </a:solidFill>
                        <a:effectLst/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1" i="0" u="none" strike="noStrike" baseline="0" dirty="0">
                        <a:solidFill>
                          <a:srgbClr val="000000"/>
                        </a:solidFill>
                        <a:effectLst/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1" i="0" u="none" strike="noStrike" dirty="0">
                        <a:solidFill>
                          <a:srgbClr val="000000"/>
                        </a:solidFill>
                        <a:effectLst/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en-US" altLang="ko-KR" sz="400" b="1" i="0" u="none" strike="noStrike" dirty="0">
                        <a:solidFill>
                          <a:srgbClr val="000000"/>
                        </a:solidFill>
                        <a:effectLst/>
                        <a:latin typeface="Pretendard" panose="02000503000000020004" pitchFamily="50" charset="-127"/>
                        <a:ea typeface="Pretendard" panose="02000503000000020004" pitchFamily="50" charset="-127"/>
                      </a:endParaRP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en-US" altLang="ko-KR" sz="400" b="1" i="0" u="none" strike="noStrike" dirty="0">
                        <a:solidFill>
                          <a:srgbClr val="000000"/>
                        </a:solidFill>
                        <a:effectLst/>
                        <a:latin typeface="Pretendard" panose="02000503000000020004" pitchFamily="50" charset="-127"/>
                        <a:ea typeface="Pretendard" panose="02000503000000020004" pitchFamily="50" charset="-127"/>
                      </a:endParaRP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en-US" altLang="ko-KR" sz="400" b="1" i="0" u="none" strike="noStrike" dirty="0">
                        <a:solidFill>
                          <a:srgbClr val="000000"/>
                        </a:solidFill>
                        <a:effectLst/>
                        <a:latin typeface="Pretendard" panose="02000503000000020004" pitchFamily="50" charset="-127"/>
                        <a:ea typeface="Pretendard" panose="02000503000000020004" pitchFamily="50" charset="-127"/>
                      </a:endParaRP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en-US" altLang="ko-KR" sz="400" b="1" i="0" u="none" strike="noStrike" dirty="0">
                        <a:solidFill>
                          <a:srgbClr val="000000"/>
                        </a:solidFill>
                        <a:effectLst/>
                        <a:latin typeface="Pretendard" panose="02000503000000020004" pitchFamily="50" charset="-127"/>
                        <a:ea typeface="Pretendard" panose="02000503000000020004" pitchFamily="50" charset="-127"/>
                      </a:endParaRP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17750048"/>
                  </a:ext>
                </a:extLst>
              </a:tr>
              <a:tr h="211460">
                <a:tc gridSpan="3"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1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EBITDA</a:t>
                      </a:r>
                      <a:endParaRPr lang="ko-KR" altLang="en-US" sz="1200" b="1" i="0" u="none" strike="noStrike" baseline="0" dirty="0">
                        <a:solidFill>
                          <a:srgbClr val="000000"/>
                        </a:solidFill>
                        <a:effectLst/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DF3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1" i="0" u="none" strike="noStrike" baseline="0">
                          <a:solidFill>
                            <a:srgbClr val="000000"/>
                          </a:solidFill>
                          <a:effectLst/>
                          <a:latin typeface="Tahoma"/>
                          <a:ea typeface="Tahoma"/>
                          <a:cs typeface="Tahoma"/>
                        </a:rPr>
                        <a:t>EBITDA</a:t>
                      </a:r>
                      <a:endParaRPr lang="ko-KR" altLang="en-US" sz="1100" b="1" i="0" u="none" strike="noStrike" baseline="0">
                        <a:solidFill>
                          <a:srgbClr val="000000"/>
                        </a:solidFill>
                        <a:effectLst/>
                        <a:latin typeface="Tahoma"/>
                        <a:ea typeface="나눔바른고딕" panose="020B0603020101020101" pitchFamily="50" charset="-127"/>
                        <a:cs typeface="Tahoma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1" i="0" u="none" strike="noStrike" dirty="0">
                        <a:solidFill>
                          <a:srgbClr val="000000"/>
                        </a:solidFill>
                        <a:effectLst/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DF3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△</a:t>
                      </a:r>
                      <a:r>
                        <a:rPr lang="en-US" altLang="ko-KR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370</a:t>
                      </a: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FEDF3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1,475</a:t>
                      </a: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FEDF3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1,105</a:t>
                      </a: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FEDF3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214</a:t>
                      </a: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FED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2379932"/>
                  </a:ext>
                </a:extLst>
              </a:tr>
              <a:tr h="211460">
                <a:tc rowSpan="5"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자회사</a:t>
                      </a: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DF3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자회사 계</a:t>
                      </a: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CE92">
                        <a:alpha val="20000"/>
                      </a:srgb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kern="1200" dirty="0">
                        <a:solidFill>
                          <a:srgbClr val="000000"/>
                        </a:solidFill>
                        <a:effectLst/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CE92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-</a:t>
                      </a: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1CE92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1,475</a:t>
                      </a: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1CE92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1,475</a:t>
                      </a: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1CE92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253</a:t>
                      </a: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1CE92">
                        <a:alpha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77393616"/>
                  </a:ext>
                </a:extLst>
              </a:tr>
              <a:tr h="211460">
                <a:tc vMerge="1"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Tahoma"/>
                          <a:ea typeface="나눔바른고딕"/>
                          <a:cs typeface="Tahoma"/>
                        </a:rPr>
                        <a:t>자회사</a:t>
                      </a:r>
                    </a:p>
                  </a:txBody>
                  <a:tcPr marL="54000" marR="54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EE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TES</a:t>
                      </a:r>
                      <a:endParaRPr lang="ko-KR" altLang="en-US" sz="1100" b="0" i="0" u="none" strike="noStrike" kern="1200" dirty="0">
                        <a:solidFill>
                          <a:srgbClr val="000000"/>
                        </a:solidFill>
                        <a:effectLst/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kern="1200" dirty="0">
                        <a:solidFill>
                          <a:srgbClr val="000000"/>
                        </a:solidFill>
                        <a:effectLst/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-</a:t>
                      </a: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416</a:t>
                      </a: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416</a:t>
                      </a: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170</a:t>
                      </a: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6171235"/>
                  </a:ext>
                </a:extLst>
              </a:tr>
              <a:tr h="211460">
                <a:tc vMerge="1">
                  <a:txBody>
                    <a:bodyPr/>
                    <a:lstStyle/>
                    <a:p>
                      <a:pPr algn="ctr" fontAlgn="ctr"/>
                      <a:endParaRPr lang="ko-KR" altLang="en-US" sz="900" b="0" i="0" u="none" strike="noStrike" kern="1200">
                        <a:solidFill>
                          <a:srgbClr val="000000"/>
                        </a:solidFill>
                        <a:effectLst/>
                        <a:latin typeface="Tahoma"/>
                        <a:ea typeface="나눔바른고딕"/>
                        <a:cs typeface="Tahoma"/>
                      </a:endParaRPr>
                    </a:p>
                  </a:txBody>
                  <a:tcPr marL="54000" marR="54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EE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EMC</a:t>
                      </a:r>
                      <a:endParaRPr lang="ko-KR" altLang="en-US" sz="1100" b="0" i="0" u="none" strike="noStrike" kern="1200" dirty="0">
                        <a:solidFill>
                          <a:srgbClr val="000000"/>
                        </a:solidFill>
                        <a:effectLst/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kern="1200" dirty="0">
                        <a:solidFill>
                          <a:srgbClr val="000000"/>
                        </a:solidFill>
                        <a:effectLst/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-</a:t>
                      </a: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633</a:t>
                      </a: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633</a:t>
                      </a: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△</a:t>
                      </a:r>
                      <a:r>
                        <a:rPr lang="en-US" altLang="ko-KR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81</a:t>
                      </a: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7444088"/>
                  </a:ext>
                </a:extLst>
              </a:tr>
              <a:tr h="211460">
                <a:tc vMerge="1">
                  <a:txBody>
                    <a:bodyPr/>
                    <a:lstStyle/>
                    <a:p>
                      <a:pPr algn="ctr" fontAlgn="ctr"/>
                      <a:endParaRPr lang="ko-KR" altLang="en-US" sz="900" b="0" i="0" u="none" strike="noStrike" kern="1200">
                        <a:solidFill>
                          <a:srgbClr val="000000"/>
                        </a:solidFill>
                        <a:effectLst/>
                        <a:latin typeface="Tahoma"/>
                        <a:ea typeface="나눔바른고딕"/>
                        <a:cs typeface="Tahoma"/>
                      </a:endParaRPr>
                    </a:p>
                  </a:txBody>
                  <a:tcPr marL="54000" marR="54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EE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리뉴원</a:t>
                      </a:r>
                      <a:endParaRPr lang="ko-KR" altLang="en-US" sz="1100" b="0" i="0" u="none" strike="noStrike" kern="1200" dirty="0">
                        <a:solidFill>
                          <a:srgbClr val="000000"/>
                        </a:solidFill>
                        <a:effectLst/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kern="1200" dirty="0">
                        <a:solidFill>
                          <a:srgbClr val="000000"/>
                        </a:solidFill>
                        <a:effectLst/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-</a:t>
                      </a: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303</a:t>
                      </a: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303</a:t>
                      </a: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80</a:t>
                      </a: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56091927"/>
                  </a:ext>
                </a:extLst>
              </a:tr>
              <a:tr h="211460">
                <a:tc vMerge="1">
                  <a:txBody>
                    <a:bodyPr/>
                    <a:lstStyle/>
                    <a:p>
                      <a:pPr algn="ctr" fontAlgn="ctr"/>
                      <a:endParaRPr lang="ko-KR" altLang="en-US" sz="900" b="0" i="0" u="none" strike="noStrike" kern="1200">
                        <a:solidFill>
                          <a:srgbClr val="000000"/>
                        </a:solidFill>
                        <a:effectLst/>
                        <a:latin typeface="Tahoma"/>
                        <a:ea typeface="나눔바른고딕"/>
                        <a:cs typeface="Tahoma"/>
                      </a:endParaRPr>
                    </a:p>
                  </a:txBody>
                  <a:tcPr marL="54000" marR="54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EE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기타법인</a:t>
                      </a:r>
                      <a:r>
                        <a:rPr lang="en-US" altLang="ko-KR" sz="1100" b="0" i="0" u="none" strike="noStrike" kern="1200" baseline="30000" dirty="0">
                          <a:solidFill>
                            <a:schemeClr val="tx1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1</a:t>
                      </a:r>
                      <a:endParaRPr lang="ko-KR" altLang="en-US" sz="1100" b="0" i="0" u="none" strike="noStrike" kern="1200" baseline="30000" dirty="0">
                        <a:solidFill>
                          <a:schemeClr val="tx1"/>
                        </a:solidFill>
                        <a:effectLst/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kern="1200" dirty="0">
                        <a:solidFill>
                          <a:srgbClr val="000000"/>
                        </a:solidFill>
                        <a:effectLst/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-</a:t>
                      </a: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123</a:t>
                      </a: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123</a:t>
                      </a: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84</a:t>
                      </a: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63371012"/>
                  </a:ext>
                </a:extLst>
              </a:tr>
              <a:tr h="211460">
                <a:tc gridSpan="3"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본사</a:t>
                      </a: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DF3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kern="1200" dirty="0">
                        <a:solidFill>
                          <a:srgbClr val="000000"/>
                        </a:solidFill>
                        <a:effectLst/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DF3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△</a:t>
                      </a:r>
                      <a:r>
                        <a:rPr lang="en-US" altLang="ko-KR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370</a:t>
                      </a: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FEDF3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-</a:t>
                      </a: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FEDF3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△</a:t>
                      </a:r>
                      <a:r>
                        <a:rPr lang="en-US" altLang="ko-KR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370</a:t>
                      </a: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FEDF3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△</a:t>
                      </a:r>
                      <a:r>
                        <a:rPr lang="en-US" altLang="ko-KR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39</a:t>
                      </a: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FED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9714733"/>
                  </a:ext>
                </a:extLst>
              </a:tr>
              <a:tr h="56271">
                <a:tc gridSpan="2"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 dirty="0">
                        <a:solidFill>
                          <a:srgbClr val="000000"/>
                        </a:solidFill>
                        <a:effectLst/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1" i="0" u="none" strike="noStrike" dirty="0">
                        <a:solidFill>
                          <a:srgbClr val="000000"/>
                        </a:solidFill>
                        <a:effectLst/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1" i="0" u="none" strike="noStrike" dirty="0">
                        <a:solidFill>
                          <a:srgbClr val="000000"/>
                        </a:solidFill>
                        <a:effectLst/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400" b="1" i="0" u="none" strike="noStrike" baseline="0" dirty="0">
                        <a:solidFill>
                          <a:srgbClr val="C00000"/>
                        </a:solidFill>
                        <a:effectLst/>
                        <a:highlight>
                          <a:srgbClr val="FFFF00"/>
                        </a:highlight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400" b="1" i="0" u="none" strike="noStrike" baseline="0" dirty="0">
                        <a:solidFill>
                          <a:srgbClr val="000000"/>
                        </a:solidFill>
                        <a:effectLst/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400" b="1" i="0" u="none" strike="noStrike" baseline="0" dirty="0">
                        <a:solidFill>
                          <a:srgbClr val="000000"/>
                        </a:solidFill>
                        <a:effectLst/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400" b="1" i="1" u="none" strike="noStrike" baseline="0" dirty="0">
                        <a:solidFill>
                          <a:srgbClr val="C00000"/>
                        </a:solidFill>
                        <a:effectLst/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65619592"/>
                  </a:ext>
                </a:extLst>
              </a:tr>
              <a:tr h="56271">
                <a:tc gridSpan="2"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 dirty="0">
                        <a:solidFill>
                          <a:srgbClr val="000000"/>
                        </a:solidFill>
                        <a:effectLst/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1" i="0" u="none" strike="noStrike" dirty="0">
                        <a:solidFill>
                          <a:srgbClr val="000000"/>
                        </a:solidFill>
                        <a:effectLst/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1" i="0" u="none" strike="noStrike" dirty="0">
                        <a:solidFill>
                          <a:srgbClr val="000000"/>
                        </a:solidFill>
                        <a:effectLst/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400" b="1" i="0" u="none" strike="noStrike" baseline="0" dirty="0">
                        <a:solidFill>
                          <a:srgbClr val="C00000"/>
                        </a:solidFill>
                        <a:effectLst/>
                        <a:highlight>
                          <a:srgbClr val="FFFF00"/>
                        </a:highlight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400" b="1" i="0" u="none" strike="noStrike" baseline="0" dirty="0">
                        <a:solidFill>
                          <a:srgbClr val="000000"/>
                        </a:solidFill>
                        <a:effectLst/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400" b="1" i="0" u="none" strike="noStrike" baseline="0" dirty="0">
                        <a:solidFill>
                          <a:srgbClr val="000000"/>
                        </a:solidFill>
                        <a:effectLst/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400" b="1" i="1" u="none" strike="noStrike" baseline="0" dirty="0">
                        <a:solidFill>
                          <a:srgbClr val="C00000"/>
                        </a:solidFill>
                        <a:effectLst/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35375283"/>
                  </a:ext>
                </a:extLst>
              </a:tr>
              <a:tr h="344442">
                <a:tc gridSpan="3"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1" i="0" u="none" strike="noStrike" baseline="0" dirty="0">
                          <a:solidFill>
                            <a:schemeClr val="tx1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OCF</a:t>
                      </a:r>
                      <a:endParaRPr lang="ko-KR" altLang="en-US" sz="1200" b="1" i="0" u="none" strike="noStrike" baseline="0" dirty="0">
                        <a:solidFill>
                          <a:schemeClr val="tx1"/>
                        </a:solidFill>
                        <a:effectLst/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1" i="0" u="none" strike="noStrike" baseline="0">
                          <a:solidFill>
                            <a:schemeClr val="tx1"/>
                          </a:solidFill>
                          <a:effectLst/>
                          <a:latin typeface="Tahoma"/>
                          <a:ea typeface="나눔바른고딕"/>
                          <a:cs typeface="Tahoma"/>
                        </a:rPr>
                        <a:t>투자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r">
                        <a:buNone/>
                      </a:pPr>
                      <a:r>
                        <a:rPr lang="ko-KR" altLang="en-US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Pretendard" panose="02000503000000020004" pitchFamily="50" charset="-127"/>
                          <a:cs typeface="Pretendard" panose="02000503000000020004" pitchFamily="50" charset="-127"/>
                        </a:rPr>
                        <a:t>△</a:t>
                      </a:r>
                      <a:r>
                        <a:rPr lang="en-US" altLang="ko-KR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Pretendard" panose="02000503000000020004" pitchFamily="50" charset="-127"/>
                          <a:cs typeface="Pretendard" panose="02000503000000020004" pitchFamily="50" charset="-127"/>
                        </a:rPr>
                        <a:t>1,210</a:t>
                      </a:r>
                      <a:endParaRPr lang="ko-KR" altLang="en-US" sz="1100" b="1" i="0" u="none" strike="noStrike" kern="1200" dirty="0">
                        <a:solidFill>
                          <a:srgbClr val="000000"/>
                        </a:solidFill>
                        <a:effectLst/>
                        <a:latin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49846" marR="49846" marT="8793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/>
                      </a:pPr>
                      <a:r>
                        <a:rPr lang="en-US" altLang="ko-KR" sz="1100" b="1" i="0" u="none" strike="noStrike" kern="1200" dirty="0">
                          <a:solidFill>
                            <a:schemeClr val="tx1"/>
                          </a:solidFill>
                          <a:effectLst/>
                          <a:latin typeface="Pretendard" panose="02000503000000020004" pitchFamily="50" charset="-127"/>
                          <a:cs typeface="Pretendard" panose="02000503000000020004" pitchFamily="50" charset="-127"/>
                        </a:rPr>
                        <a:t>469</a:t>
                      </a:r>
                      <a:endParaRPr lang="ko-KR" altLang="en-US" sz="1100" b="1" i="0" u="none" strike="noStrike" kern="1200" dirty="0">
                        <a:solidFill>
                          <a:schemeClr val="tx1"/>
                        </a:solidFill>
                        <a:effectLst/>
                        <a:latin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49846" marR="49846" marT="8793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/>
                      </a:pPr>
                      <a:r>
                        <a:rPr lang="ko-KR" altLang="en-US" sz="1100" b="1" i="0" u="none" strike="noStrike" kern="1200" dirty="0">
                          <a:solidFill>
                            <a:schemeClr val="tx1"/>
                          </a:solidFill>
                          <a:effectLst/>
                          <a:latin typeface="Pretendard" panose="02000503000000020004" pitchFamily="50" charset="-127"/>
                          <a:cs typeface="Pretendard" panose="02000503000000020004" pitchFamily="50" charset="-127"/>
                        </a:rPr>
                        <a:t>△</a:t>
                      </a:r>
                      <a:r>
                        <a:rPr lang="en-US" altLang="ko-KR" sz="1100" b="1" i="0" u="none" strike="noStrike" kern="1200" dirty="0">
                          <a:solidFill>
                            <a:schemeClr val="tx1"/>
                          </a:solidFill>
                          <a:effectLst/>
                          <a:latin typeface="Pretendard" panose="02000503000000020004" pitchFamily="50" charset="-127"/>
                          <a:cs typeface="Pretendard" panose="02000503000000020004" pitchFamily="50" charset="-127"/>
                        </a:rPr>
                        <a:t>741</a:t>
                      </a:r>
                      <a:endParaRPr lang="ko-KR" altLang="en-US" sz="1100" b="1" i="0" u="none" strike="noStrike" kern="1200" dirty="0">
                        <a:solidFill>
                          <a:schemeClr val="tx1"/>
                        </a:solidFill>
                        <a:effectLst/>
                        <a:latin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49846" marR="49846" marT="8793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/>
                      </a:pPr>
                      <a:r>
                        <a:rPr lang="en-US" altLang="ko-KR" sz="1100" b="1" i="0" u="none" strike="noStrike" kern="1200" dirty="0">
                          <a:solidFill>
                            <a:schemeClr val="tx1"/>
                          </a:solidFill>
                          <a:effectLst/>
                          <a:latin typeface="Pretendard" panose="02000503000000020004" pitchFamily="50" charset="-127"/>
                          <a:cs typeface="Pretendard" panose="02000503000000020004" pitchFamily="50" charset="-127"/>
                        </a:rPr>
                        <a:t>203</a:t>
                      </a:r>
                      <a:endParaRPr lang="ko-KR" altLang="en-US" sz="1100" b="1" i="0" u="none" strike="noStrike" kern="1200" dirty="0">
                        <a:solidFill>
                          <a:schemeClr val="tx1"/>
                        </a:solidFill>
                        <a:effectLst/>
                        <a:latin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49846" marR="49846" marT="8793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5433337"/>
                  </a:ext>
                </a:extLst>
              </a:tr>
              <a:tr h="192235">
                <a:tc gridSpan="3">
                  <a:txBody>
                    <a:bodyPr/>
                    <a:lstStyle/>
                    <a:p>
                      <a:pPr algn="ctr" fontAlgn="ctr"/>
                      <a:r>
                        <a:rPr lang="ko-KR" altLang="en-US" sz="12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투자</a:t>
                      </a: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0" i="0" u="none" strike="noStrike" baseline="0">
                          <a:solidFill>
                            <a:srgbClr val="000000"/>
                          </a:solidFill>
                          <a:effectLst/>
                          <a:latin typeface="Tahoma"/>
                          <a:ea typeface="Tahoma"/>
                          <a:cs typeface="Tahoma"/>
                        </a:rPr>
                        <a:t>OCF</a:t>
                      </a:r>
                      <a:endParaRPr lang="ko-KR" altLang="en-US" sz="1000" b="0" i="0" u="none" strike="noStrike" baseline="0">
                        <a:solidFill>
                          <a:srgbClr val="000000"/>
                        </a:solidFill>
                        <a:effectLst/>
                        <a:latin typeface="Tahoma"/>
                        <a:ea typeface="나눔바른고딕" panose="020B0603020101020101" pitchFamily="50" charset="-127"/>
                        <a:cs typeface="Tahoma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 dirty="0">
                        <a:solidFill>
                          <a:srgbClr val="000000"/>
                        </a:solidFill>
                        <a:effectLst/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r">
                        <a:buNone/>
                      </a:pPr>
                      <a:r>
                        <a:rPr lang="ko-KR" alt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Pretendard" panose="02000503000000020004" pitchFamily="50" charset="-127"/>
                          <a:cs typeface="Pretendard" panose="02000503000000020004" pitchFamily="50" charset="-127"/>
                        </a:rPr>
                        <a:t>△</a:t>
                      </a:r>
                      <a:r>
                        <a:rPr lang="en-US" altLang="ko-KR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Pretendard" panose="02000503000000020004" pitchFamily="50" charset="-127"/>
                          <a:cs typeface="Pretendard" panose="02000503000000020004" pitchFamily="50" charset="-127"/>
                        </a:rPr>
                        <a:t>570</a:t>
                      </a:r>
                      <a:endParaRPr lang="ko-KR" altLang="en-US" sz="1100" b="0" i="0" u="none" strike="noStrike" kern="1200" dirty="0">
                        <a:solidFill>
                          <a:srgbClr val="000000"/>
                        </a:solidFill>
                        <a:effectLst/>
                        <a:latin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49846" marR="49846" marT="8793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i="0" u="none" strike="noStrike" kern="1200" noProof="0" dirty="0">
                          <a:solidFill>
                            <a:schemeClr val="tx1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△</a:t>
                      </a:r>
                      <a:r>
                        <a:rPr lang="en-US" altLang="ko-KR" sz="1100" b="0" i="0" u="none" strike="noStrike" kern="1200" noProof="0" dirty="0">
                          <a:solidFill>
                            <a:schemeClr val="tx1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2,423</a:t>
                      </a:r>
                    </a:p>
                  </a:txBody>
                  <a:tcPr marL="49846" marR="49846" marT="8793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/>
                      </a:pPr>
                      <a:r>
                        <a:rPr lang="ko-KR" altLang="en-US" sz="11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Pretendard" panose="02000503000000020004" pitchFamily="50" charset="-127"/>
                          <a:cs typeface="Pretendard" panose="02000503000000020004" pitchFamily="50" charset="-127"/>
                        </a:rPr>
                        <a:t>△</a:t>
                      </a:r>
                      <a:r>
                        <a:rPr lang="en-US" altLang="ko-KR" sz="11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Pretendard" panose="02000503000000020004" pitchFamily="50" charset="-127"/>
                          <a:cs typeface="Pretendard" panose="02000503000000020004" pitchFamily="50" charset="-127"/>
                        </a:rPr>
                        <a:t>2,993</a:t>
                      </a:r>
                      <a:endParaRPr lang="ko-KR" altLang="en-US" sz="1100" b="0" i="0" u="none" strike="noStrike" kern="1200" dirty="0">
                        <a:solidFill>
                          <a:schemeClr val="tx1"/>
                        </a:solidFill>
                        <a:effectLst/>
                        <a:latin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49846" marR="49846" marT="8793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i="0" u="none" strike="noStrike" kern="1200" noProof="0" dirty="0">
                          <a:solidFill>
                            <a:schemeClr val="tx1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△</a:t>
                      </a:r>
                      <a:r>
                        <a:rPr lang="en-US" altLang="ko-KR" sz="1100" b="0" i="0" u="none" strike="noStrike" kern="1200" noProof="0" dirty="0">
                          <a:solidFill>
                            <a:schemeClr val="tx1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740</a:t>
                      </a:r>
                    </a:p>
                  </a:txBody>
                  <a:tcPr marL="49846" marR="49846" marT="8793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4473429"/>
                  </a:ext>
                </a:extLst>
              </a:tr>
              <a:tr h="192235">
                <a:tc gridSpan="3"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FCF</a:t>
                      </a:r>
                      <a:endParaRPr lang="ko-KR" altLang="en-US" sz="1200" b="0" i="0" u="none" strike="noStrike" baseline="0" dirty="0">
                        <a:solidFill>
                          <a:srgbClr val="000000"/>
                        </a:solidFill>
                        <a:effectLst/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0" i="0" u="none" strike="noStrike" baseline="0">
                          <a:solidFill>
                            <a:srgbClr val="000000"/>
                          </a:solidFill>
                          <a:effectLst/>
                          <a:latin typeface="Tahoma"/>
                          <a:ea typeface="Tahoma"/>
                          <a:cs typeface="Tahoma"/>
                        </a:rPr>
                        <a:t>FCF</a:t>
                      </a:r>
                      <a:endParaRPr lang="ko-KR" altLang="en-US" sz="1000" b="0" i="0" u="none" strike="noStrike" baseline="0">
                        <a:solidFill>
                          <a:srgbClr val="000000"/>
                        </a:solidFill>
                        <a:effectLst/>
                        <a:latin typeface="Tahoma"/>
                        <a:ea typeface="나눔바른고딕" panose="020B0603020101020101" pitchFamily="50" charset="-127"/>
                        <a:cs typeface="Tahoma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 dirty="0">
                        <a:solidFill>
                          <a:srgbClr val="000000"/>
                        </a:solidFill>
                        <a:effectLst/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49846" marR="49846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r">
                        <a:buNone/>
                      </a:pPr>
                      <a:r>
                        <a:rPr lang="ko-KR" alt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Pretendard" panose="02000503000000020004" pitchFamily="50" charset="-127"/>
                          <a:cs typeface="Pretendard" panose="02000503000000020004" pitchFamily="50" charset="-127"/>
                        </a:rPr>
                        <a:t>△</a:t>
                      </a:r>
                      <a:r>
                        <a:rPr lang="en-US" altLang="ko-KR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Pretendard" panose="02000503000000020004" pitchFamily="50" charset="-127"/>
                          <a:cs typeface="Pretendard" panose="02000503000000020004" pitchFamily="50" charset="-127"/>
                        </a:rPr>
                        <a:t>1,780</a:t>
                      </a:r>
                      <a:endParaRPr lang="ko-KR" altLang="en-US" sz="1100" b="0" i="0" u="none" strike="noStrike" kern="1200" dirty="0">
                        <a:solidFill>
                          <a:srgbClr val="000000"/>
                        </a:solidFill>
                        <a:effectLst/>
                        <a:latin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49846" marR="49846" marT="8793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i="0" u="none" strike="noStrike" kern="1200" noProof="0" dirty="0">
                          <a:solidFill>
                            <a:schemeClr val="tx1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△</a:t>
                      </a:r>
                      <a:r>
                        <a:rPr lang="en-US" altLang="ko-KR" sz="1100" b="0" i="0" u="none" strike="noStrike" kern="1200" noProof="0" dirty="0">
                          <a:solidFill>
                            <a:schemeClr val="tx1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1,954</a:t>
                      </a:r>
                    </a:p>
                  </a:txBody>
                  <a:tcPr marL="49846" marR="49846" marT="8793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/>
                      </a:pPr>
                      <a:r>
                        <a:rPr lang="ko-KR" altLang="en-US" sz="11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Pretendard" panose="02000503000000020004" pitchFamily="50" charset="-127"/>
                          <a:cs typeface="Pretendard" panose="02000503000000020004" pitchFamily="50" charset="-127"/>
                        </a:rPr>
                        <a:t>△</a:t>
                      </a:r>
                      <a:r>
                        <a:rPr lang="en-US" altLang="ko-KR" sz="11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Pretendard" panose="02000503000000020004" pitchFamily="50" charset="-127"/>
                          <a:cs typeface="Pretendard" panose="02000503000000020004" pitchFamily="50" charset="-127"/>
                        </a:rPr>
                        <a:t>3,734</a:t>
                      </a:r>
                      <a:endParaRPr lang="ko-KR" altLang="en-US" sz="1100" b="0" i="0" u="none" strike="noStrike" kern="1200" dirty="0">
                        <a:solidFill>
                          <a:schemeClr val="tx1"/>
                        </a:solidFill>
                        <a:effectLst/>
                        <a:latin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49846" marR="49846" marT="8793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/>
                      </a:pPr>
                      <a:r>
                        <a:rPr lang="ko-KR" altLang="en-US" sz="1100" b="0" i="0" u="none" strike="noStrike" kern="1200" noProof="0" dirty="0">
                          <a:solidFill>
                            <a:schemeClr val="tx1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△</a:t>
                      </a:r>
                      <a:r>
                        <a:rPr lang="en-US" altLang="ko-KR" sz="1100" b="0" i="0" u="none" strike="noStrike" kern="1200" noProof="0" dirty="0">
                          <a:solidFill>
                            <a:schemeClr val="tx1"/>
                          </a:solidFill>
                          <a:effectLst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537</a:t>
                      </a:r>
                    </a:p>
                  </a:txBody>
                  <a:tcPr marL="49846" marR="49846" marT="8793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47812356"/>
                  </a:ext>
                </a:extLst>
              </a:tr>
            </a:tbl>
          </a:graphicData>
        </a:graphic>
      </p:graphicFrame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52797768-A523-1715-F72E-C688534FB9FB}"/>
              </a:ext>
            </a:extLst>
          </p:cNvPr>
          <p:cNvSpPr/>
          <p:nvPr/>
        </p:nvSpPr>
        <p:spPr>
          <a:xfrm>
            <a:off x="1086512" y="904742"/>
            <a:ext cx="4335825" cy="367871"/>
          </a:xfrm>
          <a:prstGeom prst="roundRect">
            <a:avLst/>
          </a:prstGeom>
          <a:noFill/>
          <a:ln w="190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477" b="1" dirty="0">
                <a:solidFill>
                  <a:schemeClr val="accent6"/>
                </a:solidFill>
                <a:latin typeface="Pretendard" panose="02000503000000020004" pitchFamily="50" charset="-127"/>
                <a:ea typeface="Pretendard" panose="02000503000000020004" pitchFamily="50" charset="-127"/>
              </a:rPr>
              <a:t>’24</a:t>
            </a:r>
            <a:r>
              <a:rPr lang="ko-KR" altLang="en-US" sz="1477" b="1" dirty="0">
                <a:solidFill>
                  <a:schemeClr val="accent6"/>
                </a:solidFill>
                <a:latin typeface="Pretendard" panose="02000503000000020004" pitchFamily="50" charset="-127"/>
                <a:ea typeface="Pretendard" panose="02000503000000020004" pitchFamily="50" charset="-127"/>
              </a:rPr>
              <a:t>년 </a:t>
            </a:r>
            <a:r>
              <a:rPr lang="en-US" altLang="ko-KR" sz="1477" b="1" dirty="0">
                <a:solidFill>
                  <a:schemeClr val="accent6"/>
                </a:solidFill>
                <a:latin typeface="Pretendard" panose="02000503000000020004" pitchFamily="50" charset="-127"/>
                <a:ea typeface="Pretendard" panose="02000503000000020004" pitchFamily="50" charset="-127"/>
              </a:rPr>
              <a:t>X</a:t>
            </a:r>
            <a:r>
              <a:rPr lang="ko-KR" altLang="en-US" sz="1477" b="1" dirty="0">
                <a:solidFill>
                  <a:schemeClr val="accent6"/>
                </a:solidFill>
                <a:latin typeface="Pretendard" panose="02000503000000020004" pitchFamily="50" charset="-127"/>
                <a:ea typeface="Pretendard" panose="02000503000000020004" pitchFamily="50" charset="-127"/>
              </a:rPr>
              <a:t>월 실적 현황 </a:t>
            </a:r>
          </a:p>
        </p:txBody>
      </p:sp>
      <p:sp>
        <p:nvSpPr>
          <p:cNvPr id="3" name="슬라이드 번호 개체 틀 1">
            <a:extLst>
              <a:ext uri="{FF2B5EF4-FFF2-40B4-BE49-F238E27FC236}">
                <a16:creationId xmlns:a16="http://schemas.microsoft.com/office/drawing/2014/main" id="{8E572EED-2620-FBF5-7C32-CFB890D3BD1A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11611884" y="7325653"/>
            <a:ext cx="364956" cy="151580"/>
          </a:xfrm>
        </p:spPr>
        <p:txBody>
          <a:bodyPr/>
          <a:lstStyle/>
          <a:p>
            <a:fld id="{3DFBBC6A-3425-4C62-80BA-0DDE16A15D08}" type="slidenum">
              <a:rPr lang="ko-KR" altLang="en-US" sz="985"/>
              <a:pPr/>
              <a:t>40</a:t>
            </a:fld>
            <a:endParaRPr lang="ko-KR" altLang="en-US" sz="985"/>
          </a:p>
        </p:txBody>
      </p:sp>
      <p:sp>
        <p:nvSpPr>
          <p:cNvPr id="9" name="제목 8">
            <a:extLst>
              <a:ext uri="{FF2B5EF4-FFF2-40B4-BE49-F238E27FC236}">
                <a16:creationId xmlns:a16="http://schemas.microsoft.com/office/drawing/2014/main" id="{828383BF-A6FC-53EC-22D5-904F24094B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09" name="직사각형 108">
            <a:extLst>
              <a:ext uri="{FF2B5EF4-FFF2-40B4-BE49-F238E27FC236}">
                <a16:creationId xmlns:a16="http://schemas.microsoft.com/office/drawing/2014/main" id="{D4083701-1537-0544-DD2F-503CB2B79D24}"/>
              </a:ext>
            </a:extLst>
          </p:cNvPr>
          <p:cNvSpPr/>
          <p:nvPr/>
        </p:nvSpPr>
        <p:spPr>
          <a:xfrm>
            <a:off x="6997665" y="1060937"/>
            <a:ext cx="1348704" cy="4173937"/>
          </a:xfrm>
          <a:prstGeom prst="rect">
            <a:avLst/>
          </a:prstGeom>
          <a:pattFill prst="ltUpDiag">
            <a:fgClr>
              <a:schemeClr val="bg1">
                <a:lumMod val="85000"/>
              </a:schemeClr>
            </a:fgClr>
            <a:bgClr>
              <a:schemeClr val="bg1"/>
            </a:bgClr>
          </a:patt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125444">
              <a:defRPr/>
            </a:pPr>
            <a:endParaRPr lang="ko-KR" altLang="en-US" sz="2215">
              <a:solidFill>
                <a:prstClr val="white"/>
              </a:solidFill>
              <a:latin typeface="Pretendard"/>
              <a:ea typeface="Pretendard"/>
            </a:endParaRPr>
          </a:p>
        </p:txBody>
      </p:sp>
      <p:sp>
        <p:nvSpPr>
          <p:cNvPr id="110" name="직사각형 109">
            <a:extLst>
              <a:ext uri="{FF2B5EF4-FFF2-40B4-BE49-F238E27FC236}">
                <a16:creationId xmlns:a16="http://schemas.microsoft.com/office/drawing/2014/main" id="{9427316E-1AAE-AF50-4F49-A30AFED12DFE}"/>
              </a:ext>
            </a:extLst>
          </p:cNvPr>
          <p:cNvSpPr/>
          <p:nvPr/>
        </p:nvSpPr>
        <p:spPr>
          <a:xfrm>
            <a:off x="8380091" y="1060937"/>
            <a:ext cx="2784759" cy="4173937"/>
          </a:xfrm>
          <a:prstGeom prst="rect">
            <a:avLst/>
          </a:prstGeom>
          <a:solidFill>
            <a:schemeClr val="accent2"/>
          </a:solidFill>
          <a:ln w="158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125444">
              <a:defRPr/>
            </a:pPr>
            <a:endParaRPr lang="ko-KR" altLang="en-US" sz="2215">
              <a:solidFill>
                <a:prstClr val="white"/>
              </a:solidFill>
              <a:latin typeface="Pretendard"/>
              <a:ea typeface="Pretendard"/>
            </a:endParaRPr>
          </a:p>
        </p:txBody>
      </p:sp>
      <p:sp>
        <p:nvSpPr>
          <p:cNvPr id="111" name="직사각형 110">
            <a:extLst>
              <a:ext uri="{FF2B5EF4-FFF2-40B4-BE49-F238E27FC236}">
                <a16:creationId xmlns:a16="http://schemas.microsoft.com/office/drawing/2014/main" id="{A8972A27-D940-AB9C-2FBA-BB494ABFE7E3}"/>
              </a:ext>
            </a:extLst>
          </p:cNvPr>
          <p:cNvSpPr/>
          <p:nvPr/>
        </p:nvSpPr>
        <p:spPr>
          <a:xfrm>
            <a:off x="9028244" y="1062235"/>
            <a:ext cx="2129998" cy="2103099"/>
          </a:xfrm>
          <a:prstGeom prst="rect">
            <a:avLst/>
          </a:prstGeom>
          <a:solidFill>
            <a:schemeClr val="accent1">
              <a:alpha val="54000"/>
            </a:schemeClr>
          </a:solidFill>
          <a:ln w="158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125444">
              <a:defRPr/>
            </a:pPr>
            <a:endParaRPr lang="ko-KR" altLang="en-US" sz="2215">
              <a:solidFill>
                <a:prstClr val="white"/>
              </a:solidFill>
              <a:latin typeface="Pretendard"/>
              <a:ea typeface="Pretendard"/>
            </a:endParaRPr>
          </a:p>
        </p:txBody>
      </p:sp>
      <p:sp>
        <p:nvSpPr>
          <p:cNvPr id="112" name="직사각형 111">
            <a:extLst>
              <a:ext uri="{FF2B5EF4-FFF2-40B4-BE49-F238E27FC236}">
                <a16:creationId xmlns:a16="http://schemas.microsoft.com/office/drawing/2014/main" id="{D8F16B58-0B1E-0B94-9E13-4561DAF1AD68}"/>
              </a:ext>
            </a:extLst>
          </p:cNvPr>
          <p:cNvSpPr/>
          <p:nvPr/>
        </p:nvSpPr>
        <p:spPr>
          <a:xfrm rot="5400000">
            <a:off x="5521240" y="3099692"/>
            <a:ext cx="1550769" cy="124294"/>
          </a:xfrm>
          <a:prstGeom prst="rect">
            <a:avLst/>
          </a:prstGeom>
          <a:solidFill>
            <a:srgbClr val="ADD0DD">
              <a:alpha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844083" latinLnBrk="0"/>
            <a:endParaRPr lang="ko-KR" altLang="en-US" sz="1662" kern="0">
              <a:solidFill>
                <a:prstClr val="white"/>
              </a:solidFill>
              <a:latin typeface="Pretendard" panose="02000503000000020004" pitchFamily="50" charset="-127"/>
              <a:ea typeface="Pretendard" panose="02000503000000020004" pitchFamily="50" charset="-127"/>
            </a:endParaRPr>
          </a:p>
        </p:txBody>
      </p:sp>
      <p:sp>
        <p:nvSpPr>
          <p:cNvPr id="113" name="직사각형 112">
            <a:extLst>
              <a:ext uri="{FF2B5EF4-FFF2-40B4-BE49-F238E27FC236}">
                <a16:creationId xmlns:a16="http://schemas.microsoft.com/office/drawing/2014/main" id="{6C06C84B-7211-CA80-5BD9-2FB2CD11906E}"/>
              </a:ext>
            </a:extLst>
          </p:cNvPr>
          <p:cNvSpPr/>
          <p:nvPr/>
        </p:nvSpPr>
        <p:spPr>
          <a:xfrm>
            <a:off x="8558392" y="5987558"/>
            <a:ext cx="1110310" cy="124294"/>
          </a:xfrm>
          <a:prstGeom prst="rect">
            <a:avLst/>
          </a:prstGeom>
          <a:solidFill>
            <a:srgbClr val="ADD0DD">
              <a:alpha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844083" latinLnBrk="0"/>
            <a:endParaRPr lang="ko-KR" altLang="en-US" sz="1662" kern="0">
              <a:solidFill>
                <a:prstClr val="white"/>
              </a:solidFill>
              <a:latin typeface="Pretendard" panose="02000503000000020004" pitchFamily="50" charset="-127"/>
              <a:ea typeface="Pretendard" panose="02000503000000020004" pitchFamily="50" charset="-127"/>
            </a:endParaRPr>
          </a:p>
        </p:txBody>
      </p:sp>
      <p:sp>
        <p:nvSpPr>
          <p:cNvPr id="114" name="직사각형 150">
            <a:extLst>
              <a:ext uri="{FF2B5EF4-FFF2-40B4-BE49-F238E27FC236}">
                <a16:creationId xmlns:a16="http://schemas.microsoft.com/office/drawing/2014/main" id="{4F7CB9CA-E65E-323A-3567-5B2578D53067}"/>
              </a:ext>
            </a:extLst>
          </p:cNvPr>
          <p:cNvSpPr/>
          <p:nvPr/>
        </p:nvSpPr>
        <p:spPr>
          <a:xfrm>
            <a:off x="8628091" y="5906085"/>
            <a:ext cx="910492" cy="277806"/>
          </a:xfrm>
          <a:prstGeom prst="rect">
            <a:avLst/>
          </a:prstGeom>
          <a:noFill/>
          <a:ln w="9525" cap="flat" cmpd="sng" algn="ctr">
            <a:noFill/>
            <a:prstDash val="solid"/>
          </a:ln>
          <a:effectLst/>
        </p:spPr>
        <p:txBody>
          <a:bodyPr wrap="none" lIns="88615" tIns="88615" rIns="88615" bIns="88615" rtlCol="0" anchor="ctr" anchorCtr="0">
            <a:noAutofit/>
          </a:bodyPr>
          <a:lstStyle/>
          <a:p>
            <a:pPr algn="ctr" defTabSz="1125444" latinLnBrk="0">
              <a:lnSpc>
                <a:spcPct val="50000"/>
              </a:lnSpc>
              <a:spcBef>
                <a:spcPts val="492"/>
              </a:spcBef>
              <a:defRPr/>
            </a:pPr>
            <a:r>
              <a:rPr lang="en-US" altLang="ko-KR" sz="1723" b="1" kern="0" spc="-123" dirty="0">
                <a:solidFill>
                  <a:prstClr val="black"/>
                </a:solidFill>
                <a:latin typeface="Pretendard"/>
                <a:ea typeface="Pretendard"/>
                <a:cs typeface="Pretendard" panose="02000503000000020004" pitchFamily="50" charset="-127"/>
              </a:rPr>
              <a:t>Y axis Subject</a:t>
            </a:r>
            <a:endParaRPr lang="ko-KR" altLang="en-US" sz="1723" b="1" kern="0" spc="-123" dirty="0">
              <a:solidFill>
                <a:prstClr val="black"/>
              </a:solidFill>
              <a:latin typeface="Pretendard"/>
              <a:ea typeface="Pretendard"/>
              <a:cs typeface="Pretendard" panose="02000503000000020004" pitchFamily="50" charset="-127"/>
            </a:endParaRPr>
          </a:p>
        </p:txBody>
      </p:sp>
      <p:sp>
        <p:nvSpPr>
          <p:cNvPr id="115" name="직사각형 150">
            <a:extLst>
              <a:ext uri="{FF2B5EF4-FFF2-40B4-BE49-F238E27FC236}">
                <a16:creationId xmlns:a16="http://schemas.microsoft.com/office/drawing/2014/main" id="{1FA6F5BB-0107-4F49-8C11-79F905DFE7DD}"/>
              </a:ext>
            </a:extLst>
          </p:cNvPr>
          <p:cNvSpPr/>
          <p:nvPr/>
        </p:nvSpPr>
        <p:spPr>
          <a:xfrm rot="16200000">
            <a:off x="5824400" y="3036397"/>
            <a:ext cx="910492" cy="277806"/>
          </a:xfrm>
          <a:prstGeom prst="rect">
            <a:avLst/>
          </a:prstGeom>
          <a:noFill/>
          <a:ln w="9525" cap="flat" cmpd="sng" algn="ctr">
            <a:noFill/>
            <a:prstDash val="solid"/>
          </a:ln>
          <a:effectLst/>
        </p:spPr>
        <p:txBody>
          <a:bodyPr wrap="none" lIns="88615" tIns="88615" rIns="88615" bIns="88615" rtlCol="0" anchor="ctr" anchorCtr="0">
            <a:noAutofit/>
          </a:bodyPr>
          <a:lstStyle/>
          <a:p>
            <a:pPr algn="ctr" defTabSz="1125444" latinLnBrk="0">
              <a:lnSpc>
                <a:spcPct val="50000"/>
              </a:lnSpc>
              <a:spcBef>
                <a:spcPts val="492"/>
              </a:spcBef>
              <a:defRPr/>
            </a:pPr>
            <a:r>
              <a:rPr lang="en-US" altLang="ko-KR" sz="1723" b="1" kern="0" spc="-123" dirty="0">
                <a:solidFill>
                  <a:prstClr val="black"/>
                </a:solidFill>
                <a:latin typeface="Pretendard"/>
                <a:ea typeface="Pretendard"/>
                <a:cs typeface="Pretendard" panose="02000503000000020004" pitchFamily="50" charset="-127"/>
              </a:rPr>
              <a:t>Vision Alignment</a:t>
            </a:r>
          </a:p>
        </p:txBody>
      </p:sp>
      <p:grpSp>
        <p:nvGrpSpPr>
          <p:cNvPr id="116" name="그룹 115">
            <a:extLst>
              <a:ext uri="{FF2B5EF4-FFF2-40B4-BE49-F238E27FC236}">
                <a16:creationId xmlns:a16="http://schemas.microsoft.com/office/drawing/2014/main" id="{E0E73EEF-9C94-0F3E-1E5D-70A5ECF91AC7}"/>
              </a:ext>
            </a:extLst>
          </p:cNvPr>
          <p:cNvGrpSpPr/>
          <p:nvPr/>
        </p:nvGrpSpPr>
        <p:grpSpPr>
          <a:xfrm rot="16200000">
            <a:off x="4565116" y="2932710"/>
            <a:ext cx="4262401" cy="470183"/>
            <a:chOff x="6045165" y="4861305"/>
            <a:chExt cx="3819913" cy="382024"/>
          </a:xfrm>
        </p:grpSpPr>
        <p:sp>
          <p:nvSpPr>
            <p:cNvPr id="117" name="직사각형 116">
              <a:extLst>
                <a:ext uri="{FF2B5EF4-FFF2-40B4-BE49-F238E27FC236}">
                  <a16:creationId xmlns:a16="http://schemas.microsoft.com/office/drawing/2014/main" id="{536068D8-7644-340A-E936-AA6AAE29BF78}"/>
                </a:ext>
              </a:extLst>
            </p:cNvPr>
            <p:cNvSpPr/>
            <p:nvPr/>
          </p:nvSpPr>
          <p:spPr>
            <a:xfrm>
              <a:off x="6045165" y="4861305"/>
              <a:ext cx="1242977" cy="38202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1125444">
                <a:defRPr/>
              </a:pPr>
              <a:r>
                <a:rPr lang="en-US" altLang="ko-KR" sz="1477" b="1">
                  <a:solidFill>
                    <a:prstClr val="black"/>
                  </a:solidFill>
                  <a:latin typeface="Pretendard"/>
                  <a:ea typeface="Pretendard"/>
                  <a:cs typeface="Pretendard" panose="02000503000000020004" pitchFamily="50" charset="-127"/>
                </a:rPr>
                <a:t>LOW</a:t>
              </a:r>
              <a:endParaRPr lang="ko-KR" altLang="en-US" sz="1477" b="1">
                <a:solidFill>
                  <a:prstClr val="black"/>
                </a:solidFill>
                <a:latin typeface="Pretendard"/>
                <a:ea typeface="Pretendard"/>
                <a:cs typeface="Pretendard" panose="02000503000000020004" pitchFamily="50" charset="-127"/>
              </a:endParaRPr>
            </a:p>
          </p:txBody>
        </p:sp>
        <p:sp>
          <p:nvSpPr>
            <p:cNvPr id="118" name="직사각형 117">
              <a:extLst>
                <a:ext uri="{FF2B5EF4-FFF2-40B4-BE49-F238E27FC236}">
                  <a16:creationId xmlns:a16="http://schemas.microsoft.com/office/drawing/2014/main" id="{9C61AEE7-BE31-16AE-F15D-58F92C794912}"/>
                </a:ext>
              </a:extLst>
            </p:cNvPr>
            <p:cNvSpPr/>
            <p:nvPr/>
          </p:nvSpPr>
          <p:spPr>
            <a:xfrm>
              <a:off x="7333633" y="4861305"/>
              <a:ext cx="1242977" cy="38202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1125444">
                <a:defRPr/>
              </a:pPr>
              <a:r>
                <a:rPr lang="en-US" altLang="ko-KR" sz="1477" b="1">
                  <a:solidFill>
                    <a:prstClr val="black"/>
                  </a:solidFill>
                  <a:latin typeface="Pretendard"/>
                  <a:ea typeface="Pretendard"/>
                  <a:cs typeface="Pretendard" panose="02000503000000020004" pitchFamily="50" charset="-127"/>
                </a:rPr>
                <a:t>MEDIUM</a:t>
              </a:r>
              <a:endParaRPr lang="ko-KR" altLang="en-US" sz="1477" b="1">
                <a:solidFill>
                  <a:prstClr val="black"/>
                </a:solidFill>
                <a:latin typeface="Pretendard"/>
                <a:ea typeface="Pretendard"/>
                <a:cs typeface="Pretendard" panose="02000503000000020004" pitchFamily="50" charset="-127"/>
              </a:endParaRPr>
            </a:p>
          </p:txBody>
        </p:sp>
        <p:sp>
          <p:nvSpPr>
            <p:cNvPr id="119" name="직사각형 118">
              <a:extLst>
                <a:ext uri="{FF2B5EF4-FFF2-40B4-BE49-F238E27FC236}">
                  <a16:creationId xmlns:a16="http://schemas.microsoft.com/office/drawing/2014/main" id="{881D3F94-0762-A0C5-D1AB-277E7490D1F5}"/>
                </a:ext>
              </a:extLst>
            </p:cNvPr>
            <p:cNvSpPr/>
            <p:nvPr/>
          </p:nvSpPr>
          <p:spPr>
            <a:xfrm>
              <a:off x="8622101" y="4861305"/>
              <a:ext cx="1242977" cy="38202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1125444">
                <a:defRPr/>
              </a:pPr>
              <a:r>
                <a:rPr lang="en-US" altLang="ko-KR" sz="1477" b="1">
                  <a:solidFill>
                    <a:prstClr val="black"/>
                  </a:solidFill>
                  <a:latin typeface="Pretendard"/>
                  <a:ea typeface="Pretendard"/>
                  <a:cs typeface="Pretendard" panose="02000503000000020004" pitchFamily="50" charset="-127"/>
                </a:rPr>
                <a:t>HIGH</a:t>
              </a:r>
              <a:endParaRPr lang="ko-KR" altLang="en-US" sz="1477" b="1">
                <a:solidFill>
                  <a:prstClr val="black"/>
                </a:solidFill>
                <a:latin typeface="Pretendard"/>
                <a:ea typeface="Pretendard"/>
                <a:cs typeface="Pretendard" panose="02000503000000020004" pitchFamily="50" charset="-127"/>
              </a:endParaRPr>
            </a:p>
          </p:txBody>
        </p:sp>
      </p:grpSp>
      <p:cxnSp>
        <p:nvCxnSpPr>
          <p:cNvPr id="120" name="Straight Connector 91">
            <a:extLst>
              <a:ext uri="{FF2B5EF4-FFF2-40B4-BE49-F238E27FC236}">
                <a16:creationId xmlns:a16="http://schemas.microsoft.com/office/drawing/2014/main" id="{772B4759-95A6-67B2-0130-6DBFF20770B1}"/>
              </a:ext>
            </a:extLst>
          </p:cNvPr>
          <p:cNvCxnSpPr>
            <a:cxnSpLocks/>
          </p:cNvCxnSpPr>
          <p:nvPr/>
        </p:nvCxnSpPr>
        <p:spPr>
          <a:xfrm flipV="1">
            <a:off x="11168409" y="1073268"/>
            <a:ext cx="0" cy="4139968"/>
          </a:xfrm>
          <a:prstGeom prst="line">
            <a:avLst/>
          </a:prstGeom>
          <a:noFill/>
          <a:ln w="9525" cap="flat" cmpd="sng" algn="ctr">
            <a:solidFill>
              <a:sysClr val="window" lastClr="FFFFFF">
                <a:lumMod val="75000"/>
              </a:sysClr>
            </a:solidFill>
            <a:prstDash val="dash"/>
          </a:ln>
          <a:effectLst/>
        </p:spPr>
      </p:cxnSp>
      <p:sp>
        <p:nvSpPr>
          <p:cNvPr id="121" name="직사각형 120">
            <a:extLst>
              <a:ext uri="{FF2B5EF4-FFF2-40B4-BE49-F238E27FC236}">
                <a16:creationId xmlns:a16="http://schemas.microsoft.com/office/drawing/2014/main" id="{2C240D4B-7AA6-6DB8-90E7-C56C06E7C205}"/>
              </a:ext>
            </a:extLst>
          </p:cNvPr>
          <p:cNvSpPr/>
          <p:nvPr/>
        </p:nvSpPr>
        <p:spPr>
          <a:xfrm>
            <a:off x="9871628" y="3293073"/>
            <a:ext cx="1177669" cy="40784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125444">
              <a:defRPr/>
            </a:pPr>
            <a:r>
              <a:rPr lang="ko-KR" altLang="en-US" sz="1477" b="1">
                <a:solidFill>
                  <a:prstClr val="black"/>
                </a:solidFill>
                <a:latin typeface="Pretendard"/>
                <a:ea typeface="Pretendard"/>
                <a:cs typeface="Pretendard" panose="02000503000000020004" pitchFamily="50" charset="-127"/>
              </a:rPr>
              <a:t>일반 </a:t>
            </a:r>
            <a:r>
              <a:rPr lang="en-US" altLang="ko-KR" sz="1477" b="1">
                <a:solidFill>
                  <a:prstClr val="black"/>
                </a:solidFill>
                <a:latin typeface="Pretendard"/>
                <a:ea typeface="Pretendard"/>
                <a:cs typeface="Pretendard" panose="02000503000000020004" pitchFamily="50" charset="-127"/>
              </a:rPr>
              <a:t>ITAD</a:t>
            </a:r>
            <a:endParaRPr lang="ko-KR" altLang="en-US" sz="1477" b="1">
              <a:solidFill>
                <a:prstClr val="black"/>
              </a:solidFill>
              <a:latin typeface="Pretendard"/>
              <a:ea typeface="Pretendard"/>
              <a:cs typeface="Pretendard" panose="02000503000000020004" pitchFamily="50" charset="-127"/>
            </a:endParaRPr>
          </a:p>
        </p:txBody>
      </p:sp>
      <p:cxnSp>
        <p:nvCxnSpPr>
          <p:cNvPr id="122" name="Straight Connector 91">
            <a:extLst>
              <a:ext uri="{FF2B5EF4-FFF2-40B4-BE49-F238E27FC236}">
                <a16:creationId xmlns:a16="http://schemas.microsoft.com/office/drawing/2014/main" id="{D16B1806-C70C-BD5D-ECE6-4D5198998C91}"/>
              </a:ext>
            </a:extLst>
          </p:cNvPr>
          <p:cNvCxnSpPr>
            <a:cxnSpLocks/>
          </p:cNvCxnSpPr>
          <p:nvPr/>
        </p:nvCxnSpPr>
        <p:spPr>
          <a:xfrm flipV="1">
            <a:off x="8348795" y="1073269"/>
            <a:ext cx="0" cy="4147017"/>
          </a:xfrm>
          <a:prstGeom prst="line">
            <a:avLst/>
          </a:prstGeom>
          <a:noFill/>
          <a:ln w="9525" cap="flat" cmpd="sng" algn="ctr">
            <a:solidFill>
              <a:sysClr val="window" lastClr="FFFFFF">
                <a:lumMod val="75000"/>
              </a:sysClr>
            </a:solidFill>
            <a:prstDash val="dash"/>
          </a:ln>
          <a:effectLst/>
        </p:spPr>
      </p:cxnSp>
      <p:sp>
        <p:nvSpPr>
          <p:cNvPr id="123" name="직사각형 122">
            <a:extLst>
              <a:ext uri="{FF2B5EF4-FFF2-40B4-BE49-F238E27FC236}">
                <a16:creationId xmlns:a16="http://schemas.microsoft.com/office/drawing/2014/main" id="{FA4EE54C-400D-22CB-49DE-592AF61B3074}"/>
              </a:ext>
            </a:extLst>
          </p:cNvPr>
          <p:cNvSpPr/>
          <p:nvPr/>
        </p:nvSpPr>
        <p:spPr>
          <a:xfrm>
            <a:off x="6943876" y="5283240"/>
            <a:ext cx="1386831" cy="47018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125444">
              <a:defRPr/>
            </a:pPr>
            <a:r>
              <a:rPr lang="en-US" altLang="ko-KR" sz="1477" b="1">
                <a:solidFill>
                  <a:prstClr val="black"/>
                </a:solidFill>
                <a:latin typeface="Pretendard"/>
                <a:ea typeface="Pretendard"/>
                <a:cs typeface="Pretendard" panose="02000503000000020004" pitchFamily="50" charset="-127"/>
              </a:rPr>
              <a:t>Exit</a:t>
            </a:r>
            <a:endParaRPr lang="ko-KR" altLang="en-US" sz="1477" b="1">
              <a:solidFill>
                <a:prstClr val="black"/>
              </a:solidFill>
              <a:latin typeface="Pretendard"/>
              <a:ea typeface="Pretendard"/>
              <a:cs typeface="Pretendard" panose="02000503000000020004" pitchFamily="50" charset="-127"/>
            </a:endParaRPr>
          </a:p>
        </p:txBody>
      </p:sp>
      <p:sp>
        <p:nvSpPr>
          <p:cNvPr id="124" name="직사각형 123">
            <a:extLst>
              <a:ext uri="{FF2B5EF4-FFF2-40B4-BE49-F238E27FC236}">
                <a16:creationId xmlns:a16="http://schemas.microsoft.com/office/drawing/2014/main" id="{A8ACB32C-82F6-74EC-47BF-ED1D968B3B69}"/>
              </a:ext>
            </a:extLst>
          </p:cNvPr>
          <p:cNvSpPr/>
          <p:nvPr/>
        </p:nvSpPr>
        <p:spPr>
          <a:xfrm>
            <a:off x="8380090" y="5283240"/>
            <a:ext cx="1386831" cy="47018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125444">
              <a:defRPr/>
            </a:pPr>
            <a:r>
              <a:rPr lang="ko-KR" altLang="en-US" sz="1477" b="1" dirty="0">
                <a:solidFill>
                  <a:prstClr val="black"/>
                </a:solidFill>
                <a:latin typeface="Pretendard"/>
                <a:ea typeface="Pretendard"/>
                <a:cs typeface="Pretendard" panose="02000503000000020004" pitchFamily="50" charset="-127"/>
              </a:rPr>
              <a:t>유지 </a:t>
            </a:r>
            <a:r>
              <a:rPr lang="en-US" altLang="ko-KR" sz="1477" b="1" dirty="0">
                <a:solidFill>
                  <a:prstClr val="black"/>
                </a:solidFill>
                <a:latin typeface="Pretendard"/>
                <a:ea typeface="Pretendard"/>
                <a:cs typeface="Pretendard" panose="02000503000000020004" pitchFamily="50" charset="-127"/>
              </a:rPr>
              <a:t>or</a:t>
            </a:r>
          </a:p>
          <a:p>
            <a:pPr algn="ctr" defTabSz="1125444">
              <a:defRPr/>
            </a:pPr>
            <a:r>
              <a:rPr lang="en-US" altLang="ko-KR" sz="1477" b="1" dirty="0">
                <a:solidFill>
                  <a:prstClr val="black"/>
                </a:solidFill>
                <a:latin typeface="Pretendard"/>
                <a:ea typeface="Pretendard"/>
                <a:cs typeface="Pretendard" panose="02000503000000020004" pitchFamily="50" charset="-127"/>
              </a:rPr>
              <a:t> </a:t>
            </a:r>
            <a:r>
              <a:rPr lang="ko-KR" altLang="en-US" sz="1477" b="1" dirty="0">
                <a:solidFill>
                  <a:prstClr val="black"/>
                </a:solidFill>
                <a:latin typeface="Pretendard"/>
                <a:ea typeface="Pretendard"/>
                <a:cs typeface="Pretendard" panose="02000503000000020004" pitchFamily="50" charset="-127"/>
              </a:rPr>
              <a:t>조건부 육성</a:t>
            </a:r>
          </a:p>
        </p:txBody>
      </p:sp>
      <p:cxnSp>
        <p:nvCxnSpPr>
          <p:cNvPr id="125" name="Straight Connector 91">
            <a:extLst>
              <a:ext uri="{FF2B5EF4-FFF2-40B4-BE49-F238E27FC236}">
                <a16:creationId xmlns:a16="http://schemas.microsoft.com/office/drawing/2014/main" id="{5BCEBD4B-A52C-F97F-0EC5-7E9C53617275}"/>
              </a:ext>
            </a:extLst>
          </p:cNvPr>
          <p:cNvCxnSpPr>
            <a:cxnSpLocks/>
          </p:cNvCxnSpPr>
          <p:nvPr/>
        </p:nvCxnSpPr>
        <p:spPr>
          <a:xfrm>
            <a:off x="6928310" y="3885210"/>
            <a:ext cx="4240725" cy="0"/>
          </a:xfrm>
          <a:prstGeom prst="line">
            <a:avLst/>
          </a:prstGeom>
          <a:noFill/>
          <a:ln w="9525" cap="flat" cmpd="sng" algn="ctr">
            <a:solidFill>
              <a:sysClr val="window" lastClr="FFFFFF">
                <a:lumMod val="75000"/>
              </a:sysClr>
            </a:solidFill>
            <a:prstDash val="dash"/>
          </a:ln>
          <a:effectLst/>
        </p:spPr>
      </p:cxnSp>
      <p:cxnSp>
        <p:nvCxnSpPr>
          <p:cNvPr id="126" name="Straight Connector 91">
            <a:extLst>
              <a:ext uri="{FF2B5EF4-FFF2-40B4-BE49-F238E27FC236}">
                <a16:creationId xmlns:a16="http://schemas.microsoft.com/office/drawing/2014/main" id="{F0E13434-A184-AC9B-D7AD-7D9AA6E58CF9}"/>
              </a:ext>
            </a:extLst>
          </p:cNvPr>
          <p:cNvCxnSpPr>
            <a:cxnSpLocks/>
          </p:cNvCxnSpPr>
          <p:nvPr/>
        </p:nvCxnSpPr>
        <p:spPr>
          <a:xfrm>
            <a:off x="6928309" y="2548926"/>
            <a:ext cx="4240246" cy="13867"/>
          </a:xfrm>
          <a:prstGeom prst="line">
            <a:avLst/>
          </a:prstGeom>
          <a:noFill/>
          <a:ln w="9525" cap="flat" cmpd="sng" algn="ctr">
            <a:solidFill>
              <a:sysClr val="window" lastClr="FFFFFF">
                <a:lumMod val="75000"/>
              </a:sysClr>
            </a:solidFill>
            <a:prstDash val="dash"/>
          </a:ln>
          <a:effectLst/>
        </p:spPr>
      </p:cxnSp>
      <p:cxnSp>
        <p:nvCxnSpPr>
          <p:cNvPr id="127" name="Straight Connector 91">
            <a:extLst>
              <a:ext uri="{FF2B5EF4-FFF2-40B4-BE49-F238E27FC236}">
                <a16:creationId xmlns:a16="http://schemas.microsoft.com/office/drawing/2014/main" id="{25FE7B43-02E1-7C44-8DF2-FB30D816BD8B}"/>
              </a:ext>
            </a:extLst>
          </p:cNvPr>
          <p:cNvCxnSpPr>
            <a:cxnSpLocks/>
          </p:cNvCxnSpPr>
          <p:nvPr/>
        </p:nvCxnSpPr>
        <p:spPr>
          <a:xfrm flipV="1">
            <a:off x="6928309" y="1058679"/>
            <a:ext cx="4205998" cy="14590"/>
          </a:xfrm>
          <a:prstGeom prst="line">
            <a:avLst/>
          </a:prstGeom>
          <a:noFill/>
          <a:ln w="9525" cap="flat" cmpd="sng" algn="ctr">
            <a:solidFill>
              <a:sysClr val="window" lastClr="FFFFFF">
                <a:lumMod val="75000"/>
              </a:sysClr>
            </a:solidFill>
            <a:prstDash val="dash"/>
          </a:ln>
          <a:effectLst/>
        </p:spPr>
      </p:cxnSp>
      <p:sp>
        <p:nvSpPr>
          <p:cNvPr id="129" name="직사각형 128">
            <a:extLst>
              <a:ext uri="{FF2B5EF4-FFF2-40B4-BE49-F238E27FC236}">
                <a16:creationId xmlns:a16="http://schemas.microsoft.com/office/drawing/2014/main" id="{40F1FF35-044E-C0E7-75E2-E82C1D046415}"/>
              </a:ext>
            </a:extLst>
          </p:cNvPr>
          <p:cNvSpPr/>
          <p:nvPr/>
        </p:nvSpPr>
        <p:spPr>
          <a:xfrm>
            <a:off x="7137931" y="4545023"/>
            <a:ext cx="1053317" cy="40784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125444">
              <a:defRPr/>
            </a:pPr>
            <a:r>
              <a:rPr lang="ko-KR" altLang="en-US" sz="1477" b="1">
                <a:solidFill>
                  <a:prstClr val="black"/>
                </a:solidFill>
                <a:latin typeface="Pretendard"/>
                <a:ea typeface="Pretendard"/>
                <a:cs typeface="Pretendard" panose="02000503000000020004" pitchFamily="50" charset="-127"/>
              </a:rPr>
              <a:t>폐수</a:t>
            </a:r>
            <a:r>
              <a:rPr lang="en-US" altLang="ko-KR" sz="1477" b="1">
                <a:solidFill>
                  <a:prstClr val="black"/>
                </a:solidFill>
                <a:latin typeface="Pretendard"/>
                <a:ea typeface="Pretendard"/>
                <a:cs typeface="Pretendard" panose="02000503000000020004" pitchFamily="50" charset="-127"/>
              </a:rPr>
              <a:t>/</a:t>
            </a:r>
            <a:r>
              <a:rPr lang="ko-KR" altLang="en-US" sz="1477" b="1">
                <a:solidFill>
                  <a:prstClr val="black"/>
                </a:solidFill>
                <a:latin typeface="Pretendard"/>
                <a:ea typeface="Pretendard"/>
                <a:cs typeface="Pretendard" panose="02000503000000020004" pitchFamily="50" charset="-127"/>
              </a:rPr>
              <a:t>폐유</a:t>
            </a:r>
          </a:p>
        </p:txBody>
      </p:sp>
      <p:sp>
        <p:nvSpPr>
          <p:cNvPr id="130" name="직사각형 129">
            <a:extLst>
              <a:ext uri="{FF2B5EF4-FFF2-40B4-BE49-F238E27FC236}">
                <a16:creationId xmlns:a16="http://schemas.microsoft.com/office/drawing/2014/main" id="{DF9F8FB9-D117-004B-6C84-5173623798DE}"/>
              </a:ext>
            </a:extLst>
          </p:cNvPr>
          <p:cNvSpPr/>
          <p:nvPr/>
        </p:nvSpPr>
        <p:spPr>
          <a:xfrm>
            <a:off x="8357404" y="3293073"/>
            <a:ext cx="917638" cy="40784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125444">
              <a:defRPr/>
            </a:pPr>
            <a:r>
              <a:rPr lang="ko-KR" altLang="en-US" sz="1477" b="1">
                <a:solidFill>
                  <a:prstClr val="black"/>
                </a:solidFill>
                <a:latin typeface="Pretendard"/>
                <a:ea typeface="Pretendard"/>
                <a:cs typeface="Pretendard" panose="02000503000000020004" pitchFamily="50" charset="-127"/>
              </a:rPr>
              <a:t>소각</a:t>
            </a:r>
            <a:br>
              <a:rPr lang="en-US" altLang="ko-KR" sz="1477" b="1">
                <a:solidFill>
                  <a:prstClr val="black"/>
                </a:solidFill>
                <a:latin typeface="Pretendard"/>
                <a:ea typeface="Pretendard"/>
                <a:cs typeface="Pretendard" panose="02000503000000020004" pitchFamily="50" charset="-127"/>
              </a:rPr>
            </a:br>
            <a:r>
              <a:rPr lang="en-US" altLang="ko-KR" sz="1231">
                <a:solidFill>
                  <a:prstClr val="black"/>
                </a:solidFill>
                <a:latin typeface="Pretendard"/>
                <a:ea typeface="Pretendard"/>
                <a:cs typeface="Pretendard" panose="02000503000000020004" pitchFamily="50" charset="-127"/>
              </a:rPr>
              <a:t>(</a:t>
            </a:r>
            <a:r>
              <a:rPr lang="en-US" altLang="ko-KR" sz="1231" err="1">
                <a:solidFill>
                  <a:prstClr val="black"/>
                </a:solidFill>
                <a:latin typeface="Pretendard"/>
                <a:ea typeface="Pretendard"/>
                <a:cs typeface="Pretendard" panose="02000503000000020004" pitchFamily="50" charset="-127"/>
              </a:rPr>
              <a:t>WtE</a:t>
            </a:r>
            <a:r>
              <a:rPr lang="en-US" altLang="ko-KR" sz="1231">
                <a:solidFill>
                  <a:prstClr val="black"/>
                </a:solidFill>
                <a:latin typeface="Pretendard"/>
                <a:ea typeface="Pretendard"/>
                <a:cs typeface="Pretendard" panose="02000503000000020004" pitchFamily="50" charset="-127"/>
              </a:rPr>
              <a:t>)</a:t>
            </a:r>
            <a:endParaRPr lang="ko-KR" altLang="en-US" sz="1231">
              <a:solidFill>
                <a:prstClr val="black"/>
              </a:solidFill>
              <a:latin typeface="Pretendard"/>
              <a:ea typeface="Pretendard"/>
              <a:cs typeface="Pretendard" panose="02000503000000020004" pitchFamily="50" charset="-127"/>
            </a:endParaRPr>
          </a:p>
        </p:txBody>
      </p:sp>
      <p:sp>
        <p:nvSpPr>
          <p:cNvPr id="131" name="직사각형 130">
            <a:extLst>
              <a:ext uri="{FF2B5EF4-FFF2-40B4-BE49-F238E27FC236}">
                <a16:creationId xmlns:a16="http://schemas.microsoft.com/office/drawing/2014/main" id="{F68470E9-1545-E371-5540-516EB8C0C548}"/>
              </a:ext>
            </a:extLst>
          </p:cNvPr>
          <p:cNvSpPr/>
          <p:nvPr/>
        </p:nvSpPr>
        <p:spPr>
          <a:xfrm>
            <a:off x="8621903" y="4602427"/>
            <a:ext cx="917638" cy="40784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125444">
              <a:defRPr/>
            </a:pPr>
            <a:r>
              <a:rPr lang="ko-KR" altLang="en-US" sz="1477" b="1">
                <a:solidFill>
                  <a:prstClr val="black"/>
                </a:solidFill>
                <a:latin typeface="Pretendard"/>
                <a:ea typeface="Pretendard"/>
                <a:cs typeface="Pretendard" panose="02000503000000020004" pitchFamily="50" charset="-127"/>
              </a:rPr>
              <a:t>매립</a:t>
            </a:r>
          </a:p>
        </p:txBody>
      </p:sp>
      <p:sp>
        <p:nvSpPr>
          <p:cNvPr id="133" name="직사각형 132">
            <a:extLst>
              <a:ext uri="{FF2B5EF4-FFF2-40B4-BE49-F238E27FC236}">
                <a16:creationId xmlns:a16="http://schemas.microsoft.com/office/drawing/2014/main" id="{51B0AA1A-DD13-E46C-8BCA-42F457EABDF0}"/>
              </a:ext>
            </a:extLst>
          </p:cNvPr>
          <p:cNvSpPr/>
          <p:nvPr/>
        </p:nvSpPr>
        <p:spPr>
          <a:xfrm>
            <a:off x="7034085" y="1609578"/>
            <a:ext cx="1168122" cy="40784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125444">
              <a:defRPr/>
            </a:pPr>
            <a:r>
              <a:rPr lang="en-US" altLang="ko-KR" sz="1477" b="1" dirty="0">
                <a:solidFill>
                  <a:prstClr val="black"/>
                </a:solidFill>
                <a:latin typeface="Pretendard"/>
                <a:ea typeface="Pretendard"/>
                <a:cs typeface="Pretendard" panose="02000503000000020004" pitchFamily="50" charset="-127"/>
              </a:rPr>
              <a:t>1</a:t>
            </a:r>
            <a:r>
              <a:rPr lang="ko-KR" altLang="en-US" sz="1477" b="1" dirty="0">
                <a:solidFill>
                  <a:prstClr val="black"/>
                </a:solidFill>
                <a:latin typeface="Pretendard"/>
                <a:ea typeface="Pretendard"/>
                <a:cs typeface="Pretendard" panose="02000503000000020004" pitchFamily="50" charset="-127"/>
              </a:rPr>
              <a:t>번 사업</a:t>
            </a:r>
            <a:endParaRPr lang="en-US" altLang="ko-KR" sz="1477" b="1" dirty="0">
              <a:solidFill>
                <a:prstClr val="black"/>
              </a:solidFill>
              <a:latin typeface="Pretendard"/>
              <a:ea typeface="Pretendard"/>
              <a:cs typeface="Pretendard" panose="02000503000000020004" pitchFamily="50" charset="-127"/>
            </a:endParaRPr>
          </a:p>
        </p:txBody>
      </p:sp>
      <p:sp>
        <p:nvSpPr>
          <p:cNvPr id="134" name="직사각형 133">
            <a:extLst>
              <a:ext uri="{FF2B5EF4-FFF2-40B4-BE49-F238E27FC236}">
                <a16:creationId xmlns:a16="http://schemas.microsoft.com/office/drawing/2014/main" id="{4FDCBAFF-AA77-A072-E53F-2690780F0606}"/>
              </a:ext>
            </a:extLst>
          </p:cNvPr>
          <p:cNvSpPr/>
          <p:nvPr/>
        </p:nvSpPr>
        <p:spPr>
          <a:xfrm>
            <a:off x="8330707" y="3944603"/>
            <a:ext cx="1370566" cy="40784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125444">
              <a:defRPr/>
            </a:pPr>
            <a:r>
              <a:rPr lang="ko-KR" altLang="en-US" sz="1477" b="1">
                <a:solidFill>
                  <a:prstClr val="black"/>
                </a:solidFill>
                <a:latin typeface="Pretendard"/>
                <a:ea typeface="Pretendard"/>
                <a:cs typeface="Pretendard" panose="02000503000000020004" pitchFamily="50" charset="-127"/>
              </a:rPr>
              <a:t>수처리</a:t>
            </a:r>
            <a:br>
              <a:rPr lang="en-US" altLang="ko-KR" sz="1477" b="1">
                <a:solidFill>
                  <a:prstClr val="black"/>
                </a:solidFill>
                <a:latin typeface="Pretendard"/>
                <a:ea typeface="Pretendard"/>
                <a:cs typeface="Pretendard" panose="02000503000000020004" pitchFamily="50" charset="-127"/>
              </a:rPr>
            </a:br>
            <a:r>
              <a:rPr lang="en-US" altLang="ko-KR" sz="1231">
                <a:solidFill>
                  <a:prstClr val="black"/>
                </a:solidFill>
                <a:latin typeface="Pretendard"/>
                <a:ea typeface="Pretendard"/>
                <a:cs typeface="Pretendard" panose="02000503000000020004" pitchFamily="50" charset="-127"/>
              </a:rPr>
              <a:t>(O&amp;M)</a:t>
            </a:r>
          </a:p>
        </p:txBody>
      </p:sp>
      <p:cxnSp>
        <p:nvCxnSpPr>
          <p:cNvPr id="135" name="Straight Connector 91">
            <a:extLst>
              <a:ext uri="{FF2B5EF4-FFF2-40B4-BE49-F238E27FC236}">
                <a16:creationId xmlns:a16="http://schemas.microsoft.com/office/drawing/2014/main" id="{EEC0D117-F961-73C6-E34F-E7EEE2E60F4A}"/>
              </a:ext>
            </a:extLst>
          </p:cNvPr>
          <p:cNvCxnSpPr>
            <a:cxnSpLocks/>
          </p:cNvCxnSpPr>
          <p:nvPr/>
        </p:nvCxnSpPr>
        <p:spPr>
          <a:xfrm flipV="1">
            <a:off x="9786449" y="1073268"/>
            <a:ext cx="0" cy="4139968"/>
          </a:xfrm>
          <a:prstGeom prst="line">
            <a:avLst/>
          </a:prstGeom>
          <a:noFill/>
          <a:ln w="9525" cap="flat" cmpd="sng" algn="ctr">
            <a:solidFill>
              <a:sysClr val="window" lastClr="FFFFFF">
                <a:lumMod val="75000"/>
              </a:sysClr>
            </a:solidFill>
            <a:prstDash val="dash"/>
          </a:ln>
          <a:effectLst/>
        </p:spPr>
      </p:cxnSp>
      <p:sp>
        <p:nvSpPr>
          <p:cNvPr id="136" name="직사각형 135">
            <a:extLst>
              <a:ext uri="{FF2B5EF4-FFF2-40B4-BE49-F238E27FC236}">
                <a16:creationId xmlns:a16="http://schemas.microsoft.com/office/drawing/2014/main" id="{8F56E1AA-80E3-0E83-2450-68DE4140A06D}"/>
              </a:ext>
            </a:extLst>
          </p:cNvPr>
          <p:cNvSpPr/>
          <p:nvPr/>
        </p:nvSpPr>
        <p:spPr>
          <a:xfrm>
            <a:off x="9816305" y="5283240"/>
            <a:ext cx="1386831" cy="47018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125444">
              <a:defRPr/>
            </a:pPr>
            <a:r>
              <a:rPr lang="ko-KR" altLang="en-US" sz="1477" b="1">
                <a:solidFill>
                  <a:prstClr val="black"/>
                </a:solidFill>
                <a:latin typeface="Pretendard"/>
                <a:ea typeface="Pretendard"/>
                <a:cs typeface="Pretendard" panose="02000503000000020004" pitchFamily="50" charset="-127"/>
              </a:rPr>
              <a:t>체계적</a:t>
            </a:r>
            <a:endParaRPr lang="en-US" altLang="ko-KR" sz="1477" b="1">
              <a:solidFill>
                <a:prstClr val="black"/>
              </a:solidFill>
              <a:latin typeface="Pretendard"/>
              <a:ea typeface="Pretendard"/>
              <a:cs typeface="Pretendard" panose="02000503000000020004" pitchFamily="50" charset="-127"/>
            </a:endParaRPr>
          </a:p>
          <a:p>
            <a:pPr algn="ctr" defTabSz="1125444">
              <a:defRPr/>
            </a:pPr>
            <a:r>
              <a:rPr lang="ko-KR" altLang="en-US" sz="1477" b="1">
                <a:solidFill>
                  <a:prstClr val="black"/>
                </a:solidFill>
                <a:latin typeface="Pretendard"/>
                <a:ea typeface="Pretendard"/>
                <a:cs typeface="Pretendard" panose="02000503000000020004" pitchFamily="50" charset="-127"/>
              </a:rPr>
              <a:t>육성</a:t>
            </a:r>
          </a:p>
        </p:txBody>
      </p:sp>
      <p:sp>
        <p:nvSpPr>
          <p:cNvPr id="138" name="Text Box 85">
            <a:extLst>
              <a:ext uri="{FF2B5EF4-FFF2-40B4-BE49-F238E27FC236}">
                <a16:creationId xmlns:a16="http://schemas.microsoft.com/office/drawing/2014/main" id="{641B2E7E-833F-7A24-DDE3-F0775914A99A}"/>
              </a:ext>
            </a:extLst>
          </p:cNvPr>
          <p:cNvSpPr txBox="1"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8039343" y="1087884"/>
            <a:ext cx="1279217" cy="4228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587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/>
          <a:lstStyle>
            <a:lvl1pPr eaLnBrk="0" hangingPunct="0">
              <a:defRPr kumimoji="1" sz="1200" b="1">
                <a:solidFill>
                  <a:schemeClr val="tx1"/>
                </a:solidFill>
                <a:latin typeface="Arial" charset="0"/>
                <a:ea typeface="돋움" pitchFamily="50" charset="-127"/>
              </a:defRPr>
            </a:lvl1pPr>
            <a:lvl2pPr marL="742950" indent="-285750" eaLnBrk="0" hangingPunct="0">
              <a:defRPr kumimoji="1" sz="1200" b="1">
                <a:solidFill>
                  <a:schemeClr val="tx1"/>
                </a:solidFill>
                <a:latin typeface="Arial" charset="0"/>
                <a:ea typeface="돋움" pitchFamily="50" charset="-127"/>
              </a:defRPr>
            </a:lvl2pPr>
            <a:lvl3pPr marL="1143000" indent="-228600" eaLnBrk="0" hangingPunct="0">
              <a:defRPr kumimoji="1" sz="1200" b="1">
                <a:solidFill>
                  <a:schemeClr val="tx1"/>
                </a:solidFill>
                <a:latin typeface="Arial" charset="0"/>
                <a:ea typeface="돋움" pitchFamily="50" charset="-127"/>
              </a:defRPr>
            </a:lvl3pPr>
            <a:lvl4pPr marL="1600200" indent="-228600" eaLnBrk="0" hangingPunct="0">
              <a:defRPr kumimoji="1" sz="1200" b="1">
                <a:solidFill>
                  <a:schemeClr val="tx1"/>
                </a:solidFill>
                <a:latin typeface="Arial" charset="0"/>
                <a:ea typeface="돋움" pitchFamily="50" charset="-127"/>
              </a:defRPr>
            </a:lvl4pPr>
            <a:lvl5pPr marL="2057400" indent="-228600" eaLnBrk="0" hangingPunct="0">
              <a:defRPr kumimoji="1" sz="1200" b="1">
                <a:solidFill>
                  <a:schemeClr val="tx1"/>
                </a:solidFill>
                <a:latin typeface="Arial" charset="0"/>
                <a:ea typeface="돋움" pitchFamily="50" charset="-127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Arial" charset="0"/>
                <a:ea typeface="돋움" pitchFamily="50" charset="-127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Arial" charset="0"/>
                <a:ea typeface="돋움" pitchFamily="50" charset="-127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Arial" charset="0"/>
                <a:ea typeface="돋움" pitchFamily="50" charset="-127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Arial" charset="0"/>
                <a:ea typeface="돋움" pitchFamily="50" charset="-127"/>
              </a:defRPr>
            </a:lvl9pPr>
          </a:lstStyle>
          <a:p>
            <a:pPr algn="ctr" defTabSz="1125444">
              <a:defRPr/>
            </a:pPr>
            <a:r>
              <a:rPr lang="ko-KR" altLang="en-US" sz="1477">
                <a:solidFill>
                  <a:schemeClr val="bg1"/>
                </a:solidFill>
                <a:highlight>
                  <a:srgbClr val="01497C"/>
                </a:highlight>
                <a:latin typeface="Pretendard"/>
                <a:ea typeface="Pretendard"/>
                <a:sym typeface="맑은 고딕" panose="020B0503020000020004" pitchFamily="50" charset="-127"/>
              </a:rPr>
              <a:t>유지 </a:t>
            </a:r>
            <a:endParaRPr lang="en-US" altLang="ko-KR" sz="1477">
              <a:solidFill>
                <a:schemeClr val="bg1"/>
              </a:solidFill>
              <a:highlight>
                <a:srgbClr val="01497C"/>
              </a:highlight>
              <a:latin typeface="Pretendard"/>
              <a:ea typeface="Pretendard"/>
              <a:sym typeface="맑은 고딕" panose="020B0503020000020004" pitchFamily="50" charset="-127"/>
            </a:endParaRPr>
          </a:p>
        </p:txBody>
      </p:sp>
      <p:sp>
        <p:nvSpPr>
          <p:cNvPr id="139" name="Text Box 85">
            <a:extLst>
              <a:ext uri="{FF2B5EF4-FFF2-40B4-BE49-F238E27FC236}">
                <a16:creationId xmlns:a16="http://schemas.microsoft.com/office/drawing/2014/main" id="{DBEA9723-CEF5-05F3-1991-8CF188F098DF}"/>
              </a:ext>
            </a:extLst>
          </p:cNvPr>
          <p:cNvSpPr txBox="1"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6985964" y="1087884"/>
            <a:ext cx="1279217" cy="4228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587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/>
          <a:lstStyle>
            <a:lvl1pPr eaLnBrk="0" hangingPunct="0">
              <a:defRPr kumimoji="1" sz="1200" b="1">
                <a:solidFill>
                  <a:schemeClr val="tx1"/>
                </a:solidFill>
                <a:latin typeface="Arial" charset="0"/>
                <a:ea typeface="돋움" pitchFamily="50" charset="-127"/>
              </a:defRPr>
            </a:lvl1pPr>
            <a:lvl2pPr marL="742950" indent="-285750" eaLnBrk="0" hangingPunct="0">
              <a:defRPr kumimoji="1" sz="1200" b="1">
                <a:solidFill>
                  <a:schemeClr val="tx1"/>
                </a:solidFill>
                <a:latin typeface="Arial" charset="0"/>
                <a:ea typeface="돋움" pitchFamily="50" charset="-127"/>
              </a:defRPr>
            </a:lvl2pPr>
            <a:lvl3pPr marL="1143000" indent="-228600" eaLnBrk="0" hangingPunct="0">
              <a:defRPr kumimoji="1" sz="1200" b="1">
                <a:solidFill>
                  <a:schemeClr val="tx1"/>
                </a:solidFill>
                <a:latin typeface="Arial" charset="0"/>
                <a:ea typeface="돋움" pitchFamily="50" charset="-127"/>
              </a:defRPr>
            </a:lvl3pPr>
            <a:lvl4pPr marL="1600200" indent="-228600" eaLnBrk="0" hangingPunct="0">
              <a:defRPr kumimoji="1" sz="1200" b="1">
                <a:solidFill>
                  <a:schemeClr val="tx1"/>
                </a:solidFill>
                <a:latin typeface="Arial" charset="0"/>
                <a:ea typeface="돋움" pitchFamily="50" charset="-127"/>
              </a:defRPr>
            </a:lvl4pPr>
            <a:lvl5pPr marL="2057400" indent="-228600" eaLnBrk="0" hangingPunct="0">
              <a:defRPr kumimoji="1" sz="1200" b="1">
                <a:solidFill>
                  <a:schemeClr val="tx1"/>
                </a:solidFill>
                <a:latin typeface="Arial" charset="0"/>
                <a:ea typeface="돋움" pitchFamily="50" charset="-127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Arial" charset="0"/>
                <a:ea typeface="돋움" pitchFamily="50" charset="-127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Arial" charset="0"/>
                <a:ea typeface="돋움" pitchFamily="50" charset="-127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Arial" charset="0"/>
                <a:ea typeface="돋움" pitchFamily="50" charset="-127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Arial" charset="0"/>
                <a:ea typeface="돋움" pitchFamily="50" charset="-127"/>
              </a:defRPr>
            </a:lvl9pPr>
          </a:lstStyle>
          <a:p>
            <a:pPr algn="ctr" defTabSz="1125444">
              <a:defRPr/>
            </a:pPr>
            <a:r>
              <a:rPr lang="en-US" altLang="ko-KR" sz="1477">
                <a:solidFill>
                  <a:schemeClr val="bg1"/>
                </a:solidFill>
                <a:highlight>
                  <a:srgbClr val="01497C"/>
                </a:highlight>
                <a:latin typeface="Pretendard"/>
                <a:ea typeface="Pretendard"/>
                <a:sym typeface="맑은 고딕" panose="020B0503020000020004" pitchFamily="50" charset="-127"/>
              </a:rPr>
              <a:t>Exit</a:t>
            </a:r>
          </a:p>
        </p:txBody>
      </p:sp>
      <p:sp>
        <p:nvSpPr>
          <p:cNvPr id="140" name="Text Box 85">
            <a:extLst>
              <a:ext uri="{FF2B5EF4-FFF2-40B4-BE49-F238E27FC236}">
                <a16:creationId xmlns:a16="http://schemas.microsoft.com/office/drawing/2014/main" id="{1BF4FDBD-9AAE-8C01-DDB1-24D28707F40F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9447861" y="1071741"/>
            <a:ext cx="1279217" cy="4228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587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/>
          <a:lstStyle>
            <a:lvl1pPr eaLnBrk="0" hangingPunct="0">
              <a:defRPr kumimoji="1" sz="1200" b="1">
                <a:solidFill>
                  <a:schemeClr val="tx1"/>
                </a:solidFill>
                <a:latin typeface="Arial" charset="0"/>
                <a:ea typeface="돋움" pitchFamily="50" charset="-127"/>
              </a:defRPr>
            </a:lvl1pPr>
            <a:lvl2pPr marL="742950" indent="-285750" eaLnBrk="0" hangingPunct="0">
              <a:defRPr kumimoji="1" sz="1200" b="1">
                <a:solidFill>
                  <a:schemeClr val="tx1"/>
                </a:solidFill>
                <a:latin typeface="Arial" charset="0"/>
                <a:ea typeface="돋움" pitchFamily="50" charset="-127"/>
              </a:defRPr>
            </a:lvl2pPr>
            <a:lvl3pPr marL="1143000" indent="-228600" eaLnBrk="0" hangingPunct="0">
              <a:defRPr kumimoji="1" sz="1200" b="1">
                <a:solidFill>
                  <a:schemeClr val="tx1"/>
                </a:solidFill>
                <a:latin typeface="Arial" charset="0"/>
                <a:ea typeface="돋움" pitchFamily="50" charset="-127"/>
              </a:defRPr>
            </a:lvl3pPr>
            <a:lvl4pPr marL="1600200" indent="-228600" eaLnBrk="0" hangingPunct="0">
              <a:defRPr kumimoji="1" sz="1200" b="1">
                <a:solidFill>
                  <a:schemeClr val="tx1"/>
                </a:solidFill>
                <a:latin typeface="Arial" charset="0"/>
                <a:ea typeface="돋움" pitchFamily="50" charset="-127"/>
              </a:defRPr>
            </a:lvl4pPr>
            <a:lvl5pPr marL="2057400" indent="-228600" eaLnBrk="0" hangingPunct="0">
              <a:defRPr kumimoji="1" sz="1200" b="1">
                <a:solidFill>
                  <a:schemeClr val="tx1"/>
                </a:solidFill>
                <a:latin typeface="Arial" charset="0"/>
                <a:ea typeface="돋움" pitchFamily="50" charset="-127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Arial" charset="0"/>
                <a:ea typeface="돋움" pitchFamily="50" charset="-127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Arial" charset="0"/>
                <a:ea typeface="돋움" pitchFamily="50" charset="-127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Arial" charset="0"/>
                <a:ea typeface="돋움" pitchFamily="50" charset="-127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Arial" charset="0"/>
                <a:ea typeface="돋움" pitchFamily="50" charset="-127"/>
              </a:defRPr>
            </a:lvl9pPr>
          </a:lstStyle>
          <a:p>
            <a:pPr algn="ctr" defTabSz="1125444">
              <a:defRPr/>
            </a:pPr>
            <a:r>
              <a:rPr lang="ko-KR" altLang="en-US" sz="1477" dirty="0">
                <a:solidFill>
                  <a:schemeClr val="bg1"/>
                </a:solidFill>
                <a:highlight>
                  <a:srgbClr val="01497C"/>
                </a:highlight>
                <a:latin typeface="Pretendard"/>
                <a:ea typeface="Pretendard"/>
                <a:sym typeface="맑은 고딕" panose="020B0503020000020004" pitchFamily="50" charset="-127"/>
              </a:rPr>
              <a:t>육성 </a:t>
            </a:r>
            <a:endParaRPr lang="en-US" altLang="ko-KR" sz="1477" dirty="0">
              <a:solidFill>
                <a:schemeClr val="bg1"/>
              </a:solidFill>
              <a:highlight>
                <a:srgbClr val="01497C"/>
              </a:highlight>
              <a:latin typeface="Pretendard"/>
              <a:ea typeface="Pretendard"/>
              <a:sym typeface="맑은 고딕" panose="020B0503020000020004" pitchFamily="50" charset="-127"/>
            </a:endParaRPr>
          </a:p>
        </p:txBody>
      </p:sp>
      <p:sp>
        <p:nvSpPr>
          <p:cNvPr id="128" name="직사각형 127">
            <a:extLst>
              <a:ext uri="{FF2B5EF4-FFF2-40B4-BE49-F238E27FC236}">
                <a16:creationId xmlns:a16="http://schemas.microsoft.com/office/drawing/2014/main" id="{4786ADE3-43C1-D548-FF95-F77062E99A01}"/>
              </a:ext>
            </a:extLst>
          </p:cNvPr>
          <p:cNvSpPr/>
          <p:nvPr/>
        </p:nvSpPr>
        <p:spPr>
          <a:xfrm>
            <a:off x="9041761" y="1609578"/>
            <a:ext cx="1221616" cy="40784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125444">
              <a:defRPr/>
            </a:pPr>
            <a:r>
              <a:rPr lang="en-US" altLang="ko-KR" sz="1477" b="1" dirty="0">
                <a:solidFill>
                  <a:prstClr val="black"/>
                </a:solidFill>
                <a:latin typeface="Pretendard"/>
                <a:ea typeface="Pretendard"/>
                <a:cs typeface="Pretendard" panose="02000503000000020004" pitchFamily="50" charset="-127"/>
              </a:rPr>
              <a:t>2</a:t>
            </a:r>
            <a:r>
              <a:rPr lang="ko-KR" altLang="en-US" sz="1477" b="1" dirty="0">
                <a:solidFill>
                  <a:prstClr val="black"/>
                </a:solidFill>
                <a:latin typeface="Pretendard"/>
                <a:ea typeface="Pretendard"/>
                <a:cs typeface="Pretendard" panose="02000503000000020004" pitchFamily="50" charset="-127"/>
              </a:rPr>
              <a:t>번 사업</a:t>
            </a:r>
          </a:p>
        </p:txBody>
      </p:sp>
      <p:sp>
        <p:nvSpPr>
          <p:cNvPr id="132" name="직사각형 131">
            <a:extLst>
              <a:ext uri="{FF2B5EF4-FFF2-40B4-BE49-F238E27FC236}">
                <a16:creationId xmlns:a16="http://schemas.microsoft.com/office/drawing/2014/main" id="{C81626B9-E2BE-77DD-12D4-7A986E8E510F}"/>
              </a:ext>
            </a:extLst>
          </p:cNvPr>
          <p:cNvSpPr/>
          <p:nvPr/>
        </p:nvSpPr>
        <p:spPr>
          <a:xfrm>
            <a:off x="9005157" y="2391623"/>
            <a:ext cx="1392231" cy="40784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125444">
              <a:defRPr/>
            </a:pPr>
            <a:r>
              <a:rPr lang="ko-KR" altLang="en-US" sz="1477" b="1" dirty="0">
                <a:solidFill>
                  <a:prstClr val="black"/>
                </a:solidFill>
                <a:latin typeface="Pretendard"/>
                <a:ea typeface="Pretendard"/>
                <a:cs typeface="Pretendard" panose="02000503000000020004" pitchFamily="50" charset="-127"/>
              </a:rPr>
              <a:t>디지털</a:t>
            </a:r>
            <a:endParaRPr lang="en-US" altLang="ko-KR" sz="1477" b="1">
              <a:solidFill>
                <a:prstClr val="black"/>
              </a:solidFill>
              <a:latin typeface="Pretendard"/>
              <a:ea typeface="Pretendard"/>
              <a:cs typeface="Pretendard" panose="02000503000000020004" pitchFamily="50" charset="-127"/>
            </a:endParaRPr>
          </a:p>
          <a:p>
            <a:pPr algn="ctr" defTabSz="1125444">
              <a:defRPr/>
            </a:pPr>
            <a:r>
              <a:rPr lang="en-US" altLang="ko-KR" sz="1231">
                <a:solidFill>
                  <a:prstClr val="black"/>
                </a:solidFill>
                <a:latin typeface="Pretendard"/>
                <a:ea typeface="Pretendard"/>
                <a:cs typeface="Pretendard" panose="02000503000000020004" pitchFamily="50" charset="-127"/>
              </a:rPr>
              <a:t>(</a:t>
            </a:r>
            <a:r>
              <a:rPr lang="ko-KR" altLang="en-US" sz="1231" dirty="0">
                <a:solidFill>
                  <a:prstClr val="black"/>
                </a:solidFill>
                <a:latin typeface="Pretendard"/>
                <a:ea typeface="Pretendard"/>
                <a:cs typeface="Pretendard" panose="02000503000000020004" pitchFamily="50" charset="-127"/>
              </a:rPr>
              <a:t>기술 시스템</a:t>
            </a:r>
            <a:r>
              <a:rPr lang="en-US" altLang="ko-KR" sz="1231" baseline="30000" dirty="0">
                <a:solidFill>
                  <a:prstClr val="black"/>
                </a:solidFill>
                <a:latin typeface="Pretendard"/>
                <a:ea typeface="Pretendard"/>
                <a:cs typeface="Pretendard" panose="02000503000000020004" pitchFamily="50" charset="-127"/>
              </a:rPr>
              <a:t>1</a:t>
            </a:r>
            <a:r>
              <a:rPr lang="en-US" altLang="ko-KR" sz="1231" dirty="0">
                <a:solidFill>
                  <a:prstClr val="black"/>
                </a:solidFill>
                <a:latin typeface="Pretendard"/>
                <a:ea typeface="Pretendard"/>
                <a:cs typeface="Pretendard" panose="02000503000000020004" pitchFamily="50" charset="-127"/>
              </a:rPr>
              <a:t>)</a:t>
            </a:r>
            <a:endParaRPr lang="ko-KR" altLang="en-US" sz="1231" dirty="0">
              <a:solidFill>
                <a:prstClr val="black"/>
              </a:solidFill>
              <a:latin typeface="Pretendard"/>
              <a:ea typeface="Pretendard"/>
              <a:cs typeface="Pretendard" panose="02000503000000020004" pitchFamily="50" charset="-127"/>
            </a:endParaRPr>
          </a:p>
        </p:txBody>
      </p:sp>
      <p:sp>
        <p:nvSpPr>
          <p:cNvPr id="137" name="직사각형 136">
            <a:extLst>
              <a:ext uri="{FF2B5EF4-FFF2-40B4-BE49-F238E27FC236}">
                <a16:creationId xmlns:a16="http://schemas.microsoft.com/office/drawing/2014/main" id="{C4101A19-AC14-EA83-3FD1-F1D7D8AB1637}"/>
              </a:ext>
            </a:extLst>
          </p:cNvPr>
          <p:cNvSpPr/>
          <p:nvPr/>
        </p:nvSpPr>
        <p:spPr>
          <a:xfrm>
            <a:off x="10229570" y="1609578"/>
            <a:ext cx="917638" cy="40784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125444">
              <a:defRPr/>
            </a:pPr>
            <a:r>
              <a:rPr lang="ko-KR" altLang="en-US" sz="1477" b="1" dirty="0">
                <a:solidFill>
                  <a:prstClr val="black"/>
                </a:solidFill>
                <a:latin typeface="Pretendard"/>
                <a:ea typeface="Pretendard"/>
                <a:cs typeface="Pretendard" panose="02000503000000020004" pitchFamily="50" charset="-127"/>
              </a:rPr>
              <a:t>핵심</a:t>
            </a:r>
            <a:endParaRPr lang="en-US" altLang="ko-KR" sz="1477" b="1" dirty="0">
              <a:solidFill>
                <a:prstClr val="black"/>
              </a:solidFill>
              <a:latin typeface="Pretendard"/>
              <a:ea typeface="Pretendard"/>
              <a:cs typeface="Pretendard" panose="02000503000000020004" pitchFamily="50" charset="-127"/>
            </a:endParaRPr>
          </a:p>
          <a:p>
            <a:pPr algn="ctr" defTabSz="1125444">
              <a:defRPr/>
            </a:pPr>
            <a:r>
              <a:rPr lang="ko-KR" altLang="en-US" sz="1477" b="1" dirty="0">
                <a:solidFill>
                  <a:prstClr val="black"/>
                </a:solidFill>
                <a:latin typeface="Pretendard"/>
                <a:ea typeface="Pretendard"/>
                <a:cs typeface="Pretendard" panose="02000503000000020004" pitchFamily="50" charset="-127"/>
              </a:rPr>
              <a:t>사업</a:t>
            </a:r>
          </a:p>
        </p:txBody>
      </p:sp>
    </p:spTree>
    <p:extLst>
      <p:ext uri="{BB962C8B-B14F-4D97-AF65-F5344CB8AC3E}">
        <p14:creationId xmlns:p14="http://schemas.microsoft.com/office/powerpoint/2010/main" val="314162596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782E4A57-705C-1E51-D599-43851C2CAE8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1C9B30AF-36F8-9E07-433E-B903F46E4E36}"/>
              </a:ext>
            </a:extLst>
          </p:cNvPr>
          <p:cNvSpPr/>
          <p:nvPr/>
        </p:nvSpPr>
        <p:spPr>
          <a:xfrm>
            <a:off x="408623" y="1380266"/>
            <a:ext cx="1337103" cy="92354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477" b="1" dirty="0">
                <a:solidFill>
                  <a:schemeClr val="accent6"/>
                </a:solidFill>
                <a:latin typeface="Pretendard" panose="02000503000000020004" pitchFamily="50" charset="-127"/>
                <a:ea typeface="Pretendard" panose="02000503000000020004" pitchFamily="50" charset="-127"/>
              </a:rPr>
              <a:t>DT</a:t>
            </a:r>
            <a:r>
              <a:rPr lang="ko-KR" altLang="en-US" sz="1477" b="1" dirty="0">
                <a:solidFill>
                  <a:schemeClr val="accent6"/>
                </a:solidFill>
                <a:latin typeface="Pretendard" panose="02000503000000020004" pitchFamily="50" charset="-127"/>
                <a:ea typeface="Pretendard" panose="02000503000000020004" pitchFamily="50" charset="-127"/>
              </a:rPr>
              <a:t>솔루션팀</a:t>
            </a:r>
            <a:endParaRPr lang="en-US" altLang="ko-KR" sz="1477" b="1" dirty="0">
              <a:solidFill>
                <a:schemeClr val="accent6"/>
              </a:solidFill>
              <a:latin typeface="Pretendard" panose="02000503000000020004" pitchFamily="50" charset="-127"/>
              <a:ea typeface="Pretendard" panose="02000503000000020004" pitchFamily="50" charset="-127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7DC51804-FF15-0F0A-3F13-08C44A555687}"/>
              </a:ext>
            </a:extLst>
          </p:cNvPr>
          <p:cNvSpPr/>
          <p:nvPr/>
        </p:nvSpPr>
        <p:spPr>
          <a:xfrm>
            <a:off x="408623" y="2420843"/>
            <a:ext cx="1337103" cy="92354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477" b="1" dirty="0">
                <a:solidFill>
                  <a:schemeClr val="accent6"/>
                </a:solidFill>
                <a:latin typeface="Pretendard" panose="02000503000000020004" pitchFamily="50" charset="-127"/>
                <a:ea typeface="Pretendard" panose="02000503000000020004" pitchFamily="50" charset="-127"/>
              </a:rPr>
              <a:t>IT</a:t>
            </a:r>
            <a:r>
              <a:rPr lang="ko-KR" altLang="en-US" sz="1477" b="1" dirty="0">
                <a:solidFill>
                  <a:schemeClr val="accent6"/>
                </a:solidFill>
                <a:latin typeface="Pretendard" panose="02000503000000020004" pitchFamily="50" charset="-127"/>
                <a:ea typeface="Pretendard" panose="02000503000000020004" pitchFamily="50" charset="-127"/>
              </a:rPr>
              <a:t>솔루션팀</a:t>
            </a:r>
            <a:endParaRPr lang="en-US" altLang="ko-KR" sz="1477" b="1" dirty="0">
              <a:solidFill>
                <a:schemeClr val="accent6"/>
              </a:solidFill>
              <a:latin typeface="Pretendard" panose="02000503000000020004" pitchFamily="50" charset="-127"/>
              <a:ea typeface="Pretendard" panose="02000503000000020004" pitchFamily="50" charset="-127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CA9CE299-6E04-5E5C-15E4-1B2FB1DCE8AD}"/>
              </a:ext>
            </a:extLst>
          </p:cNvPr>
          <p:cNvSpPr/>
          <p:nvPr/>
        </p:nvSpPr>
        <p:spPr>
          <a:xfrm>
            <a:off x="408623" y="3455327"/>
            <a:ext cx="1337103" cy="92354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477" b="1" dirty="0">
                <a:solidFill>
                  <a:schemeClr val="accent6"/>
                </a:solidFill>
                <a:latin typeface="Pretendard" panose="02000503000000020004" pitchFamily="50" charset="-127"/>
                <a:ea typeface="Pretendard" panose="02000503000000020004" pitchFamily="50" charset="-127"/>
              </a:rPr>
              <a:t>WAYBLE</a:t>
            </a:r>
            <a:r>
              <a:rPr lang="ko-KR" altLang="en-US" sz="1477" b="1" dirty="0">
                <a:solidFill>
                  <a:schemeClr val="accent6"/>
                </a:solidFill>
                <a:latin typeface="Pretendard" panose="02000503000000020004" pitchFamily="50" charset="-127"/>
                <a:ea typeface="Pretendard" panose="02000503000000020004" pitchFamily="50" charset="-127"/>
              </a:rPr>
              <a:t>팀</a:t>
            </a:r>
            <a:endParaRPr lang="en-US" altLang="ko-KR" sz="1477" b="1" dirty="0">
              <a:solidFill>
                <a:schemeClr val="accent6"/>
              </a:solidFill>
              <a:latin typeface="Pretendard" panose="02000503000000020004" pitchFamily="50" charset="-127"/>
              <a:ea typeface="Pretendard" panose="02000503000000020004" pitchFamily="50" charset="-127"/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F5EB250D-1E3F-E115-029C-1046D36EE8CA}"/>
              </a:ext>
            </a:extLst>
          </p:cNvPr>
          <p:cNvSpPr/>
          <p:nvPr/>
        </p:nvSpPr>
        <p:spPr>
          <a:xfrm>
            <a:off x="408623" y="4512953"/>
            <a:ext cx="1337103" cy="92354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477" b="1" dirty="0">
                <a:solidFill>
                  <a:schemeClr val="accent6"/>
                </a:solidFill>
                <a:latin typeface="Pretendard" panose="02000503000000020004" pitchFamily="50" charset="-127"/>
                <a:ea typeface="Pretendard" panose="02000503000000020004" pitchFamily="50" charset="-127"/>
              </a:rPr>
              <a:t>AI</a:t>
            </a:r>
            <a:r>
              <a:rPr lang="ko-KR" altLang="en-US" sz="1477" b="1" dirty="0">
                <a:solidFill>
                  <a:schemeClr val="accent6"/>
                </a:solidFill>
                <a:latin typeface="Pretendard" panose="02000503000000020004" pitchFamily="50" charset="-127"/>
                <a:ea typeface="Pretendard" panose="02000503000000020004" pitchFamily="50" charset="-127"/>
              </a:rPr>
              <a:t>팀</a:t>
            </a:r>
            <a:endParaRPr lang="en-US" altLang="ko-KR" sz="1477" b="1" dirty="0">
              <a:solidFill>
                <a:schemeClr val="accent6"/>
              </a:solidFill>
              <a:latin typeface="Pretendard" panose="02000503000000020004" pitchFamily="50" charset="-127"/>
              <a:ea typeface="Pretendard" panose="02000503000000020004" pitchFamily="50" charset="-127"/>
            </a:endParaRPr>
          </a:p>
        </p:txBody>
      </p:sp>
      <p:sp>
        <p:nvSpPr>
          <p:cNvPr id="6" name="슬라이드 번호 개체 틀 1">
            <a:extLst>
              <a:ext uri="{FF2B5EF4-FFF2-40B4-BE49-F238E27FC236}">
                <a16:creationId xmlns:a16="http://schemas.microsoft.com/office/drawing/2014/main" id="{95A9BB9B-160D-CECA-2C1B-78EE47088802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11611884" y="7325653"/>
            <a:ext cx="364956" cy="151580"/>
          </a:xfrm>
        </p:spPr>
        <p:txBody>
          <a:bodyPr/>
          <a:lstStyle/>
          <a:p>
            <a:fld id="{3DFBBC6A-3425-4C62-80BA-0DDE16A15D08}" type="slidenum">
              <a:rPr lang="ko-KR" altLang="en-US" sz="985"/>
              <a:pPr/>
              <a:t>41</a:t>
            </a:fld>
            <a:endParaRPr lang="ko-KR" altLang="en-US" sz="985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2981931F-7CDB-A3BF-A817-D5F89E2DA3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9" name="바닥글 개체 틀 4">
            <a:extLst>
              <a:ext uri="{FF2B5EF4-FFF2-40B4-BE49-F238E27FC236}">
                <a16:creationId xmlns:a16="http://schemas.microsoft.com/office/drawing/2014/main" id="{8A65AA6B-85AC-620E-90E1-BC89CE756098}"/>
              </a:ext>
            </a:extLst>
          </p:cNvPr>
          <p:cNvSpPr txBox="1">
            <a:spLocks/>
          </p:cNvSpPr>
          <p:nvPr/>
        </p:nvSpPr>
        <p:spPr>
          <a:xfrm>
            <a:off x="408623" y="7307415"/>
            <a:ext cx="7371737" cy="151580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defPPr>
              <a:defRPr lang="ko-KR"/>
            </a:defPPr>
            <a:lvl1pPr marL="0" algn="l" defTabSz="914400" rtl="0" eaLnBrk="1" latinLnBrk="0" hangingPunct="1">
              <a:spcBef>
                <a:spcPts val="0"/>
              </a:spcBef>
              <a:defRPr sz="900" kern="1200">
                <a:solidFill>
                  <a:schemeClr val="tx1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  <a:cs typeface="Arial" panose="020B0604020202020204" pitchFamily="34" charset="0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985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1 </a:t>
            </a:r>
            <a:r>
              <a:rPr lang="ko-KR" altLang="en-US" sz="985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각주에 대한 설명   </a:t>
            </a:r>
            <a:r>
              <a:rPr lang="en-US" altLang="ko-KR" sz="985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2 </a:t>
            </a:r>
            <a:r>
              <a:rPr lang="ko-KR" altLang="en-US" sz="985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각주에 대한 설명   </a:t>
            </a:r>
            <a:r>
              <a:rPr lang="en-US" altLang="ko-KR" sz="985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3 </a:t>
            </a:r>
            <a:r>
              <a:rPr lang="ko-KR" altLang="en-US" sz="985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각주에 대한 설명</a:t>
            </a:r>
          </a:p>
        </p:txBody>
      </p:sp>
      <p:sp>
        <p:nvSpPr>
          <p:cNvPr id="10" name="바닥글 개체 틀 4">
            <a:extLst>
              <a:ext uri="{FF2B5EF4-FFF2-40B4-BE49-F238E27FC236}">
                <a16:creationId xmlns:a16="http://schemas.microsoft.com/office/drawing/2014/main" id="{3216DFD2-D356-3C72-06AB-1A506C6A8B0A}"/>
              </a:ext>
            </a:extLst>
          </p:cNvPr>
          <p:cNvSpPr txBox="1">
            <a:spLocks/>
          </p:cNvSpPr>
          <p:nvPr/>
        </p:nvSpPr>
        <p:spPr>
          <a:xfrm>
            <a:off x="408623" y="7443729"/>
            <a:ext cx="7371737" cy="151580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defPPr>
              <a:defRPr lang="ko-KR"/>
            </a:defPPr>
            <a:lvl1pPr marL="0" algn="l" defTabSz="914400" rtl="0" eaLnBrk="1" latinLnBrk="0" hangingPunct="1">
              <a:spcBef>
                <a:spcPts val="0"/>
              </a:spcBef>
              <a:defRPr sz="900" kern="1200">
                <a:solidFill>
                  <a:schemeClr val="tx1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  <a:cs typeface="Arial" panose="020B0604020202020204" pitchFamily="34" charset="0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985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1 </a:t>
            </a:r>
            <a:r>
              <a:rPr lang="ko-KR" altLang="en-US" sz="985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각주에 대한 설명   </a:t>
            </a:r>
            <a:r>
              <a:rPr lang="en-US" altLang="ko-KR" sz="985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2 </a:t>
            </a:r>
            <a:r>
              <a:rPr lang="ko-KR" altLang="en-US" sz="985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각주에 대한 설명   </a:t>
            </a:r>
            <a:r>
              <a:rPr lang="en-US" altLang="ko-KR" sz="985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3 </a:t>
            </a:r>
            <a:r>
              <a:rPr lang="ko-KR" altLang="en-US" sz="985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각주에 대한 설명</a:t>
            </a:r>
          </a:p>
        </p:txBody>
      </p:sp>
      <p:sp>
        <p:nvSpPr>
          <p:cNvPr id="7" name="텍스트 개체 틀 2">
            <a:extLst>
              <a:ext uri="{FF2B5EF4-FFF2-40B4-BE49-F238E27FC236}">
                <a16:creationId xmlns:a16="http://schemas.microsoft.com/office/drawing/2014/main" id="{02FFBE4A-2C8F-296E-A4C3-DD7E7B6FFDD1}"/>
              </a:ext>
            </a:extLst>
          </p:cNvPr>
          <p:cNvSpPr txBox="1">
            <a:spLocks/>
          </p:cNvSpPr>
          <p:nvPr/>
        </p:nvSpPr>
        <p:spPr>
          <a:xfrm>
            <a:off x="1951458" y="1512325"/>
            <a:ext cx="3024375" cy="681918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marL="130969" indent="-130969" algn="l" defTabSz="685800" rtl="0" eaLnBrk="1" latinLnBrk="0" hangingPunct="1">
              <a:spcBef>
                <a:spcPts val="0"/>
              </a:spcBef>
              <a:buFont typeface="Wingdings" panose="05000000000000000000" pitchFamily="2" charset="2"/>
              <a:buChar char="§"/>
              <a:defRPr sz="1200" kern="120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1pPr>
            <a:lvl2pPr marL="272654" indent="-141685" algn="l" defTabSz="685800" rtl="0" eaLnBrk="1" latinLnBrk="0" hangingPunct="1">
              <a:spcBef>
                <a:spcPts val="0"/>
              </a:spcBef>
              <a:buFont typeface="Arial" panose="020B0604020202020204" pitchFamily="34" charset="0"/>
              <a:buChar char="-"/>
              <a:defRPr sz="1200" kern="120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2pPr>
            <a:lvl3pPr marL="403622" indent="-130969" algn="l" defTabSz="685800" rtl="0" eaLnBrk="1" latinLnBrk="0" hangingPunct="1">
              <a:spcBef>
                <a:spcPts val="0"/>
              </a:spcBef>
              <a:buFont typeface="바탕" panose="02030600000101010101" pitchFamily="18" charset="-127"/>
              <a:buChar char="∙"/>
              <a:defRPr sz="1200" kern="120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3pPr>
            <a:lvl4pPr marL="12001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105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5430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105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18859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1477" dirty="0"/>
              <a:t>마스터 텍스트 스타일을 편집합니다</a:t>
            </a:r>
          </a:p>
          <a:p>
            <a:pPr lvl="1"/>
            <a:r>
              <a:rPr lang="ko-KR" altLang="en-US" sz="1477" dirty="0"/>
              <a:t>둘째 수준</a:t>
            </a:r>
          </a:p>
          <a:p>
            <a:pPr lvl="2"/>
            <a:r>
              <a:rPr lang="ko-KR" altLang="en-US" sz="1477" dirty="0"/>
              <a:t>셋째 수준</a:t>
            </a:r>
          </a:p>
        </p:txBody>
      </p:sp>
      <p:sp>
        <p:nvSpPr>
          <p:cNvPr id="11" name="텍스트 개체 틀 2">
            <a:extLst>
              <a:ext uri="{FF2B5EF4-FFF2-40B4-BE49-F238E27FC236}">
                <a16:creationId xmlns:a16="http://schemas.microsoft.com/office/drawing/2014/main" id="{C1B5282D-68ED-38CC-160D-338EC6C38D65}"/>
              </a:ext>
            </a:extLst>
          </p:cNvPr>
          <p:cNvSpPr txBox="1">
            <a:spLocks/>
          </p:cNvSpPr>
          <p:nvPr/>
        </p:nvSpPr>
        <p:spPr>
          <a:xfrm>
            <a:off x="1951458" y="2500177"/>
            <a:ext cx="3024375" cy="681918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marL="130969" indent="-130969" algn="l" defTabSz="685800" rtl="0" eaLnBrk="1" latinLnBrk="0" hangingPunct="1">
              <a:spcBef>
                <a:spcPts val="0"/>
              </a:spcBef>
              <a:buFont typeface="Wingdings" panose="05000000000000000000" pitchFamily="2" charset="2"/>
              <a:buChar char="§"/>
              <a:defRPr sz="1200" kern="120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1pPr>
            <a:lvl2pPr marL="272654" indent="-141685" algn="l" defTabSz="685800" rtl="0" eaLnBrk="1" latinLnBrk="0" hangingPunct="1">
              <a:spcBef>
                <a:spcPts val="0"/>
              </a:spcBef>
              <a:buFont typeface="Arial" panose="020B0604020202020204" pitchFamily="34" charset="0"/>
              <a:buChar char="-"/>
              <a:defRPr sz="1200" kern="120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2pPr>
            <a:lvl3pPr marL="403622" indent="-130969" algn="l" defTabSz="685800" rtl="0" eaLnBrk="1" latinLnBrk="0" hangingPunct="1">
              <a:spcBef>
                <a:spcPts val="0"/>
              </a:spcBef>
              <a:buFont typeface="바탕" panose="02030600000101010101" pitchFamily="18" charset="-127"/>
              <a:buChar char="∙"/>
              <a:defRPr sz="1200" kern="120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3pPr>
            <a:lvl4pPr marL="12001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105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5430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105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18859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1477" dirty="0"/>
              <a:t>마스터 텍스트 스타일을 편집합니다</a:t>
            </a:r>
          </a:p>
          <a:p>
            <a:pPr lvl="1"/>
            <a:r>
              <a:rPr lang="ko-KR" altLang="en-US" sz="1477" dirty="0"/>
              <a:t>둘째 수준</a:t>
            </a:r>
          </a:p>
          <a:p>
            <a:pPr lvl="2"/>
            <a:r>
              <a:rPr lang="ko-KR" altLang="en-US" sz="1477" dirty="0"/>
              <a:t>셋째 수준</a:t>
            </a:r>
          </a:p>
        </p:txBody>
      </p:sp>
      <p:sp>
        <p:nvSpPr>
          <p:cNvPr id="12" name="텍스트 개체 틀 2">
            <a:extLst>
              <a:ext uri="{FF2B5EF4-FFF2-40B4-BE49-F238E27FC236}">
                <a16:creationId xmlns:a16="http://schemas.microsoft.com/office/drawing/2014/main" id="{99BDA016-7D06-7A86-8B5F-EB85A1F0903A}"/>
              </a:ext>
            </a:extLst>
          </p:cNvPr>
          <p:cNvSpPr txBox="1">
            <a:spLocks/>
          </p:cNvSpPr>
          <p:nvPr/>
        </p:nvSpPr>
        <p:spPr>
          <a:xfrm>
            <a:off x="1951458" y="3558973"/>
            <a:ext cx="3024375" cy="681918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marL="130969" indent="-130969" algn="l" defTabSz="685800" rtl="0" eaLnBrk="1" latinLnBrk="0" hangingPunct="1">
              <a:spcBef>
                <a:spcPts val="0"/>
              </a:spcBef>
              <a:buFont typeface="Wingdings" panose="05000000000000000000" pitchFamily="2" charset="2"/>
              <a:buChar char="§"/>
              <a:defRPr sz="1200" kern="120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1pPr>
            <a:lvl2pPr marL="272654" indent="-141685" algn="l" defTabSz="685800" rtl="0" eaLnBrk="1" latinLnBrk="0" hangingPunct="1">
              <a:spcBef>
                <a:spcPts val="0"/>
              </a:spcBef>
              <a:buFont typeface="Arial" panose="020B0604020202020204" pitchFamily="34" charset="0"/>
              <a:buChar char="-"/>
              <a:defRPr sz="1200" kern="120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2pPr>
            <a:lvl3pPr marL="403622" indent="-130969" algn="l" defTabSz="685800" rtl="0" eaLnBrk="1" latinLnBrk="0" hangingPunct="1">
              <a:spcBef>
                <a:spcPts val="0"/>
              </a:spcBef>
              <a:buFont typeface="바탕" panose="02030600000101010101" pitchFamily="18" charset="-127"/>
              <a:buChar char="∙"/>
              <a:defRPr sz="1200" kern="120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3pPr>
            <a:lvl4pPr marL="12001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105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5430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105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18859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1477" dirty="0"/>
              <a:t>마스터 텍스트 스타일을 편집합니다</a:t>
            </a:r>
          </a:p>
          <a:p>
            <a:pPr lvl="1"/>
            <a:r>
              <a:rPr lang="ko-KR" altLang="en-US" sz="1477" dirty="0"/>
              <a:t>둘째 수준</a:t>
            </a:r>
          </a:p>
          <a:p>
            <a:pPr lvl="2"/>
            <a:r>
              <a:rPr lang="ko-KR" altLang="en-US" sz="1477" dirty="0"/>
              <a:t>셋째 수준</a:t>
            </a:r>
          </a:p>
        </p:txBody>
      </p:sp>
      <p:sp>
        <p:nvSpPr>
          <p:cNvPr id="13" name="텍스트 개체 틀 2">
            <a:extLst>
              <a:ext uri="{FF2B5EF4-FFF2-40B4-BE49-F238E27FC236}">
                <a16:creationId xmlns:a16="http://schemas.microsoft.com/office/drawing/2014/main" id="{83621A10-8C3F-602D-150D-8433027326CF}"/>
              </a:ext>
            </a:extLst>
          </p:cNvPr>
          <p:cNvSpPr txBox="1">
            <a:spLocks/>
          </p:cNvSpPr>
          <p:nvPr/>
        </p:nvSpPr>
        <p:spPr>
          <a:xfrm>
            <a:off x="1951458" y="4617770"/>
            <a:ext cx="3024375" cy="681918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marL="130969" indent="-130969" algn="l" defTabSz="685800" rtl="0" eaLnBrk="1" latinLnBrk="0" hangingPunct="1">
              <a:spcBef>
                <a:spcPts val="0"/>
              </a:spcBef>
              <a:buFont typeface="Wingdings" panose="05000000000000000000" pitchFamily="2" charset="2"/>
              <a:buChar char="§"/>
              <a:defRPr sz="1200" kern="120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1pPr>
            <a:lvl2pPr marL="272654" indent="-141685" algn="l" defTabSz="685800" rtl="0" eaLnBrk="1" latinLnBrk="0" hangingPunct="1">
              <a:spcBef>
                <a:spcPts val="0"/>
              </a:spcBef>
              <a:buFont typeface="Arial" panose="020B0604020202020204" pitchFamily="34" charset="0"/>
              <a:buChar char="-"/>
              <a:defRPr sz="1200" kern="120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2pPr>
            <a:lvl3pPr marL="403622" indent="-130969" algn="l" defTabSz="685800" rtl="0" eaLnBrk="1" latinLnBrk="0" hangingPunct="1">
              <a:spcBef>
                <a:spcPts val="0"/>
              </a:spcBef>
              <a:buFont typeface="바탕" panose="02030600000101010101" pitchFamily="18" charset="-127"/>
              <a:buChar char="∙"/>
              <a:defRPr sz="1200" kern="120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3pPr>
            <a:lvl4pPr marL="12001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105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5430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105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18859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1477" dirty="0"/>
              <a:t>마스터 텍스트 스타일을 편집합니다</a:t>
            </a:r>
          </a:p>
          <a:p>
            <a:pPr lvl="1"/>
            <a:r>
              <a:rPr lang="ko-KR" altLang="en-US" sz="1477" dirty="0"/>
              <a:t>둘째 수준</a:t>
            </a:r>
          </a:p>
          <a:p>
            <a:pPr lvl="2"/>
            <a:r>
              <a:rPr lang="ko-KR" altLang="en-US" sz="1477" dirty="0"/>
              <a:t>셋째 수준</a:t>
            </a:r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AC297D58-AE1D-453A-1751-42A60AE0B217}"/>
              </a:ext>
            </a:extLst>
          </p:cNvPr>
          <p:cNvGrpSpPr/>
          <p:nvPr/>
        </p:nvGrpSpPr>
        <p:grpSpPr>
          <a:xfrm>
            <a:off x="1951458" y="1057285"/>
            <a:ext cx="2933626" cy="264671"/>
            <a:chOff x="1833384" y="1555473"/>
            <a:chExt cx="3178095" cy="286728"/>
          </a:xfrm>
        </p:grpSpPr>
        <p:sp>
          <p:nvSpPr>
            <p:cNvPr id="16" name="내용 개체 틀 2">
              <a:extLst>
                <a:ext uri="{FF2B5EF4-FFF2-40B4-BE49-F238E27FC236}">
                  <a16:creationId xmlns:a16="http://schemas.microsoft.com/office/drawing/2014/main" id="{6F48EDD4-660F-E6AC-D1D4-D622DF0440DC}"/>
                </a:ext>
              </a:extLst>
            </p:cNvPr>
            <p:cNvSpPr txBox="1">
              <a:spLocks/>
            </p:cNvSpPr>
            <p:nvPr/>
          </p:nvSpPr>
          <p:spPr>
            <a:xfrm>
              <a:off x="1843915" y="1555473"/>
              <a:ext cx="3167564" cy="246249"/>
            </a:xfrm>
            <a:prstGeom prst="rect">
              <a:avLst/>
            </a:prstGeom>
          </p:spPr>
          <p:txBody>
            <a:bodyPr vert="horz" wrap="square" lIns="0" tIns="0" rIns="0" bIns="0" rtlCol="0" anchor="t" anchorCtr="0">
              <a:spAutoFit/>
            </a:bodyPr>
            <a:lstStyle>
              <a:lvl1pPr marL="174625" lvl="0" indent="-174625" latinLnBrk="0">
                <a:spcBef>
                  <a:spcPts val="0"/>
                </a:spcBef>
                <a:buFont typeface="Wingdings" panose="05000000000000000000" pitchFamily="2" charset="2"/>
                <a:buChar char="§"/>
                <a:defRPr sz="1400">
                  <a:latin typeface="Arial" panose="020B0604020202020204" pitchFamily="34" charset="0"/>
                  <a:cs typeface="Arial" panose="020B0604020202020204" pitchFamily="34" charset="0"/>
                </a:defRPr>
              </a:lvl1pPr>
              <a:lvl2pPr marL="363538" lvl="1" indent="-188913" latinLnBrk="0">
                <a:spcBef>
                  <a:spcPts val="0"/>
                </a:spcBef>
                <a:buFont typeface="Arial" panose="020B0604020202020204" pitchFamily="34" charset="0"/>
                <a:buChar char="–"/>
                <a:defRPr sz="1400">
                  <a:latin typeface="Arial" panose="020B0604020202020204" pitchFamily="34" charset="0"/>
                  <a:cs typeface="Arial" panose="020B0604020202020204" pitchFamily="34" charset="0"/>
                </a:defRPr>
              </a:lvl2pPr>
              <a:lvl3pPr marL="538163" lvl="2" indent="-174625" latinLnBrk="0">
                <a:spcBef>
                  <a:spcPts val="0"/>
                </a:spcBef>
                <a:buFont typeface="바탕" panose="02030600000101010101" pitchFamily="18" charset="-127"/>
                <a:buChar char="∙"/>
                <a:defRPr sz="1400">
                  <a:latin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1400">
                  <a:latin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»"/>
                <a:defRPr sz="1400">
                  <a:latin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000"/>
              </a:lvl6pPr>
              <a:lvl7pPr marL="29718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000"/>
              </a:lvl7pPr>
              <a:lvl8pPr marL="34290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000"/>
              </a:lvl8pPr>
              <a:lvl9pPr marL="38862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000"/>
              </a:lvl9pPr>
            </a:lstStyle>
            <a:p>
              <a:pPr marL="0" indent="0" algn="ctr">
                <a:buNone/>
              </a:pPr>
              <a:r>
                <a:rPr lang="en-US" altLang="ko-KR" sz="1477" b="1" dirty="0"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12 Point </a:t>
              </a:r>
              <a:r>
                <a:rPr lang="ko-KR" altLang="en-US" sz="1477" b="1" dirty="0"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로 작성</a:t>
              </a:r>
            </a:p>
          </p:txBody>
        </p:sp>
        <p:cxnSp>
          <p:nvCxnSpPr>
            <p:cNvPr id="28" name="직선 연결선 27">
              <a:extLst>
                <a:ext uri="{FF2B5EF4-FFF2-40B4-BE49-F238E27FC236}">
                  <a16:creationId xmlns:a16="http://schemas.microsoft.com/office/drawing/2014/main" id="{C271B324-5DC2-221C-436F-A81F93D704E7}"/>
                </a:ext>
              </a:extLst>
            </p:cNvPr>
            <p:cNvCxnSpPr/>
            <p:nvPr/>
          </p:nvCxnSpPr>
          <p:spPr>
            <a:xfrm>
              <a:off x="1833384" y="1842201"/>
              <a:ext cx="3167564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085099A4-FF09-B0E0-92E2-1092672E7891}"/>
              </a:ext>
            </a:extLst>
          </p:cNvPr>
          <p:cNvGrpSpPr/>
          <p:nvPr/>
        </p:nvGrpSpPr>
        <p:grpSpPr>
          <a:xfrm>
            <a:off x="5015949" y="1057285"/>
            <a:ext cx="2933626" cy="264671"/>
            <a:chOff x="1833384" y="1555473"/>
            <a:chExt cx="3178095" cy="286728"/>
          </a:xfrm>
        </p:grpSpPr>
        <p:sp>
          <p:nvSpPr>
            <p:cNvPr id="30" name="내용 개체 틀 2">
              <a:extLst>
                <a:ext uri="{FF2B5EF4-FFF2-40B4-BE49-F238E27FC236}">
                  <a16:creationId xmlns:a16="http://schemas.microsoft.com/office/drawing/2014/main" id="{219F6079-A9BD-DD14-6C1D-DC7F5FFE2E90}"/>
                </a:ext>
              </a:extLst>
            </p:cNvPr>
            <p:cNvSpPr txBox="1">
              <a:spLocks/>
            </p:cNvSpPr>
            <p:nvPr/>
          </p:nvSpPr>
          <p:spPr>
            <a:xfrm>
              <a:off x="1843915" y="1555473"/>
              <a:ext cx="3167564" cy="246249"/>
            </a:xfrm>
            <a:prstGeom prst="rect">
              <a:avLst/>
            </a:prstGeom>
          </p:spPr>
          <p:txBody>
            <a:bodyPr vert="horz" wrap="square" lIns="0" tIns="0" rIns="0" bIns="0" rtlCol="0" anchor="t" anchorCtr="0">
              <a:spAutoFit/>
            </a:bodyPr>
            <a:lstStyle>
              <a:lvl1pPr marL="174625" lvl="0" indent="-174625" latinLnBrk="0">
                <a:spcBef>
                  <a:spcPts val="0"/>
                </a:spcBef>
                <a:buFont typeface="Wingdings" panose="05000000000000000000" pitchFamily="2" charset="2"/>
                <a:buChar char="§"/>
                <a:defRPr sz="1400">
                  <a:latin typeface="Arial" panose="020B0604020202020204" pitchFamily="34" charset="0"/>
                  <a:cs typeface="Arial" panose="020B0604020202020204" pitchFamily="34" charset="0"/>
                </a:defRPr>
              </a:lvl1pPr>
              <a:lvl2pPr marL="363538" lvl="1" indent="-188913" latinLnBrk="0">
                <a:spcBef>
                  <a:spcPts val="0"/>
                </a:spcBef>
                <a:buFont typeface="Arial" panose="020B0604020202020204" pitchFamily="34" charset="0"/>
                <a:buChar char="–"/>
                <a:defRPr sz="1400">
                  <a:latin typeface="Arial" panose="020B0604020202020204" pitchFamily="34" charset="0"/>
                  <a:cs typeface="Arial" panose="020B0604020202020204" pitchFamily="34" charset="0"/>
                </a:defRPr>
              </a:lvl2pPr>
              <a:lvl3pPr marL="538163" lvl="2" indent="-174625" latinLnBrk="0">
                <a:spcBef>
                  <a:spcPts val="0"/>
                </a:spcBef>
                <a:buFont typeface="바탕" panose="02030600000101010101" pitchFamily="18" charset="-127"/>
                <a:buChar char="∙"/>
                <a:defRPr sz="1400">
                  <a:latin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1400">
                  <a:latin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»"/>
                <a:defRPr sz="1400">
                  <a:latin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000"/>
              </a:lvl6pPr>
              <a:lvl7pPr marL="29718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000"/>
              </a:lvl7pPr>
              <a:lvl8pPr marL="34290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000"/>
              </a:lvl8pPr>
              <a:lvl9pPr marL="38862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000"/>
              </a:lvl9pPr>
            </a:lstStyle>
            <a:p>
              <a:pPr marL="0" indent="0" algn="ctr">
                <a:buNone/>
              </a:pPr>
              <a:r>
                <a:rPr lang="ko-KR" altLang="en-US" sz="1477" b="1" dirty="0"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목표</a:t>
              </a:r>
            </a:p>
          </p:txBody>
        </p:sp>
        <p:cxnSp>
          <p:nvCxnSpPr>
            <p:cNvPr id="33" name="직선 연결선 32">
              <a:extLst>
                <a:ext uri="{FF2B5EF4-FFF2-40B4-BE49-F238E27FC236}">
                  <a16:creationId xmlns:a16="http://schemas.microsoft.com/office/drawing/2014/main" id="{C0BBB5FE-059B-B786-A4E8-DBB771E468D9}"/>
                </a:ext>
              </a:extLst>
            </p:cNvPr>
            <p:cNvCxnSpPr/>
            <p:nvPr/>
          </p:nvCxnSpPr>
          <p:spPr>
            <a:xfrm>
              <a:off x="1833384" y="1842201"/>
              <a:ext cx="3167564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4" name="그룹 33">
            <a:extLst>
              <a:ext uri="{FF2B5EF4-FFF2-40B4-BE49-F238E27FC236}">
                <a16:creationId xmlns:a16="http://schemas.microsoft.com/office/drawing/2014/main" id="{AECA4865-5E36-4CEC-6428-032098A07A93}"/>
              </a:ext>
            </a:extLst>
          </p:cNvPr>
          <p:cNvGrpSpPr/>
          <p:nvPr/>
        </p:nvGrpSpPr>
        <p:grpSpPr>
          <a:xfrm>
            <a:off x="8068700" y="1057285"/>
            <a:ext cx="3543183" cy="264671"/>
            <a:chOff x="1833384" y="1555473"/>
            <a:chExt cx="3178095" cy="286728"/>
          </a:xfrm>
        </p:grpSpPr>
        <p:sp>
          <p:nvSpPr>
            <p:cNvPr id="44" name="내용 개체 틀 2">
              <a:extLst>
                <a:ext uri="{FF2B5EF4-FFF2-40B4-BE49-F238E27FC236}">
                  <a16:creationId xmlns:a16="http://schemas.microsoft.com/office/drawing/2014/main" id="{D10F8541-6DE9-FA34-5D6A-33D80265D15C}"/>
                </a:ext>
              </a:extLst>
            </p:cNvPr>
            <p:cNvSpPr txBox="1">
              <a:spLocks/>
            </p:cNvSpPr>
            <p:nvPr/>
          </p:nvSpPr>
          <p:spPr>
            <a:xfrm>
              <a:off x="1843915" y="1555473"/>
              <a:ext cx="3167564" cy="246249"/>
            </a:xfrm>
            <a:prstGeom prst="rect">
              <a:avLst/>
            </a:prstGeom>
          </p:spPr>
          <p:txBody>
            <a:bodyPr vert="horz" wrap="square" lIns="0" tIns="0" rIns="0" bIns="0" rtlCol="0" anchor="t" anchorCtr="0">
              <a:spAutoFit/>
            </a:bodyPr>
            <a:lstStyle>
              <a:lvl1pPr marL="174625" lvl="0" indent="-174625" latinLnBrk="0">
                <a:spcBef>
                  <a:spcPts val="0"/>
                </a:spcBef>
                <a:buFont typeface="Wingdings" panose="05000000000000000000" pitchFamily="2" charset="2"/>
                <a:buChar char="§"/>
                <a:defRPr sz="1400">
                  <a:latin typeface="Arial" panose="020B0604020202020204" pitchFamily="34" charset="0"/>
                  <a:cs typeface="Arial" panose="020B0604020202020204" pitchFamily="34" charset="0"/>
                </a:defRPr>
              </a:lvl1pPr>
              <a:lvl2pPr marL="363538" lvl="1" indent="-188913" latinLnBrk="0">
                <a:spcBef>
                  <a:spcPts val="0"/>
                </a:spcBef>
                <a:buFont typeface="Arial" panose="020B0604020202020204" pitchFamily="34" charset="0"/>
                <a:buChar char="–"/>
                <a:defRPr sz="1400">
                  <a:latin typeface="Arial" panose="020B0604020202020204" pitchFamily="34" charset="0"/>
                  <a:cs typeface="Arial" panose="020B0604020202020204" pitchFamily="34" charset="0"/>
                </a:defRPr>
              </a:lvl2pPr>
              <a:lvl3pPr marL="538163" lvl="2" indent="-174625" latinLnBrk="0">
                <a:spcBef>
                  <a:spcPts val="0"/>
                </a:spcBef>
                <a:buFont typeface="바탕" panose="02030600000101010101" pitchFamily="18" charset="-127"/>
                <a:buChar char="∙"/>
                <a:defRPr sz="1400">
                  <a:latin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1400">
                  <a:latin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»"/>
                <a:defRPr sz="1400">
                  <a:latin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000"/>
              </a:lvl6pPr>
              <a:lvl7pPr marL="29718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000"/>
              </a:lvl7pPr>
              <a:lvl8pPr marL="34290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000"/>
              </a:lvl8pPr>
              <a:lvl9pPr marL="38862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000"/>
              </a:lvl9pPr>
            </a:lstStyle>
            <a:p>
              <a:pPr marL="0" indent="0" algn="ctr">
                <a:buNone/>
              </a:pPr>
              <a:r>
                <a:rPr lang="en-US" altLang="ko-KR" sz="1477" b="1" dirty="0"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Progress</a:t>
              </a:r>
              <a:endParaRPr lang="ko-KR" altLang="en-US" sz="1477" b="1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  <p:cxnSp>
          <p:nvCxnSpPr>
            <p:cNvPr id="45" name="직선 연결선 44">
              <a:extLst>
                <a:ext uri="{FF2B5EF4-FFF2-40B4-BE49-F238E27FC236}">
                  <a16:creationId xmlns:a16="http://schemas.microsoft.com/office/drawing/2014/main" id="{F439D972-8346-BA3C-487D-7BBA4831B57F}"/>
                </a:ext>
              </a:extLst>
            </p:cNvPr>
            <p:cNvCxnSpPr/>
            <p:nvPr/>
          </p:nvCxnSpPr>
          <p:spPr>
            <a:xfrm>
              <a:off x="1833384" y="1842201"/>
              <a:ext cx="3167564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직사각형 1">
            <a:extLst>
              <a:ext uri="{FF2B5EF4-FFF2-40B4-BE49-F238E27FC236}">
                <a16:creationId xmlns:a16="http://schemas.microsoft.com/office/drawing/2014/main" id="{BBCFF1BB-7987-1A54-3284-CB375BF9DD09}"/>
              </a:ext>
            </a:extLst>
          </p:cNvPr>
          <p:cNvSpPr/>
          <p:nvPr/>
        </p:nvSpPr>
        <p:spPr>
          <a:xfrm>
            <a:off x="408623" y="5570578"/>
            <a:ext cx="1337103" cy="92354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477" b="1" dirty="0">
                <a:solidFill>
                  <a:schemeClr val="accent6"/>
                </a:solidFill>
                <a:latin typeface="Pretendard" panose="02000503000000020004" pitchFamily="50" charset="-127"/>
                <a:ea typeface="Pretendard" panose="02000503000000020004" pitchFamily="50" charset="-127"/>
              </a:rPr>
              <a:t>ERP</a:t>
            </a:r>
            <a:r>
              <a:rPr lang="ko-KR" altLang="en-US" sz="1477" b="1" dirty="0">
                <a:solidFill>
                  <a:schemeClr val="accent6"/>
                </a:solidFill>
                <a:latin typeface="Pretendard" panose="02000503000000020004" pitchFamily="50" charset="-127"/>
                <a:ea typeface="Pretendard" panose="02000503000000020004" pitchFamily="50" charset="-127"/>
              </a:rPr>
              <a:t> </a:t>
            </a:r>
            <a:r>
              <a:rPr lang="en-US" altLang="ko-KR" sz="1477" b="1" dirty="0">
                <a:solidFill>
                  <a:schemeClr val="accent6"/>
                </a:solidFill>
                <a:latin typeface="Pretendard" panose="02000503000000020004" pitchFamily="50" charset="-127"/>
                <a:ea typeface="Pretendard" panose="02000503000000020004" pitchFamily="50" charset="-127"/>
              </a:rPr>
              <a:t>TF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87CA7BF-B8E6-E298-41C8-412F73C89B9D}"/>
              </a:ext>
            </a:extLst>
          </p:cNvPr>
          <p:cNvSpPr txBox="1">
            <a:spLocks/>
          </p:cNvSpPr>
          <p:nvPr/>
        </p:nvSpPr>
        <p:spPr>
          <a:xfrm>
            <a:off x="1951458" y="5691291"/>
            <a:ext cx="3024375" cy="681918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marL="130969" indent="-130969" algn="l" defTabSz="685800" rtl="0" eaLnBrk="1" latinLnBrk="0" hangingPunct="1">
              <a:spcBef>
                <a:spcPts val="0"/>
              </a:spcBef>
              <a:buFont typeface="Wingdings" panose="05000000000000000000" pitchFamily="2" charset="2"/>
              <a:buChar char="§"/>
              <a:defRPr sz="1200" kern="120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1pPr>
            <a:lvl2pPr marL="272654" indent="-141685" algn="l" defTabSz="685800" rtl="0" eaLnBrk="1" latinLnBrk="0" hangingPunct="1">
              <a:spcBef>
                <a:spcPts val="0"/>
              </a:spcBef>
              <a:buFont typeface="Arial" panose="020B0604020202020204" pitchFamily="34" charset="0"/>
              <a:buChar char="-"/>
              <a:defRPr sz="1200" kern="120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2pPr>
            <a:lvl3pPr marL="403622" indent="-130969" algn="l" defTabSz="685800" rtl="0" eaLnBrk="1" latinLnBrk="0" hangingPunct="1">
              <a:spcBef>
                <a:spcPts val="0"/>
              </a:spcBef>
              <a:buFont typeface="바탕" panose="02030600000101010101" pitchFamily="18" charset="-127"/>
              <a:buChar char="∙"/>
              <a:defRPr sz="1200" kern="120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3pPr>
            <a:lvl4pPr marL="12001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105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5430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105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18859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1477" dirty="0"/>
              <a:t>마스터 텍스트 스타일을 편집합니다</a:t>
            </a:r>
          </a:p>
          <a:p>
            <a:pPr lvl="1"/>
            <a:r>
              <a:rPr lang="ko-KR" altLang="en-US" sz="1477" dirty="0"/>
              <a:t>둘째 수준</a:t>
            </a:r>
          </a:p>
          <a:p>
            <a:pPr lvl="2"/>
            <a:r>
              <a:rPr lang="ko-KR" altLang="en-US" sz="1477" dirty="0"/>
              <a:t>셋째 수준</a:t>
            </a:r>
          </a:p>
        </p:txBody>
      </p:sp>
      <p:sp>
        <p:nvSpPr>
          <p:cNvPr id="4" name="텍스트 개체 틀 2">
            <a:extLst>
              <a:ext uri="{FF2B5EF4-FFF2-40B4-BE49-F238E27FC236}">
                <a16:creationId xmlns:a16="http://schemas.microsoft.com/office/drawing/2014/main" id="{B9768A85-1A29-4B5A-4333-24DEA38D37CD}"/>
              </a:ext>
            </a:extLst>
          </p:cNvPr>
          <p:cNvSpPr txBox="1">
            <a:spLocks/>
          </p:cNvSpPr>
          <p:nvPr/>
        </p:nvSpPr>
        <p:spPr>
          <a:xfrm>
            <a:off x="5025670" y="1512325"/>
            <a:ext cx="2923905" cy="681918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marL="130969" indent="-130969" algn="l" defTabSz="685800" rtl="0" eaLnBrk="1" latinLnBrk="0" hangingPunct="1">
              <a:spcBef>
                <a:spcPts val="0"/>
              </a:spcBef>
              <a:buFont typeface="Wingdings" panose="05000000000000000000" pitchFamily="2" charset="2"/>
              <a:buChar char="§"/>
              <a:defRPr sz="1200" kern="120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1pPr>
            <a:lvl2pPr marL="272654" indent="-141685" algn="l" defTabSz="685800" rtl="0" eaLnBrk="1" latinLnBrk="0" hangingPunct="1">
              <a:spcBef>
                <a:spcPts val="0"/>
              </a:spcBef>
              <a:buFont typeface="Arial" panose="020B0604020202020204" pitchFamily="34" charset="0"/>
              <a:buChar char="-"/>
              <a:defRPr sz="1200" kern="120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2pPr>
            <a:lvl3pPr marL="403622" indent="-130969" algn="l" defTabSz="685800" rtl="0" eaLnBrk="1" latinLnBrk="0" hangingPunct="1">
              <a:spcBef>
                <a:spcPts val="0"/>
              </a:spcBef>
              <a:buFont typeface="바탕" panose="02030600000101010101" pitchFamily="18" charset="-127"/>
              <a:buChar char="∙"/>
              <a:defRPr sz="1200" kern="120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3pPr>
            <a:lvl4pPr marL="12001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105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5430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105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18859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1477" dirty="0"/>
              <a:t>마스터 텍스트 스타일을 편집합니다</a:t>
            </a:r>
          </a:p>
          <a:p>
            <a:pPr lvl="1"/>
            <a:r>
              <a:rPr lang="ko-KR" altLang="en-US" sz="1477" dirty="0"/>
              <a:t>둘째 수준</a:t>
            </a:r>
          </a:p>
          <a:p>
            <a:pPr lvl="2"/>
            <a:r>
              <a:rPr lang="ko-KR" altLang="en-US" sz="1477" dirty="0"/>
              <a:t>셋째 수준</a:t>
            </a:r>
          </a:p>
        </p:txBody>
      </p:sp>
      <p:sp>
        <p:nvSpPr>
          <p:cNvPr id="14" name="텍스트 개체 틀 2">
            <a:extLst>
              <a:ext uri="{FF2B5EF4-FFF2-40B4-BE49-F238E27FC236}">
                <a16:creationId xmlns:a16="http://schemas.microsoft.com/office/drawing/2014/main" id="{35F1C7CF-3C8F-B98C-6E36-8437E0546D3E}"/>
              </a:ext>
            </a:extLst>
          </p:cNvPr>
          <p:cNvSpPr txBox="1">
            <a:spLocks/>
          </p:cNvSpPr>
          <p:nvPr/>
        </p:nvSpPr>
        <p:spPr>
          <a:xfrm>
            <a:off x="5025670" y="2500177"/>
            <a:ext cx="2923905" cy="681918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marL="130969" indent="-130969" algn="l" defTabSz="685800" rtl="0" eaLnBrk="1" latinLnBrk="0" hangingPunct="1">
              <a:spcBef>
                <a:spcPts val="0"/>
              </a:spcBef>
              <a:buFont typeface="Wingdings" panose="05000000000000000000" pitchFamily="2" charset="2"/>
              <a:buChar char="§"/>
              <a:defRPr sz="1200" kern="120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1pPr>
            <a:lvl2pPr marL="272654" indent="-141685" algn="l" defTabSz="685800" rtl="0" eaLnBrk="1" latinLnBrk="0" hangingPunct="1">
              <a:spcBef>
                <a:spcPts val="0"/>
              </a:spcBef>
              <a:buFont typeface="Arial" panose="020B0604020202020204" pitchFamily="34" charset="0"/>
              <a:buChar char="-"/>
              <a:defRPr sz="1200" kern="120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2pPr>
            <a:lvl3pPr marL="403622" indent="-130969" algn="l" defTabSz="685800" rtl="0" eaLnBrk="1" latinLnBrk="0" hangingPunct="1">
              <a:spcBef>
                <a:spcPts val="0"/>
              </a:spcBef>
              <a:buFont typeface="바탕" panose="02030600000101010101" pitchFamily="18" charset="-127"/>
              <a:buChar char="∙"/>
              <a:defRPr sz="1200" kern="120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3pPr>
            <a:lvl4pPr marL="12001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105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5430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105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18859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1477" dirty="0"/>
              <a:t>마스터 텍스트 스타일을 편집합니다</a:t>
            </a:r>
          </a:p>
          <a:p>
            <a:pPr lvl="1"/>
            <a:r>
              <a:rPr lang="ko-KR" altLang="en-US" sz="1477" dirty="0"/>
              <a:t>둘째 수준</a:t>
            </a:r>
          </a:p>
          <a:p>
            <a:pPr lvl="2"/>
            <a:r>
              <a:rPr lang="ko-KR" altLang="en-US" sz="1477" dirty="0"/>
              <a:t>셋째 수준</a:t>
            </a:r>
          </a:p>
        </p:txBody>
      </p:sp>
      <p:sp>
        <p:nvSpPr>
          <p:cNvPr id="20" name="텍스트 개체 틀 2">
            <a:extLst>
              <a:ext uri="{FF2B5EF4-FFF2-40B4-BE49-F238E27FC236}">
                <a16:creationId xmlns:a16="http://schemas.microsoft.com/office/drawing/2014/main" id="{2D1DCC6B-802A-D4B7-1994-A1C1B1FAA871}"/>
              </a:ext>
            </a:extLst>
          </p:cNvPr>
          <p:cNvSpPr txBox="1">
            <a:spLocks/>
          </p:cNvSpPr>
          <p:nvPr/>
        </p:nvSpPr>
        <p:spPr>
          <a:xfrm>
            <a:off x="5025670" y="3558973"/>
            <a:ext cx="2923905" cy="681918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marL="130969" indent="-130969" algn="l" defTabSz="685800" rtl="0" eaLnBrk="1" latinLnBrk="0" hangingPunct="1">
              <a:spcBef>
                <a:spcPts val="0"/>
              </a:spcBef>
              <a:buFont typeface="Wingdings" panose="05000000000000000000" pitchFamily="2" charset="2"/>
              <a:buChar char="§"/>
              <a:defRPr sz="1200" kern="120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1pPr>
            <a:lvl2pPr marL="272654" indent="-141685" algn="l" defTabSz="685800" rtl="0" eaLnBrk="1" latinLnBrk="0" hangingPunct="1">
              <a:spcBef>
                <a:spcPts val="0"/>
              </a:spcBef>
              <a:buFont typeface="Arial" panose="020B0604020202020204" pitchFamily="34" charset="0"/>
              <a:buChar char="-"/>
              <a:defRPr sz="1200" kern="120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2pPr>
            <a:lvl3pPr marL="403622" indent="-130969" algn="l" defTabSz="685800" rtl="0" eaLnBrk="1" latinLnBrk="0" hangingPunct="1">
              <a:spcBef>
                <a:spcPts val="0"/>
              </a:spcBef>
              <a:buFont typeface="바탕" panose="02030600000101010101" pitchFamily="18" charset="-127"/>
              <a:buChar char="∙"/>
              <a:defRPr sz="1200" kern="120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3pPr>
            <a:lvl4pPr marL="12001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105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5430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105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18859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1477" dirty="0"/>
              <a:t>마스터 텍스트 스타일을 편집합니다</a:t>
            </a:r>
          </a:p>
          <a:p>
            <a:pPr lvl="1"/>
            <a:r>
              <a:rPr lang="ko-KR" altLang="en-US" sz="1477" dirty="0"/>
              <a:t>둘째 수준</a:t>
            </a:r>
          </a:p>
          <a:p>
            <a:pPr lvl="2"/>
            <a:r>
              <a:rPr lang="ko-KR" altLang="en-US" sz="1477" dirty="0"/>
              <a:t>셋째 수준</a:t>
            </a:r>
          </a:p>
        </p:txBody>
      </p:sp>
      <p:sp>
        <p:nvSpPr>
          <p:cNvPr id="21" name="텍스트 개체 틀 2">
            <a:extLst>
              <a:ext uri="{FF2B5EF4-FFF2-40B4-BE49-F238E27FC236}">
                <a16:creationId xmlns:a16="http://schemas.microsoft.com/office/drawing/2014/main" id="{85451678-E455-DD1A-EC88-6FFF08413874}"/>
              </a:ext>
            </a:extLst>
          </p:cNvPr>
          <p:cNvSpPr txBox="1">
            <a:spLocks/>
          </p:cNvSpPr>
          <p:nvPr/>
        </p:nvSpPr>
        <p:spPr>
          <a:xfrm>
            <a:off x="5025670" y="4617770"/>
            <a:ext cx="2923905" cy="681918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marL="130969" indent="-130969" algn="l" defTabSz="685800" rtl="0" eaLnBrk="1" latinLnBrk="0" hangingPunct="1">
              <a:spcBef>
                <a:spcPts val="0"/>
              </a:spcBef>
              <a:buFont typeface="Wingdings" panose="05000000000000000000" pitchFamily="2" charset="2"/>
              <a:buChar char="§"/>
              <a:defRPr sz="1200" kern="120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1pPr>
            <a:lvl2pPr marL="272654" indent="-141685" algn="l" defTabSz="685800" rtl="0" eaLnBrk="1" latinLnBrk="0" hangingPunct="1">
              <a:spcBef>
                <a:spcPts val="0"/>
              </a:spcBef>
              <a:buFont typeface="Arial" panose="020B0604020202020204" pitchFamily="34" charset="0"/>
              <a:buChar char="-"/>
              <a:defRPr sz="1200" kern="120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2pPr>
            <a:lvl3pPr marL="403622" indent="-130969" algn="l" defTabSz="685800" rtl="0" eaLnBrk="1" latinLnBrk="0" hangingPunct="1">
              <a:spcBef>
                <a:spcPts val="0"/>
              </a:spcBef>
              <a:buFont typeface="바탕" panose="02030600000101010101" pitchFamily="18" charset="-127"/>
              <a:buChar char="∙"/>
              <a:defRPr sz="1200" kern="120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3pPr>
            <a:lvl4pPr marL="12001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105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5430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105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18859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1477" dirty="0"/>
              <a:t>마스터 텍스트 스타일을 편집합니다</a:t>
            </a:r>
          </a:p>
          <a:p>
            <a:pPr lvl="1"/>
            <a:r>
              <a:rPr lang="ko-KR" altLang="en-US" sz="1477" dirty="0"/>
              <a:t>둘째 수준</a:t>
            </a:r>
          </a:p>
          <a:p>
            <a:pPr lvl="2"/>
            <a:r>
              <a:rPr lang="ko-KR" altLang="en-US" sz="1477" dirty="0"/>
              <a:t>셋째 수준</a:t>
            </a:r>
          </a:p>
        </p:txBody>
      </p:sp>
      <p:sp>
        <p:nvSpPr>
          <p:cNvPr id="22" name="텍스트 개체 틀 2">
            <a:extLst>
              <a:ext uri="{FF2B5EF4-FFF2-40B4-BE49-F238E27FC236}">
                <a16:creationId xmlns:a16="http://schemas.microsoft.com/office/drawing/2014/main" id="{5DB2B140-FC84-3267-7B13-6435C24F0C5B}"/>
              </a:ext>
            </a:extLst>
          </p:cNvPr>
          <p:cNvSpPr txBox="1">
            <a:spLocks/>
          </p:cNvSpPr>
          <p:nvPr/>
        </p:nvSpPr>
        <p:spPr>
          <a:xfrm>
            <a:off x="5025670" y="5691291"/>
            <a:ext cx="2923905" cy="681918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marL="130969" indent="-130969" algn="l" defTabSz="685800" rtl="0" eaLnBrk="1" latinLnBrk="0" hangingPunct="1">
              <a:spcBef>
                <a:spcPts val="0"/>
              </a:spcBef>
              <a:buFont typeface="Wingdings" panose="05000000000000000000" pitchFamily="2" charset="2"/>
              <a:buChar char="§"/>
              <a:defRPr sz="1200" kern="120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1pPr>
            <a:lvl2pPr marL="272654" indent="-141685" algn="l" defTabSz="685800" rtl="0" eaLnBrk="1" latinLnBrk="0" hangingPunct="1">
              <a:spcBef>
                <a:spcPts val="0"/>
              </a:spcBef>
              <a:buFont typeface="Arial" panose="020B0604020202020204" pitchFamily="34" charset="0"/>
              <a:buChar char="-"/>
              <a:defRPr sz="1200" kern="120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2pPr>
            <a:lvl3pPr marL="403622" indent="-130969" algn="l" defTabSz="685800" rtl="0" eaLnBrk="1" latinLnBrk="0" hangingPunct="1">
              <a:spcBef>
                <a:spcPts val="0"/>
              </a:spcBef>
              <a:buFont typeface="바탕" panose="02030600000101010101" pitchFamily="18" charset="-127"/>
              <a:buChar char="∙"/>
              <a:defRPr sz="1200" kern="120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3pPr>
            <a:lvl4pPr marL="12001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105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5430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105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18859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1477" dirty="0"/>
              <a:t>마스터 텍스트 스타일을 편집합니다</a:t>
            </a:r>
          </a:p>
          <a:p>
            <a:pPr lvl="1"/>
            <a:r>
              <a:rPr lang="ko-KR" altLang="en-US" sz="1477" dirty="0"/>
              <a:t>둘째 수준</a:t>
            </a:r>
          </a:p>
          <a:p>
            <a:pPr lvl="2"/>
            <a:r>
              <a:rPr lang="ko-KR" altLang="en-US" sz="1477" dirty="0"/>
              <a:t>셋째 수준</a:t>
            </a:r>
          </a:p>
        </p:txBody>
      </p:sp>
      <p:sp>
        <p:nvSpPr>
          <p:cNvPr id="23" name="텍스트 개체 틀 2">
            <a:extLst>
              <a:ext uri="{FF2B5EF4-FFF2-40B4-BE49-F238E27FC236}">
                <a16:creationId xmlns:a16="http://schemas.microsoft.com/office/drawing/2014/main" id="{58812AF8-D5D2-508B-0DED-9932DEB3D18F}"/>
              </a:ext>
            </a:extLst>
          </p:cNvPr>
          <p:cNvSpPr txBox="1">
            <a:spLocks/>
          </p:cNvSpPr>
          <p:nvPr/>
        </p:nvSpPr>
        <p:spPr>
          <a:xfrm>
            <a:off x="8080441" y="1512324"/>
            <a:ext cx="3531442" cy="681918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marL="130969" indent="-130969" algn="l" defTabSz="685800" rtl="0" eaLnBrk="1" latinLnBrk="0" hangingPunct="1">
              <a:spcBef>
                <a:spcPts val="0"/>
              </a:spcBef>
              <a:buFont typeface="Wingdings" panose="05000000000000000000" pitchFamily="2" charset="2"/>
              <a:buChar char="§"/>
              <a:defRPr sz="1200" kern="120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1pPr>
            <a:lvl2pPr marL="272654" indent="-141685" algn="l" defTabSz="685800" rtl="0" eaLnBrk="1" latinLnBrk="0" hangingPunct="1">
              <a:spcBef>
                <a:spcPts val="0"/>
              </a:spcBef>
              <a:buFont typeface="Arial" panose="020B0604020202020204" pitchFamily="34" charset="0"/>
              <a:buChar char="-"/>
              <a:defRPr sz="1200" kern="120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2pPr>
            <a:lvl3pPr marL="403622" indent="-130969" algn="l" defTabSz="685800" rtl="0" eaLnBrk="1" latinLnBrk="0" hangingPunct="1">
              <a:spcBef>
                <a:spcPts val="0"/>
              </a:spcBef>
              <a:buFont typeface="바탕" panose="02030600000101010101" pitchFamily="18" charset="-127"/>
              <a:buChar char="∙"/>
              <a:defRPr sz="1200" kern="120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3pPr>
            <a:lvl4pPr marL="12001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105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5430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105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18859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1477" dirty="0"/>
              <a:t>마스터 텍스트 스타일을 편집합니다</a:t>
            </a:r>
          </a:p>
          <a:p>
            <a:pPr lvl="1"/>
            <a:r>
              <a:rPr lang="ko-KR" altLang="en-US" sz="1477" dirty="0"/>
              <a:t>둘째 수준</a:t>
            </a:r>
          </a:p>
          <a:p>
            <a:pPr lvl="2"/>
            <a:r>
              <a:rPr lang="ko-KR" altLang="en-US" sz="1477" dirty="0"/>
              <a:t>셋째 수준</a:t>
            </a:r>
          </a:p>
        </p:txBody>
      </p:sp>
      <p:sp>
        <p:nvSpPr>
          <p:cNvPr id="24" name="텍스트 개체 틀 2">
            <a:extLst>
              <a:ext uri="{FF2B5EF4-FFF2-40B4-BE49-F238E27FC236}">
                <a16:creationId xmlns:a16="http://schemas.microsoft.com/office/drawing/2014/main" id="{4F0C1F61-CE13-CE68-5299-A73F3B462112}"/>
              </a:ext>
            </a:extLst>
          </p:cNvPr>
          <p:cNvSpPr txBox="1">
            <a:spLocks/>
          </p:cNvSpPr>
          <p:nvPr/>
        </p:nvSpPr>
        <p:spPr>
          <a:xfrm>
            <a:off x="8080441" y="2500176"/>
            <a:ext cx="3531442" cy="681918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marL="130969" indent="-130969" algn="l" defTabSz="685800" rtl="0" eaLnBrk="1" latinLnBrk="0" hangingPunct="1">
              <a:spcBef>
                <a:spcPts val="0"/>
              </a:spcBef>
              <a:buFont typeface="Wingdings" panose="05000000000000000000" pitchFamily="2" charset="2"/>
              <a:buChar char="§"/>
              <a:defRPr sz="1200" kern="120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1pPr>
            <a:lvl2pPr marL="272654" indent="-141685" algn="l" defTabSz="685800" rtl="0" eaLnBrk="1" latinLnBrk="0" hangingPunct="1">
              <a:spcBef>
                <a:spcPts val="0"/>
              </a:spcBef>
              <a:buFont typeface="Arial" panose="020B0604020202020204" pitchFamily="34" charset="0"/>
              <a:buChar char="-"/>
              <a:defRPr sz="1200" kern="120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2pPr>
            <a:lvl3pPr marL="403622" indent="-130969" algn="l" defTabSz="685800" rtl="0" eaLnBrk="1" latinLnBrk="0" hangingPunct="1">
              <a:spcBef>
                <a:spcPts val="0"/>
              </a:spcBef>
              <a:buFont typeface="바탕" panose="02030600000101010101" pitchFamily="18" charset="-127"/>
              <a:buChar char="∙"/>
              <a:defRPr sz="1200" kern="120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3pPr>
            <a:lvl4pPr marL="12001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105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5430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105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18859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1477" dirty="0"/>
              <a:t>마스터 텍스트 스타일을 편집합니다</a:t>
            </a:r>
          </a:p>
          <a:p>
            <a:pPr lvl="1"/>
            <a:r>
              <a:rPr lang="ko-KR" altLang="en-US" sz="1477" dirty="0"/>
              <a:t>둘째 수준</a:t>
            </a:r>
          </a:p>
          <a:p>
            <a:pPr lvl="2"/>
            <a:r>
              <a:rPr lang="ko-KR" altLang="en-US" sz="1477" dirty="0"/>
              <a:t>셋째 수준</a:t>
            </a:r>
          </a:p>
        </p:txBody>
      </p:sp>
      <p:sp>
        <p:nvSpPr>
          <p:cNvPr id="25" name="텍스트 개체 틀 2">
            <a:extLst>
              <a:ext uri="{FF2B5EF4-FFF2-40B4-BE49-F238E27FC236}">
                <a16:creationId xmlns:a16="http://schemas.microsoft.com/office/drawing/2014/main" id="{760015DD-DB3C-10C3-B908-30631E9807C2}"/>
              </a:ext>
            </a:extLst>
          </p:cNvPr>
          <p:cNvSpPr txBox="1">
            <a:spLocks/>
          </p:cNvSpPr>
          <p:nvPr/>
        </p:nvSpPr>
        <p:spPr>
          <a:xfrm>
            <a:off x="8080441" y="3558973"/>
            <a:ext cx="3531442" cy="681918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marL="130969" indent="-130969" algn="l" defTabSz="685800" rtl="0" eaLnBrk="1" latinLnBrk="0" hangingPunct="1">
              <a:spcBef>
                <a:spcPts val="0"/>
              </a:spcBef>
              <a:buFont typeface="Wingdings" panose="05000000000000000000" pitchFamily="2" charset="2"/>
              <a:buChar char="§"/>
              <a:defRPr sz="1200" kern="120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1pPr>
            <a:lvl2pPr marL="272654" indent="-141685" algn="l" defTabSz="685800" rtl="0" eaLnBrk="1" latinLnBrk="0" hangingPunct="1">
              <a:spcBef>
                <a:spcPts val="0"/>
              </a:spcBef>
              <a:buFont typeface="Arial" panose="020B0604020202020204" pitchFamily="34" charset="0"/>
              <a:buChar char="-"/>
              <a:defRPr sz="1200" kern="120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2pPr>
            <a:lvl3pPr marL="403622" indent="-130969" algn="l" defTabSz="685800" rtl="0" eaLnBrk="1" latinLnBrk="0" hangingPunct="1">
              <a:spcBef>
                <a:spcPts val="0"/>
              </a:spcBef>
              <a:buFont typeface="바탕" panose="02030600000101010101" pitchFamily="18" charset="-127"/>
              <a:buChar char="∙"/>
              <a:defRPr sz="1200" kern="120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3pPr>
            <a:lvl4pPr marL="12001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105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5430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105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18859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1477" dirty="0"/>
              <a:t>마스터 텍스트 스타일을 편집합니다</a:t>
            </a:r>
          </a:p>
          <a:p>
            <a:pPr lvl="1"/>
            <a:r>
              <a:rPr lang="ko-KR" altLang="en-US" sz="1477" dirty="0"/>
              <a:t>둘째 수준</a:t>
            </a:r>
          </a:p>
          <a:p>
            <a:pPr lvl="2"/>
            <a:r>
              <a:rPr lang="ko-KR" altLang="en-US" sz="1477" dirty="0"/>
              <a:t>셋째 수준</a:t>
            </a:r>
          </a:p>
        </p:txBody>
      </p:sp>
      <p:sp>
        <p:nvSpPr>
          <p:cNvPr id="26" name="텍스트 개체 틀 2">
            <a:extLst>
              <a:ext uri="{FF2B5EF4-FFF2-40B4-BE49-F238E27FC236}">
                <a16:creationId xmlns:a16="http://schemas.microsoft.com/office/drawing/2014/main" id="{55EF85F1-965F-DD7F-2ADD-51892FCFF5BC}"/>
              </a:ext>
            </a:extLst>
          </p:cNvPr>
          <p:cNvSpPr txBox="1">
            <a:spLocks/>
          </p:cNvSpPr>
          <p:nvPr/>
        </p:nvSpPr>
        <p:spPr>
          <a:xfrm>
            <a:off x="8080441" y="4617769"/>
            <a:ext cx="3531442" cy="681918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marL="130969" indent="-130969" algn="l" defTabSz="685800" rtl="0" eaLnBrk="1" latinLnBrk="0" hangingPunct="1">
              <a:spcBef>
                <a:spcPts val="0"/>
              </a:spcBef>
              <a:buFont typeface="Wingdings" panose="05000000000000000000" pitchFamily="2" charset="2"/>
              <a:buChar char="§"/>
              <a:defRPr sz="1200" kern="120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1pPr>
            <a:lvl2pPr marL="272654" indent="-141685" algn="l" defTabSz="685800" rtl="0" eaLnBrk="1" latinLnBrk="0" hangingPunct="1">
              <a:spcBef>
                <a:spcPts val="0"/>
              </a:spcBef>
              <a:buFont typeface="Arial" panose="020B0604020202020204" pitchFamily="34" charset="0"/>
              <a:buChar char="-"/>
              <a:defRPr sz="1200" kern="120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2pPr>
            <a:lvl3pPr marL="403622" indent="-130969" algn="l" defTabSz="685800" rtl="0" eaLnBrk="1" latinLnBrk="0" hangingPunct="1">
              <a:spcBef>
                <a:spcPts val="0"/>
              </a:spcBef>
              <a:buFont typeface="바탕" panose="02030600000101010101" pitchFamily="18" charset="-127"/>
              <a:buChar char="∙"/>
              <a:defRPr sz="1200" kern="120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3pPr>
            <a:lvl4pPr marL="12001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105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5430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105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18859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1477" dirty="0"/>
              <a:t>마스터 텍스트 스타일을 편집합니다</a:t>
            </a:r>
          </a:p>
          <a:p>
            <a:pPr lvl="1"/>
            <a:r>
              <a:rPr lang="ko-KR" altLang="en-US" sz="1477" dirty="0"/>
              <a:t>둘째 수준</a:t>
            </a:r>
          </a:p>
          <a:p>
            <a:pPr lvl="2"/>
            <a:r>
              <a:rPr lang="ko-KR" altLang="en-US" sz="1477" dirty="0"/>
              <a:t>셋째 수준</a:t>
            </a:r>
          </a:p>
        </p:txBody>
      </p:sp>
      <p:sp>
        <p:nvSpPr>
          <p:cNvPr id="31" name="텍스트 개체 틀 2">
            <a:extLst>
              <a:ext uri="{FF2B5EF4-FFF2-40B4-BE49-F238E27FC236}">
                <a16:creationId xmlns:a16="http://schemas.microsoft.com/office/drawing/2014/main" id="{0295D685-81FD-5E18-196C-9F5937A84DF6}"/>
              </a:ext>
            </a:extLst>
          </p:cNvPr>
          <p:cNvSpPr txBox="1">
            <a:spLocks/>
          </p:cNvSpPr>
          <p:nvPr/>
        </p:nvSpPr>
        <p:spPr>
          <a:xfrm>
            <a:off x="8080441" y="5691290"/>
            <a:ext cx="3531442" cy="681918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marL="130969" indent="-130969" algn="l" defTabSz="685800" rtl="0" eaLnBrk="1" latinLnBrk="0" hangingPunct="1">
              <a:spcBef>
                <a:spcPts val="0"/>
              </a:spcBef>
              <a:buFont typeface="Wingdings" panose="05000000000000000000" pitchFamily="2" charset="2"/>
              <a:buChar char="§"/>
              <a:defRPr sz="1200" kern="120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1pPr>
            <a:lvl2pPr marL="272654" indent="-141685" algn="l" defTabSz="685800" rtl="0" eaLnBrk="1" latinLnBrk="0" hangingPunct="1">
              <a:spcBef>
                <a:spcPts val="0"/>
              </a:spcBef>
              <a:buFont typeface="Arial" panose="020B0604020202020204" pitchFamily="34" charset="0"/>
              <a:buChar char="-"/>
              <a:defRPr sz="1200" kern="120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2pPr>
            <a:lvl3pPr marL="403622" indent="-130969" algn="l" defTabSz="685800" rtl="0" eaLnBrk="1" latinLnBrk="0" hangingPunct="1">
              <a:spcBef>
                <a:spcPts val="0"/>
              </a:spcBef>
              <a:buFont typeface="바탕" panose="02030600000101010101" pitchFamily="18" charset="-127"/>
              <a:buChar char="∙"/>
              <a:defRPr sz="1200" kern="120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3pPr>
            <a:lvl4pPr marL="12001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105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5430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105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18859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1477" dirty="0"/>
              <a:t>마스터 텍스트 스타일을 편집합니다</a:t>
            </a:r>
          </a:p>
          <a:p>
            <a:pPr lvl="1"/>
            <a:r>
              <a:rPr lang="ko-KR" altLang="en-US" sz="1477" dirty="0"/>
              <a:t>둘째 수준</a:t>
            </a:r>
          </a:p>
          <a:p>
            <a:pPr lvl="2"/>
            <a:r>
              <a:rPr lang="ko-KR" altLang="en-US" sz="1477" dirty="0"/>
              <a:t>셋째 수준</a:t>
            </a:r>
          </a:p>
        </p:txBody>
      </p:sp>
    </p:spTree>
    <p:extLst>
      <p:ext uri="{BB962C8B-B14F-4D97-AF65-F5344CB8AC3E}">
        <p14:creationId xmlns:p14="http://schemas.microsoft.com/office/powerpoint/2010/main" val="75340989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B2F07E1-2930-50FC-46FD-6F4E08FE6D1F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517924" y="7332785"/>
            <a:ext cx="674076" cy="128954"/>
          </a:xfrm>
        </p:spPr>
        <p:txBody>
          <a:bodyPr/>
          <a:lstStyle/>
          <a:p>
            <a:fld id="{3DFBBC6A-3425-4C62-80BA-0DDE16A15D08}" type="slidenum">
              <a:rPr lang="ko-KR" altLang="en-US" smtClean="0"/>
              <a:pPr/>
              <a:t>42</a:t>
            </a:fld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6ED6DCF-53AE-8080-31B3-A5C4DA5BE981}"/>
              </a:ext>
            </a:extLst>
          </p:cNvPr>
          <p:cNvSpPr txBox="1"/>
          <p:nvPr/>
        </p:nvSpPr>
        <p:spPr>
          <a:xfrm>
            <a:off x="378161" y="-428174"/>
            <a:ext cx="2249334" cy="5593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lnSpc>
                <a:spcPct val="110000"/>
              </a:lnSpc>
            </a:pPr>
            <a:r>
              <a:rPr lang="en-US" sz="295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CONTENTS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6D31E0E-A72F-2E0C-CE09-C9A89C452F0A}"/>
              </a:ext>
            </a:extLst>
          </p:cNvPr>
          <p:cNvSpPr txBox="1"/>
          <p:nvPr/>
        </p:nvSpPr>
        <p:spPr>
          <a:xfrm>
            <a:off x="378161" y="1161281"/>
            <a:ext cx="2196242" cy="758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lnSpc>
                <a:spcPct val="114000"/>
              </a:lnSpc>
            </a:pPr>
            <a:r>
              <a:rPr lang="ko-KR" altLang="en-US" sz="1969" spc="-49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끊임없는 혁신을 위한</a:t>
            </a:r>
            <a:endParaRPr lang="en-US" altLang="ko-KR" sz="1969" spc="-49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  <a:p>
            <a:pPr algn="l">
              <a:lnSpc>
                <a:spcPct val="114000"/>
              </a:lnSpc>
            </a:pPr>
            <a:r>
              <a:rPr lang="ko-KR" altLang="en-US" sz="1969" spc="-49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신 재생 에너지 개발</a:t>
            </a:r>
            <a:endParaRPr lang="en-US" sz="1969" spc="-49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786CE71-ABEC-69C6-043D-672E43898053}"/>
              </a:ext>
            </a:extLst>
          </p:cNvPr>
          <p:cNvSpPr/>
          <p:nvPr/>
        </p:nvSpPr>
        <p:spPr>
          <a:xfrm>
            <a:off x="498232" y="723750"/>
            <a:ext cx="322273" cy="32227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985" spc="25" dirty="0"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01</a:t>
            </a:r>
          </a:p>
        </p:txBody>
      </p:sp>
      <p:pic>
        <p:nvPicPr>
          <p:cNvPr id="8" name="Picture 2" descr="낮에는 흰색 콘크리트 건물">
            <a:extLst>
              <a:ext uri="{FF2B5EF4-FFF2-40B4-BE49-F238E27FC236}">
                <a16:creationId xmlns:a16="http://schemas.microsoft.com/office/drawing/2014/main" id="{F93736DE-D06C-4F56-1643-A5B4CCD3F53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1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27500"/>
          <a:stretch/>
        </p:blipFill>
        <p:spPr bwMode="auto">
          <a:xfrm>
            <a:off x="498231" y="3381504"/>
            <a:ext cx="3278950" cy="29071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B6B4E90-8FB5-A63F-BC01-F3B0674C814A}"/>
              </a:ext>
            </a:extLst>
          </p:cNvPr>
          <p:cNvSpPr txBox="1"/>
          <p:nvPr/>
        </p:nvSpPr>
        <p:spPr>
          <a:xfrm>
            <a:off x="378162" y="2056082"/>
            <a:ext cx="1189749" cy="2817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31" spc="-25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풍력 발전 에너지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3596C2E-5717-B61C-7FCA-DAF9B89EAFE4}"/>
              </a:ext>
            </a:extLst>
          </p:cNvPr>
          <p:cNvSpPr txBox="1"/>
          <p:nvPr/>
        </p:nvSpPr>
        <p:spPr>
          <a:xfrm>
            <a:off x="378161" y="2427751"/>
            <a:ext cx="1322798" cy="2817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31" spc="-25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태양광 </a:t>
            </a:r>
            <a:r>
              <a:rPr lang="ko-KR" altLang="en-US" sz="1231" spc="-25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발전 에너지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9F777FE-C99E-6CF5-2E6D-A2ECF41E0411}"/>
              </a:ext>
            </a:extLst>
          </p:cNvPr>
          <p:cNvSpPr txBox="1"/>
          <p:nvPr/>
        </p:nvSpPr>
        <p:spPr>
          <a:xfrm>
            <a:off x="378162" y="2799421"/>
            <a:ext cx="1189749" cy="2817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31" spc="-25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화학 발전 에너지</a:t>
            </a:r>
          </a:p>
        </p:txBody>
      </p: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110E5E13-8E49-B188-9277-EB3872F5ED55}"/>
              </a:ext>
            </a:extLst>
          </p:cNvPr>
          <p:cNvCxnSpPr>
            <a:cxnSpLocks/>
            <a:stCxn id="9" idx="3"/>
          </p:cNvCxnSpPr>
          <p:nvPr/>
        </p:nvCxnSpPr>
        <p:spPr>
          <a:xfrm>
            <a:off x="1567911" y="2196954"/>
            <a:ext cx="1885013" cy="1064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AE075820-914E-01AC-1DE1-19380585B94E}"/>
              </a:ext>
            </a:extLst>
          </p:cNvPr>
          <p:cNvSpPr txBox="1"/>
          <p:nvPr/>
        </p:nvSpPr>
        <p:spPr>
          <a:xfrm>
            <a:off x="3487259" y="2056082"/>
            <a:ext cx="370614" cy="2817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31" spc="-25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04</a:t>
            </a:r>
            <a:endParaRPr lang="ko-KR" altLang="en-US" sz="1231" spc="-25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85000"/>
                  <a:lumOff val="15000"/>
                  <a:alpha val="60000"/>
                </a:schemeClr>
              </a:solidFill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21B9B20-646F-F506-3C36-A0FD5EBE6EBA}"/>
              </a:ext>
            </a:extLst>
          </p:cNvPr>
          <p:cNvSpPr txBox="1"/>
          <p:nvPr/>
        </p:nvSpPr>
        <p:spPr>
          <a:xfrm>
            <a:off x="3493178" y="2427752"/>
            <a:ext cx="359394" cy="2817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31" spc="-25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07</a:t>
            </a:r>
            <a:endParaRPr lang="ko-KR" altLang="en-US" sz="1231" spc="-25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85000"/>
                  <a:lumOff val="15000"/>
                  <a:alpha val="60000"/>
                </a:schemeClr>
              </a:solidFill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E43FD9A-14A1-22B1-0ED3-47CFC1F075F5}"/>
              </a:ext>
            </a:extLst>
          </p:cNvPr>
          <p:cNvSpPr txBox="1"/>
          <p:nvPr/>
        </p:nvSpPr>
        <p:spPr>
          <a:xfrm>
            <a:off x="3488245" y="2799421"/>
            <a:ext cx="369012" cy="2817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31" spc="-25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09</a:t>
            </a:r>
            <a:endParaRPr lang="ko-KR" altLang="en-US" sz="1231" spc="-25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85000"/>
                  <a:lumOff val="15000"/>
                  <a:alpha val="60000"/>
                </a:schemeClr>
              </a:solidFill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37D098A2-0AD5-E558-383B-67DCBD890AB1}"/>
              </a:ext>
            </a:extLst>
          </p:cNvPr>
          <p:cNvCxnSpPr>
            <a:cxnSpLocks/>
            <a:stCxn id="10" idx="3"/>
          </p:cNvCxnSpPr>
          <p:nvPr/>
        </p:nvCxnSpPr>
        <p:spPr>
          <a:xfrm>
            <a:off x="1700959" y="2568623"/>
            <a:ext cx="1751964" cy="1064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직선 연결선 16">
            <a:extLst>
              <a:ext uri="{FF2B5EF4-FFF2-40B4-BE49-F238E27FC236}">
                <a16:creationId xmlns:a16="http://schemas.microsoft.com/office/drawing/2014/main" id="{5BF28AEA-7777-7D22-874B-F2C505DF48B0}"/>
              </a:ext>
            </a:extLst>
          </p:cNvPr>
          <p:cNvCxnSpPr>
            <a:cxnSpLocks/>
            <a:stCxn id="11" idx="3"/>
          </p:cNvCxnSpPr>
          <p:nvPr/>
        </p:nvCxnSpPr>
        <p:spPr>
          <a:xfrm>
            <a:off x="1567911" y="2940293"/>
            <a:ext cx="1885013" cy="1064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85E375A5-87DB-7D56-005B-8934FB31F2C1}"/>
              </a:ext>
            </a:extLst>
          </p:cNvPr>
          <p:cNvSpPr txBox="1"/>
          <p:nvPr/>
        </p:nvSpPr>
        <p:spPr>
          <a:xfrm>
            <a:off x="389139" y="135432"/>
            <a:ext cx="3425938" cy="2817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sz="1000" spc="-2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1pPr>
          </a:lstStyle>
          <a:p>
            <a:r>
              <a:rPr lang="ko-KR" altLang="en-US" sz="1231" dirty="0"/>
              <a:t>누구나 함께 누릴 수 </a:t>
            </a:r>
            <a:r>
              <a:rPr lang="ko-KR" altLang="en-US" sz="1231"/>
              <a:t>있는 에너지의 </a:t>
            </a:r>
            <a:r>
              <a:rPr lang="ko-KR" altLang="en-US" sz="1231" dirty="0"/>
              <a:t>리더가 되겠습니다</a:t>
            </a:r>
            <a:r>
              <a:rPr lang="en-US" altLang="ko-KR" sz="1231" dirty="0"/>
              <a:t>.</a:t>
            </a:r>
            <a:endParaRPr lang="ko-KR" altLang="en-US" sz="1231" dirty="0"/>
          </a:p>
        </p:txBody>
      </p:sp>
      <p:pic>
        <p:nvPicPr>
          <p:cNvPr id="19" name="그림 18" descr="컴퓨터 모니터 앞에서 웃고 있는 두 여자">
            <a:extLst>
              <a:ext uri="{FF2B5EF4-FFF2-40B4-BE49-F238E27FC236}">
                <a16:creationId xmlns:a16="http://schemas.microsoft.com/office/drawing/2014/main" id="{761C310E-3E90-90BE-866D-C14C363A1B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549"/>
          <a:stretch>
            <a:fillRect/>
          </a:stretch>
        </p:blipFill>
        <p:spPr bwMode="auto">
          <a:xfrm>
            <a:off x="8264395" y="3876276"/>
            <a:ext cx="3278945" cy="2445706"/>
          </a:xfrm>
          <a:custGeom>
            <a:avLst/>
            <a:gdLst>
              <a:gd name="connsiteX0" fmla="*/ 0 w 2664143"/>
              <a:gd name="connsiteY0" fmla="*/ 0 h 1987136"/>
              <a:gd name="connsiteX1" fmla="*/ 2664143 w 2664143"/>
              <a:gd name="connsiteY1" fmla="*/ 0 h 1987136"/>
              <a:gd name="connsiteX2" fmla="*/ 2664143 w 2664143"/>
              <a:gd name="connsiteY2" fmla="*/ 1987136 h 1987136"/>
              <a:gd name="connsiteX3" fmla="*/ 0 w 2664143"/>
              <a:gd name="connsiteY3" fmla="*/ 1987136 h 19871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664143" h="1987136">
                <a:moveTo>
                  <a:pt x="0" y="0"/>
                </a:moveTo>
                <a:lnTo>
                  <a:pt x="2664143" y="0"/>
                </a:lnTo>
                <a:lnTo>
                  <a:pt x="2664143" y="1987136"/>
                </a:lnTo>
                <a:lnTo>
                  <a:pt x="0" y="1987136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A7EEC86C-6327-052F-38B9-FCB157F3C324}"/>
              </a:ext>
            </a:extLst>
          </p:cNvPr>
          <p:cNvSpPr txBox="1"/>
          <p:nvPr/>
        </p:nvSpPr>
        <p:spPr>
          <a:xfrm>
            <a:off x="8150113" y="1379564"/>
            <a:ext cx="2249270" cy="758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lnSpc>
                <a:spcPct val="114000"/>
              </a:lnSpc>
            </a:pPr>
            <a:r>
              <a:rPr lang="ko-KR" altLang="en-US" sz="1969" spc="-49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인류의 더 나은 친환경</a:t>
            </a:r>
            <a:endParaRPr lang="en-US" altLang="ko-KR" sz="1969" spc="-49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  <a:p>
            <a:pPr algn="l">
              <a:lnSpc>
                <a:spcPct val="114000"/>
              </a:lnSpc>
            </a:pPr>
            <a:r>
              <a:rPr lang="ko-KR" altLang="en-US" sz="1969" spc="-49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미래를 개발하는 회사</a:t>
            </a:r>
            <a:endParaRPr lang="en-US" sz="1969" spc="-49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882C50FA-9D2F-037C-8333-6768249AD954}"/>
              </a:ext>
            </a:extLst>
          </p:cNvPr>
          <p:cNvSpPr/>
          <p:nvPr/>
        </p:nvSpPr>
        <p:spPr>
          <a:xfrm>
            <a:off x="8270184" y="942033"/>
            <a:ext cx="322273" cy="32227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985" spc="25" dirty="0"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05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539C6CB-4D54-204E-DA4A-28E57C94CB2A}"/>
              </a:ext>
            </a:extLst>
          </p:cNvPr>
          <p:cNvSpPr txBox="1"/>
          <p:nvPr/>
        </p:nvSpPr>
        <p:spPr>
          <a:xfrm>
            <a:off x="8160562" y="2266284"/>
            <a:ext cx="1625766" cy="2817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31" spc="-25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현재 보유중인 선박 종류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5644C1A-6B2A-28A3-C6EE-3E0A99506791}"/>
              </a:ext>
            </a:extLst>
          </p:cNvPr>
          <p:cNvSpPr txBox="1"/>
          <p:nvPr/>
        </p:nvSpPr>
        <p:spPr>
          <a:xfrm>
            <a:off x="8160563" y="2631685"/>
            <a:ext cx="1832553" cy="2817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31" spc="-25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각 나라별 운송 및 사업 현황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91B42A3-1A55-A780-C762-2ABB728BB153}"/>
              </a:ext>
            </a:extLst>
          </p:cNvPr>
          <p:cNvSpPr txBox="1"/>
          <p:nvPr/>
        </p:nvSpPr>
        <p:spPr>
          <a:xfrm>
            <a:off x="11255043" y="2266284"/>
            <a:ext cx="373820" cy="2817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31" spc="-25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44</a:t>
            </a:r>
            <a:endParaRPr lang="ko-KR" altLang="en-US" sz="1231" spc="-25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85000"/>
                  <a:lumOff val="15000"/>
                  <a:alpha val="60000"/>
                </a:schemeClr>
              </a:solidFill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E5263BA-6F80-C8EB-D424-A12BFD97D2B7}"/>
              </a:ext>
            </a:extLst>
          </p:cNvPr>
          <p:cNvSpPr txBox="1"/>
          <p:nvPr/>
        </p:nvSpPr>
        <p:spPr>
          <a:xfrm>
            <a:off x="11257016" y="2631685"/>
            <a:ext cx="372218" cy="2817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31" spc="-25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48</a:t>
            </a:r>
            <a:endParaRPr lang="ko-KR" altLang="en-US" sz="1231" spc="-25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85000"/>
                  <a:lumOff val="15000"/>
                  <a:alpha val="60000"/>
                </a:schemeClr>
              </a:solidFill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79381376-6CB2-D469-D54D-82E017CF2A30}"/>
              </a:ext>
            </a:extLst>
          </p:cNvPr>
          <p:cNvCxnSpPr>
            <a:cxnSpLocks/>
          </p:cNvCxnSpPr>
          <p:nvPr/>
        </p:nvCxnSpPr>
        <p:spPr>
          <a:xfrm flipV="1">
            <a:off x="9826502" y="2417804"/>
            <a:ext cx="1469590" cy="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2FF68AE9-1C5E-3C95-5B80-5A03B021E353}"/>
              </a:ext>
            </a:extLst>
          </p:cNvPr>
          <p:cNvCxnSpPr>
            <a:cxnSpLocks/>
          </p:cNvCxnSpPr>
          <p:nvPr/>
        </p:nvCxnSpPr>
        <p:spPr>
          <a:xfrm>
            <a:off x="10032082" y="2780073"/>
            <a:ext cx="1264011" cy="6266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65E915F8-1043-59F1-7256-9FFE7976E485}"/>
              </a:ext>
            </a:extLst>
          </p:cNvPr>
          <p:cNvSpPr txBox="1"/>
          <p:nvPr/>
        </p:nvSpPr>
        <p:spPr>
          <a:xfrm>
            <a:off x="8163041" y="2997086"/>
            <a:ext cx="1928733" cy="2817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31" spc="-25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국제 환경보전 기구 이례 사항</a:t>
            </a:r>
            <a:endParaRPr lang="ko-KR" altLang="en-US" sz="1231" spc="-25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85000"/>
                  <a:lumOff val="15000"/>
                  <a:alpha val="60000"/>
                </a:schemeClr>
              </a:solidFill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AA2C14C-28C6-2B61-2F55-2176F33B7F2A}"/>
              </a:ext>
            </a:extLst>
          </p:cNvPr>
          <p:cNvSpPr txBox="1"/>
          <p:nvPr/>
        </p:nvSpPr>
        <p:spPr>
          <a:xfrm>
            <a:off x="8163041" y="3362488"/>
            <a:ext cx="2231701" cy="2817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31" spc="-25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현재 등록되어 있는 환경 보호 기전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C44C12F-C7F6-BC4A-39F6-B0D40861C10F}"/>
              </a:ext>
            </a:extLst>
          </p:cNvPr>
          <p:cNvSpPr txBox="1"/>
          <p:nvPr/>
        </p:nvSpPr>
        <p:spPr>
          <a:xfrm>
            <a:off x="11288582" y="2997086"/>
            <a:ext cx="341760" cy="2817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31" spc="-25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51</a:t>
            </a:r>
            <a:endParaRPr lang="ko-KR" altLang="en-US" sz="1231" spc="-25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85000"/>
                  <a:lumOff val="15000"/>
                  <a:alpha val="60000"/>
                </a:schemeClr>
              </a:solidFill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009BBBE-8E77-4A1C-55C3-1E649489EB6B}"/>
              </a:ext>
            </a:extLst>
          </p:cNvPr>
          <p:cNvSpPr txBox="1"/>
          <p:nvPr/>
        </p:nvSpPr>
        <p:spPr>
          <a:xfrm>
            <a:off x="11260961" y="3362488"/>
            <a:ext cx="370614" cy="2817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31" spc="-25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53</a:t>
            </a:r>
            <a:endParaRPr lang="ko-KR" altLang="en-US" sz="1231" spc="-25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85000"/>
                  <a:lumOff val="15000"/>
                  <a:alpha val="60000"/>
                </a:schemeClr>
              </a:solidFill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cxnSp>
        <p:nvCxnSpPr>
          <p:cNvPr id="32" name="직선 연결선 31">
            <a:extLst>
              <a:ext uri="{FF2B5EF4-FFF2-40B4-BE49-F238E27FC236}">
                <a16:creationId xmlns:a16="http://schemas.microsoft.com/office/drawing/2014/main" id="{404274F4-108B-F92B-EC4F-9C41FC953881}"/>
              </a:ext>
            </a:extLst>
          </p:cNvPr>
          <p:cNvCxnSpPr>
            <a:cxnSpLocks/>
          </p:cNvCxnSpPr>
          <p:nvPr/>
        </p:nvCxnSpPr>
        <p:spPr>
          <a:xfrm flipV="1">
            <a:off x="10131232" y="3145472"/>
            <a:ext cx="1167338" cy="627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64695E47-CCDD-156D-F5ED-AE610BA80C8E}"/>
              </a:ext>
            </a:extLst>
          </p:cNvPr>
          <p:cNvCxnSpPr>
            <a:cxnSpLocks/>
          </p:cNvCxnSpPr>
          <p:nvPr/>
        </p:nvCxnSpPr>
        <p:spPr>
          <a:xfrm flipV="1">
            <a:off x="10433484" y="3514008"/>
            <a:ext cx="865086" cy="2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657976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A32A7CF-F874-3323-8570-CAFBAFEF3E59}"/>
              </a:ext>
            </a:extLst>
          </p:cNvPr>
          <p:cNvSpPr txBox="1"/>
          <p:nvPr/>
        </p:nvSpPr>
        <p:spPr>
          <a:xfrm>
            <a:off x="2333542" y="1073742"/>
            <a:ext cx="7651782" cy="859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40000"/>
              </a:lnSpc>
            </a:pPr>
            <a:r>
              <a:rPr lang="ko-KR" altLang="en-US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인류의 더 나은 친환경 미래를 위하여 전세계적으로 신재생에너지 개발에 대한 관심이 높아지고 있습니다</a:t>
            </a:r>
            <a:r>
              <a:rPr lang="en-US" altLang="ko-KR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. </a:t>
            </a:r>
            <a:r>
              <a:rPr lang="ko-KR" altLang="en-US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글로벌 </a:t>
            </a:r>
            <a:r>
              <a:rPr lang="ko-KR" altLang="en-US" sz="1231" spc="-74" dirty="0" err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신생재에너지</a:t>
            </a:r>
            <a:r>
              <a:rPr lang="ko-KR" altLang="en-US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시장은 </a:t>
            </a:r>
            <a:r>
              <a:rPr lang="en-US" altLang="ko-KR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2021</a:t>
            </a:r>
            <a:r>
              <a:rPr lang="ko-KR" altLang="en-US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년에 </a:t>
            </a:r>
            <a:r>
              <a:rPr lang="en-US" altLang="ko-KR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8,817</a:t>
            </a:r>
            <a:r>
              <a:rPr lang="ko-KR" altLang="en-US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억 달러 규모로 매년 </a:t>
            </a:r>
            <a:r>
              <a:rPr lang="en-US" altLang="ko-KR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8.5%</a:t>
            </a:r>
            <a:r>
              <a:rPr lang="ko-KR" altLang="en-US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씩 급속히 성장하여 </a:t>
            </a:r>
            <a:r>
              <a:rPr lang="en-US" altLang="ko-KR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2030</a:t>
            </a:r>
            <a:r>
              <a:rPr lang="ko-KR" altLang="en-US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년에는 </a:t>
            </a:r>
            <a:r>
              <a:rPr lang="en-US" altLang="ko-KR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1</a:t>
            </a:r>
            <a:r>
              <a:rPr lang="ko-KR" altLang="en-US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조 </a:t>
            </a:r>
            <a:r>
              <a:rPr lang="en-US" altLang="ko-KR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3</a:t>
            </a:r>
            <a:r>
              <a:rPr lang="ko-KR" altLang="en-US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천억 달러에 이를 것으로 전망됩니다</a:t>
            </a:r>
            <a:r>
              <a:rPr lang="en-US" altLang="ko-KR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. </a:t>
            </a:r>
            <a:r>
              <a:rPr lang="ko-KR" altLang="en-US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저희는 이러한 신재생에너지 흐름속에서 대한민국에 신재생에너지 강국이라는 이념을 실현하고자 다양한 사업을 개발</a:t>
            </a:r>
            <a:r>
              <a:rPr lang="en-US" altLang="ko-KR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, </a:t>
            </a:r>
            <a:r>
              <a:rPr lang="ko-KR" altLang="en-US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운영하고 있습니다</a:t>
            </a:r>
            <a:r>
              <a:rPr lang="en-US" altLang="ko-KR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.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FDE27D4-3E2B-D838-7BF1-FB6358B84D85}"/>
              </a:ext>
            </a:extLst>
          </p:cNvPr>
          <p:cNvSpPr txBox="1"/>
          <p:nvPr/>
        </p:nvSpPr>
        <p:spPr>
          <a:xfrm>
            <a:off x="2875636" y="484129"/>
            <a:ext cx="5051126" cy="48154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lnSpc>
                <a:spcPct val="110000"/>
              </a:lnSpc>
            </a:pPr>
            <a:r>
              <a:rPr lang="ko-KR" altLang="en-US" sz="2462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끊임없는 혁신을 위한</a:t>
            </a:r>
            <a:r>
              <a:rPr lang="en-US" altLang="ko-KR" sz="2462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 </a:t>
            </a:r>
            <a:r>
              <a:rPr lang="ko-KR" altLang="en-US" sz="2462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신 재생 에너지 개발</a:t>
            </a:r>
            <a:endParaRPr lang="en-US" sz="2462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DF6D0058-49F9-10EE-8C0A-2C7FCED44ACE}"/>
              </a:ext>
            </a:extLst>
          </p:cNvPr>
          <p:cNvSpPr/>
          <p:nvPr/>
        </p:nvSpPr>
        <p:spPr>
          <a:xfrm>
            <a:off x="2452362" y="567608"/>
            <a:ext cx="354501" cy="35450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231" spc="25" dirty="0">
                <a:latin typeface="Montserrat ExtraBold" panose="00000900000000000000" pitchFamily="2" charset="0"/>
              </a:rPr>
              <a:t>01</a:t>
            </a:r>
          </a:p>
        </p:txBody>
      </p:sp>
      <p:pic>
        <p:nvPicPr>
          <p:cNvPr id="5" name="그림 4" descr="전구에 떨어지는 물">
            <a:extLst>
              <a:ext uri="{FF2B5EF4-FFF2-40B4-BE49-F238E27FC236}">
                <a16:creationId xmlns:a16="http://schemas.microsoft.com/office/drawing/2014/main" id="{94DB28CA-7411-9A60-8DA9-F1A256FF214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94" t="23498"/>
          <a:stretch/>
        </p:blipFill>
        <p:spPr bwMode="auto">
          <a:xfrm>
            <a:off x="7600258" y="2157779"/>
            <a:ext cx="2297441" cy="2734609"/>
          </a:xfrm>
          <a:custGeom>
            <a:avLst/>
            <a:gdLst>
              <a:gd name="connsiteX0" fmla="*/ 0 w 1935761"/>
              <a:gd name="connsiteY0" fmla="*/ 0 h 2304107"/>
              <a:gd name="connsiteX1" fmla="*/ 1935761 w 1935761"/>
              <a:gd name="connsiteY1" fmla="*/ 0 h 2304107"/>
              <a:gd name="connsiteX2" fmla="*/ 1935761 w 1935761"/>
              <a:gd name="connsiteY2" fmla="*/ 2304107 h 2304107"/>
              <a:gd name="connsiteX3" fmla="*/ 0 w 1935761"/>
              <a:gd name="connsiteY3" fmla="*/ 2304107 h 23041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35761" h="2304107">
                <a:moveTo>
                  <a:pt x="0" y="0"/>
                </a:moveTo>
                <a:lnTo>
                  <a:pt x="1935761" y="0"/>
                </a:lnTo>
                <a:lnTo>
                  <a:pt x="1935761" y="2304107"/>
                </a:lnTo>
                <a:lnTo>
                  <a:pt x="0" y="2304107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그림 5" descr="낮 사진 촬영 중 흰색과 회색 콘크리트 구조 아래에 있는 사람">
            <a:extLst>
              <a:ext uri="{FF2B5EF4-FFF2-40B4-BE49-F238E27FC236}">
                <a16:creationId xmlns:a16="http://schemas.microsoft.com/office/drawing/2014/main" id="{9DD6CE60-77E4-F33A-6AFD-9A822BCAB6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67" t="3475" b="1600"/>
          <a:stretch>
            <a:fillRect/>
          </a:stretch>
        </p:blipFill>
        <p:spPr bwMode="auto">
          <a:xfrm>
            <a:off x="5026310" y="2157780"/>
            <a:ext cx="2297441" cy="2734609"/>
          </a:xfrm>
          <a:custGeom>
            <a:avLst/>
            <a:gdLst>
              <a:gd name="connsiteX0" fmla="*/ 0 w 1935761"/>
              <a:gd name="connsiteY0" fmla="*/ 0 h 2304107"/>
              <a:gd name="connsiteX1" fmla="*/ 1935761 w 1935761"/>
              <a:gd name="connsiteY1" fmla="*/ 0 h 2304107"/>
              <a:gd name="connsiteX2" fmla="*/ 1935761 w 1935761"/>
              <a:gd name="connsiteY2" fmla="*/ 2304107 h 2304107"/>
              <a:gd name="connsiteX3" fmla="*/ 0 w 1935761"/>
              <a:gd name="connsiteY3" fmla="*/ 2304107 h 23041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35761" h="2304107">
                <a:moveTo>
                  <a:pt x="0" y="0"/>
                </a:moveTo>
                <a:lnTo>
                  <a:pt x="1935761" y="0"/>
                </a:lnTo>
                <a:lnTo>
                  <a:pt x="1935761" y="2304107"/>
                </a:lnTo>
                <a:lnTo>
                  <a:pt x="0" y="2304107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그림 6" descr="낮에는 세 개의 흰색 풍차가 있습니다.">
            <a:extLst>
              <a:ext uri="{FF2B5EF4-FFF2-40B4-BE49-F238E27FC236}">
                <a16:creationId xmlns:a16="http://schemas.microsoft.com/office/drawing/2014/main" id="{94302B0B-A54F-5770-8607-F0B9DDF8C8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51" t="6229" b="6672"/>
          <a:stretch>
            <a:fillRect/>
          </a:stretch>
        </p:blipFill>
        <p:spPr bwMode="auto">
          <a:xfrm>
            <a:off x="2452363" y="2157782"/>
            <a:ext cx="2297441" cy="2734609"/>
          </a:xfrm>
          <a:custGeom>
            <a:avLst/>
            <a:gdLst>
              <a:gd name="connsiteX0" fmla="*/ 0 w 1935761"/>
              <a:gd name="connsiteY0" fmla="*/ 0 h 2304107"/>
              <a:gd name="connsiteX1" fmla="*/ 1935761 w 1935761"/>
              <a:gd name="connsiteY1" fmla="*/ 0 h 2304107"/>
              <a:gd name="connsiteX2" fmla="*/ 1935761 w 1935761"/>
              <a:gd name="connsiteY2" fmla="*/ 2304107 h 2304107"/>
              <a:gd name="connsiteX3" fmla="*/ 0 w 1935761"/>
              <a:gd name="connsiteY3" fmla="*/ 2304107 h 23041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35761" h="2304107">
                <a:moveTo>
                  <a:pt x="0" y="0"/>
                </a:moveTo>
                <a:lnTo>
                  <a:pt x="1935761" y="0"/>
                </a:lnTo>
                <a:lnTo>
                  <a:pt x="1935761" y="2304107"/>
                </a:lnTo>
                <a:lnTo>
                  <a:pt x="0" y="2304107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34D5575-D833-F1A5-2413-9633DA5A09C4}"/>
              </a:ext>
            </a:extLst>
          </p:cNvPr>
          <p:cNvSpPr txBox="1"/>
          <p:nvPr/>
        </p:nvSpPr>
        <p:spPr>
          <a:xfrm>
            <a:off x="2334186" y="5076629"/>
            <a:ext cx="781624" cy="3064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lnSpc>
                <a:spcPct val="110000"/>
              </a:lnSpc>
            </a:pPr>
            <a:r>
              <a:rPr lang="ko-KR" altLang="en-US" sz="1354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풍력 발전</a:t>
            </a:r>
            <a:endParaRPr lang="en-US" sz="1354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E3D93705-3966-E6E1-0B5A-231345DCF5A1}"/>
              </a:ext>
            </a:extLst>
          </p:cNvPr>
          <p:cNvCxnSpPr>
            <a:cxnSpLocks/>
          </p:cNvCxnSpPr>
          <p:nvPr/>
        </p:nvCxnSpPr>
        <p:spPr>
          <a:xfrm flipV="1">
            <a:off x="2452362" y="5489789"/>
            <a:ext cx="2299569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363C4589-B885-59F6-B649-A7F7E55EB838}"/>
              </a:ext>
            </a:extLst>
          </p:cNvPr>
          <p:cNvSpPr txBox="1"/>
          <p:nvPr/>
        </p:nvSpPr>
        <p:spPr>
          <a:xfrm>
            <a:off x="4903204" y="5076629"/>
            <a:ext cx="922817" cy="3064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lnSpc>
                <a:spcPct val="110000"/>
              </a:lnSpc>
            </a:pPr>
            <a:r>
              <a:rPr lang="ko-KR" altLang="en-US" sz="1354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태양광 발전</a:t>
            </a:r>
            <a:endParaRPr lang="en-US" sz="1354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98D96340-1929-2F0D-171A-E79F53A28F8C}"/>
              </a:ext>
            </a:extLst>
          </p:cNvPr>
          <p:cNvCxnSpPr>
            <a:cxnSpLocks/>
          </p:cNvCxnSpPr>
          <p:nvPr/>
        </p:nvCxnSpPr>
        <p:spPr>
          <a:xfrm flipV="1">
            <a:off x="5026310" y="5489789"/>
            <a:ext cx="2299569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12828CCC-EC62-409F-DC40-43DF33AE597D}"/>
              </a:ext>
            </a:extLst>
          </p:cNvPr>
          <p:cNvSpPr txBox="1"/>
          <p:nvPr/>
        </p:nvSpPr>
        <p:spPr>
          <a:xfrm>
            <a:off x="7457867" y="5076629"/>
            <a:ext cx="781624" cy="3064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lnSpc>
                <a:spcPct val="110000"/>
              </a:lnSpc>
            </a:pPr>
            <a:r>
              <a:rPr lang="ko-KR" altLang="en-US" sz="1354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수력 발전</a:t>
            </a:r>
            <a:endParaRPr lang="en-US" sz="1354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5FE52C35-3DE7-95F9-DBE8-0ABBF6A5392B}"/>
              </a:ext>
            </a:extLst>
          </p:cNvPr>
          <p:cNvCxnSpPr>
            <a:cxnSpLocks/>
          </p:cNvCxnSpPr>
          <p:nvPr/>
        </p:nvCxnSpPr>
        <p:spPr>
          <a:xfrm flipV="1">
            <a:off x="7598129" y="5489789"/>
            <a:ext cx="2299569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EFB17457-8525-2F38-1AFB-5F9F006CEC71}"/>
              </a:ext>
            </a:extLst>
          </p:cNvPr>
          <p:cNvSpPr txBox="1"/>
          <p:nvPr/>
        </p:nvSpPr>
        <p:spPr>
          <a:xfrm>
            <a:off x="2333543" y="5599824"/>
            <a:ext cx="2418389" cy="6895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108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8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풍력 사업에 대한 적극적인 투자를 통해 전남 신안군 </a:t>
            </a:r>
            <a:r>
              <a:rPr lang="ko-KR" altLang="en-US" sz="1108" spc="-74" dirty="0" err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8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안좌도에</a:t>
            </a:r>
            <a:r>
              <a:rPr lang="ko-KR" altLang="en-US" sz="1108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8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태양광 발전 </a:t>
            </a:r>
            <a:r>
              <a:rPr lang="en-US" altLang="ko-KR" sz="1108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8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288MW</a:t>
            </a:r>
            <a:r>
              <a:rPr lang="ko-KR" altLang="en-US" sz="1108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8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를 준공 완료하여 </a:t>
            </a:r>
            <a:r>
              <a:rPr lang="ko-KR" altLang="en-US" sz="1108" spc="-74" dirty="0" err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8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상업전운</a:t>
            </a:r>
            <a:r>
              <a:rPr lang="ko-KR" altLang="en-US" sz="1108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8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개시 중입니다</a:t>
            </a:r>
            <a:r>
              <a:rPr lang="en-US" altLang="ko-KR" sz="1108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8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663CEF7-C978-23E8-4915-96CEFDA33CEF}"/>
              </a:ext>
            </a:extLst>
          </p:cNvPr>
          <p:cNvSpPr txBox="1"/>
          <p:nvPr/>
        </p:nvSpPr>
        <p:spPr>
          <a:xfrm>
            <a:off x="4904617" y="5599824"/>
            <a:ext cx="2510577" cy="6895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108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8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일련의 발전사업 개발체계를 구축하여 신안 지역에 국내 최대 규모 </a:t>
            </a:r>
            <a:r>
              <a:rPr lang="en-US" altLang="ko-KR" sz="1108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8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96MW ESS </a:t>
            </a:r>
            <a:r>
              <a:rPr lang="ko-KR" altLang="en-US" sz="1108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8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연계 태양광 발전소를 건설하였습니다</a:t>
            </a:r>
            <a:r>
              <a:rPr lang="en-US" altLang="ko-KR" sz="1108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8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7ACB391-1D00-A332-DE1C-6B66921557EA}"/>
              </a:ext>
            </a:extLst>
          </p:cNvPr>
          <p:cNvSpPr txBox="1"/>
          <p:nvPr/>
        </p:nvSpPr>
        <p:spPr>
          <a:xfrm>
            <a:off x="7473498" y="5599824"/>
            <a:ext cx="2600143" cy="6895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108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8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전통적인 에너지원이 수력발전은 기력과 원자력에 밀리고는 있으나 영농</a:t>
            </a:r>
            <a:r>
              <a:rPr lang="en-US" altLang="ko-KR" sz="1108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8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·</a:t>
            </a:r>
            <a:r>
              <a:rPr lang="ko-KR" altLang="en-US" sz="1108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8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치수</a:t>
            </a:r>
            <a:r>
              <a:rPr lang="en-US" altLang="ko-KR" sz="1108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8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·</a:t>
            </a:r>
            <a:r>
              <a:rPr lang="ko-KR" altLang="en-US" sz="1108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8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용수원 등 </a:t>
            </a:r>
            <a:r>
              <a:rPr lang="ko-KR" altLang="en-US" sz="1108" spc="-74" dirty="0" err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8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다목적적인</a:t>
            </a:r>
            <a:r>
              <a:rPr lang="ko-KR" altLang="en-US" sz="1108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8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효용 때문에 그 중요성은 여전하다</a:t>
            </a:r>
            <a:r>
              <a:rPr lang="en-US" altLang="ko-KR" sz="1108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8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2880059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>
            <a:extLst>
              <a:ext uri="{FF2B5EF4-FFF2-40B4-BE49-F238E27FC236}">
                <a16:creationId xmlns:a16="http://schemas.microsoft.com/office/drawing/2014/main" id="{CF9792FC-66BD-D42A-1E4E-5321066C72E8}"/>
              </a:ext>
            </a:extLst>
          </p:cNvPr>
          <p:cNvGrpSpPr/>
          <p:nvPr/>
        </p:nvGrpSpPr>
        <p:grpSpPr>
          <a:xfrm>
            <a:off x="1153019" y="-51195"/>
            <a:ext cx="5421374" cy="481542"/>
            <a:chOff x="404813" y="6002926"/>
            <a:chExt cx="4404866" cy="391253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93FFE738-B727-09D9-731D-43B641CAF239}"/>
                </a:ext>
              </a:extLst>
            </p:cNvPr>
            <p:cNvSpPr txBox="1"/>
            <p:nvPr/>
          </p:nvSpPr>
          <p:spPr>
            <a:xfrm>
              <a:off x="748723" y="6002926"/>
              <a:ext cx="4060956" cy="39125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>
                <a:lnSpc>
                  <a:spcPct val="110000"/>
                </a:lnSpc>
              </a:pPr>
              <a:r>
                <a:rPr lang="ko-KR" altLang="en-US" sz="2462" spc="-74" dirty="0" err="1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경쟁력있는</a:t>
              </a:r>
              <a:r>
                <a:rPr lang="ko-KR" altLang="en-US" sz="2462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 해운사로의 발돋움</a:t>
              </a:r>
              <a:r>
                <a:rPr lang="en-US" altLang="ko-KR" sz="2462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, </a:t>
              </a:r>
              <a:r>
                <a:rPr lang="ko-KR" altLang="en-US" sz="2462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해운 사업</a:t>
              </a:r>
              <a:endParaRPr lang="en-US" sz="2462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897B7DC7-7201-734D-EC6B-566E4C6BD49C}"/>
                </a:ext>
              </a:extLst>
            </p:cNvPr>
            <p:cNvSpPr/>
            <p:nvPr/>
          </p:nvSpPr>
          <p:spPr>
            <a:xfrm>
              <a:off x="404813" y="6070753"/>
              <a:ext cx="288032" cy="288032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en-US" sz="1231" spc="25" dirty="0">
                  <a:latin typeface="Montserrat ExtraBold" panose="00000900000000000000" pitchFamily="2" charset="0"/>
                </a:rPr>
                <a:t>02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B9541D26-0031-3700-7058-52ED68AF25E2}"/>
              </a:ext>
            </a:extLst>
          </p:cNvPr>
          <p:cNvSpPr txBox="1"/>
          <p:nvPr/>
        </p:nvSpPr>
        <p:spPr>
          <a:xfrm>
            <a:off x="1034199" y="546206"/>
            <a:ext cx="7651782" cy="859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40000"/>
              </a:lnSpc>
            </a:pPr>
            <a:r>
              <a:rPr lang="ko-KR" altLang="en-US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우리의 석탄은 우리의 손으로 운반한다 ’는 모토로 </a:t>
            </a:r>
            <a:r>
              <a:rPr lang="en-US" altLang="ko-KR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CAPE SIZE </a:t>
            </a:r>
            <a:r>
              <a:rPr lang="ko-KR" altLang="en-US" sz="1231" spc="-74" dirty="0" err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벌크선</a:t>
            </a:r>
            <a:r>
              <a:rPr lang="ko-KR" altLang="en-US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</a:t>
            </a:r>
            <a:r>
              <a:rPr lang="en-US" altLang="ko-KR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2</a:t>
            </a:r>
            <a:r>
              <a:rPr lang="ko-KR" altLang="en-US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척을 현대중공업에서 건조하며</a:t>
            </a:r>
            <a:r>
              <a:rPr lang="en-US" altLang="ko-KR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, 2009</a:t>
            </a:r>
            <a:r>
              <a:rPr lang="ko-KR" altLang="en-US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년 자회사 코리안</a:t>
            </a:r>
            <a:r>
              <a:rPr lang="en-US" altLang="ko-KR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</a:t>
            </a:r>
            <a:r>
              <a:rPr lang="ko-KR" altLang="en-US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해운을 설립하였습니다</a:t>
            </a:r>
            <a:r>
              <a:rPr lang="en-US" altLang="ko-KR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. </a:t>
            </a:r>
            <a:r>
              <a:rPr lang="ko-KR" altLang="en-US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이후 에너지사업과의 시너지 효과를 발휘하여 한국전력공사</a:t>
            </a:r>
            <a:r>
              <a:rPr lang="en-US" altLang="ko-KR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, POSCO </a:t>
            </a:r>
            <a:r>
              <a:rPr lang="ko-KR" altLang="en-US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등 우량 화주와의 계약을 성공리에 수행함으로써 경쟁력 있는 해운사로 발돋움하였습니다</a:t>
            </a:r>
            <a:r>
              <a:rPr lang="en-US" altLang="ko-KR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.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BC18440A-B861-2BC4-0411-0A291FA6695A}"/>
              </a:ext>
            </a:extLst>
          </p:cNvPr>
          <p:cNvCxnSpPr>
            <a:cxnSpLocks/>
          </p:cNvCxnSpPr>
          <p:nvPr/>
        </p:nvCxnSpPr>
        <p:spPr>
          <a:xfrm flipV="1">
            <a:off x="1153020" y="1761247"/>
            <a:ext cx="3513082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DB20775F-E880-65D5-5475-47EE6D83A6C0}"/>
              </a:ext>
            </a:extLst>
          </p:cNvPr>
          <p:cNvCxnSpPr>
            <a:cxnSpLocks/>
          </p:cNvCxnSpPr>
          <p:nvPr/>
        </p:nvCxnSpPr>
        <p:spPr>
          <a:xfrm flipV="1">
            <a:off x="5085274" y="1761247"/>
            <a:ext cx="3513082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F575DF11-7C15-389A-8FB1-70DD8405D73E}"/>
              </a:ext>
            </a:extLst>
          </p:cNvPr>
          <p:cNvSpPr txBox="1"/>
          <p:nvPr/>
        </p:nvSpPr>
        <p:spPr>
          <a:xfrm>
            <a:off x="1034844" y="1949378"/>
            <a:ext cx="1005403" cy="3258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171450" indent="-171450">
              <a:lnSpc>
                <a:spcPct val="110000"/>
              </a:lnSpc>
              <a:buFont typeface="Wingdings" panose="05000000000000000000" pitchFamily="2" charset="2"/>
              <a:buChar char="§"/>
              <a:defRPr sz="1200" spc="-8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defRPr>
            </a:lvl1pPr>
          </a:lstStyle>
          <a:p>
            <a:r>
              <a:rPr lang="ko-KR" altLang="en-US" sz="1477"/>
              <a:t>자산 규모</a:t>
            </a:r>
            <a:endParaRPr lang="en-US" sz="1477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DF0B570-35FA-570E-5219-BC9B427B2D2E}"/>
              </a:ext>
            </a:extLst>
          </p:cNvPr>
          <p:cNvSpPr txBox="1"/>
          <p:nvPr/>
        </p:nvSpPr>
        <p:spPr>
          <a:xfrm>
            <a:off x="4967183" y="1949378"/>
            <a:ext cx="817531" cy="3258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171450" indent="-171450">
              <a:lnSpc>
                <a:spcPct val="110000"/>
              </a:lnSpc>
              <a:buFont typeface="Wingdings" panose="05000000000000000000" pitchFamily="2" charset="2"/>
              <a:buChar char="§"/>
              <a:defRPr sz="1200" spc="-8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defRPr>
            </a:lvl1pPr>
          </a:lstStyle>
          <a:p>
            <a:r>
              <a:rPr lang="ko-KR" altLang="en-US" sz="1477"/>
              <a:t>매출액</a:t>
            </a:r>
            <a:endParaRPr lang="en-US" sz="1477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C8A18C0-CE66-89FC-6D60-F8F21A962BCB}"/>
              </a:ext>
            </a:extLst>
          </p:cNvPr>
          <p:cNvSpPr txBox="1"/>
          <p:nvPr/>
        </p:nvSpPr>
        <p:spPr>
          <a:xfrm>
            <a:off x="2059282" y="1962479"/>
            <a:ext cx="910506" cy="28033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1108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8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[</a:t>
            </a:r>
            <a:r>
              <a:rPr lang="ko-KR" altLang="en-US" sz="1108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8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단위 </a:t>
            </a:r>
            <a:r>
              <a:rPr lang="en-US" altLang="ko-KR" sz="1108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8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: </a:t>
            </a:r>
            <a:r>
              <a:rPr lang="ko-KR" altLang="en-US" sz="1108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8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천억원</a:t>
            </a:r>
            <a:r>
              <a:rPr lang="en-US" altLang="ko-KR" sz="1108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8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]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ADE4E91-4AA2-C410-1D77-04A2DCD588D3}"/>
              </a:ext>
            </a:extLst>
          </p:cNvPr>
          <p:cNvSpPr txBox="1"/>
          <p:nvPr/>
        </p:nvSpPr>
        <p:spPr>
          <a:xfrm>
            <a:off x="5840297" y="1962479"/>
            <a:ext cx="910506" cy="28033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1108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8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[</a:t>
            </a:r>
            <a:r>
              <a:rPr lang="ko-KR" altLang="en-US" sz="1108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8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단위 </a:t>
            </a:r>
            <a:r>
              <a:rPr lang="en-US" altLang="ko-KR" sz="1108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8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: </a:t>
            </a:r>
            <a:r>
              <a:rPr lang="ko-KR" altLang="en-US" sz="1108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8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천억원</a:t>
            </a:r>
            <a:r>
              <a:rPr lang="en-US" altLang="ko-KR" sz="1108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8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]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1D06DD1C-769A-E168-DF1E-1DE2CF39E516}"/>
              </a:ext>
            </a:extLst>
          </p:cNvPr>
          <p:cNvSpPr/>
          <p:nvPr/>
        </p:nvSpPr>
        <p:spPr>
          <a:xfrm>
            <a:off x="8014884" y="2696189"/>
            <a:ext cx="174207" cy="131606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15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839951F-5BFD-4319-7F31-281826E123F0}"/>
              </a:ext>
            </a:extLst>
          </p:cNvPr>
          <p:cNvSpPr txBox="1"/>
          <p:nvPr/>
        </p:nvSpPr>
        <p:spPr>
          <a:xfrm>
            <a:off x="7845485" y="4065408"/>
            <a:ext cx="519693" cy="2809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108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Montserrat" panose="00000500000000000000" pitchFamily="2" charset="0"/>
                <a:ea typeface="Pretendard" panose="02000503000000020004" pitchFamily="50" charset="-127"/>
                <a:cs typeface="Pretendard" panose="02000503000000020004" pitchFamily="50" charset="-127"/>
              </a:rPr>
              <a:t>2023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AEFC01C-5273-50A7-95B5-8BEA797370FC}"/>
              </a:ext>
            </a:extLst>
          </p:cNvPr>
          <p:cNvSpPr txBox="1"/>
          <p:nvPr/>
        </p:nvSpPr>
        <p:spPr>
          <a:xfrm>
            <a:off x="7863920" y="2275929"/>
            <a:ext cx="482824" cy="30181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23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Montserrat SemiBold" panose="00000700000000000000" pitchFamily="2" charset="0"/>
                <a:ea typeface="Pretendard" panose="02000503000000020004" pitchFamily="50" charset="-127"/>
                <a:cs typeface="Pretendard" panose="02000503000000020004" pitchFamily="50" charset="-127"/>
              </a:rPr>
              <a:t>10.5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57F448EE-FC94-EBE9-4358-4A247CC05623}"/>
              </a:ext>
            </a:extLst>
          </p:cNvPr>
          <p:cNvSpPr/>
          <p:nvPr/>
        </p:nvSpPr>
        <p:spPr>
          <a:xfrm>
            <a:off x="7149530" y="2985783"/>
            <a:ext cx="174207" cy="1026466"/>
          </a:xfrm>
          <a:prstGeom prst="rect">
            <a:avLst/>
          </a:prstGeom>
          <a:solidFill>
            <a:schemeClr val="tx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15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9D44774-3E34-2C43-E805-201C2275799C}"/>
              </a:ext>
            </a:extLst>
          </p:cNvPr>
          <p:cNvSpPr txBox="1"/>
          <p:nvPr/>
        </p:nvSpPr>
        <p:spPr>
          <a:xfrm>
            <a:off x="6971603" y="4065408"/>
            <a:ext cx="519693" cy="2809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108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Montserrat" panose="00000500000000000000" pitchFamily="2" charset="0"/>
                <a:ea typeface="Pretendard" panose="02000503000000020004" pitchFamily="50" charset="-127"/>
                <a:cs typeface="Pretendard" panose="02000503000000020004" pitchFamily="50" charset="-127"/>
              </a:rPr>
              <a:t>2022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8732357-85C1-2705-354E-9FB336543027}"/>
              </a:ext>
            </a:extLst>
          </p:cNvPr>
          <p:cNvSpPr txBox="1"/>
          <p:nvPr/>
        </p:nvSpPr>
        <p:spPr>
          <a:xfrm>
            <a:off x="7031362" y="2572834"/>
            <a:ext cx="417101" cy="30181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23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Montserrat SemiBold" panose="00000700000000000000" pitchFamily="2" charset="0"/>
                <a:ea typeface="Pretendard" panose="02000503000000020004" pitchFamily="50" charset="-127"/>
                <a:cs typeface="Pretendard" panose="02000503000000020004" pitchFamily="50" charset="-127"/>
              </a:rPr>
              <a:t>8.3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6EFEB5F1-4506-94F7-59A6-4BDDAA695FFD}"/>
              </a:ext>
            </a:extLst>
          </p:cNvPr>
          <p:cNvSpPr/>
          <p:nvPr/>
        </p:nvSpPr>
        <p:spPr>
          <a:xfrm>
            <a:off x="6284179" y="2890885"/>
            <a:ext cx="174207" cy="1121365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15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2B9DB9F-8FA9-078A-DF23-A30D3154D3BC}"/>
              </a:ext>
            </a:extLst>
          </p:cNvPr>
          <p:cNvSpPr txBox="1"/>
          <p:nvPr/>
        </p:nvSpPr>
        <p:spPr>
          <a:xfrm>
            <a:off x="6126946" y="4065408"/>
            <a:ext cx="490839" cy="2809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108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Montserrat" panose="00000500000000000000" pitchFamily="2" charset="0"/>
                <a:ea typeface="Pretendard" panose="02000503000000020004" pitchFamily="50" charset="-127"/>
                <a:cs typeface="Pretendard" panose="02000503000000020004" pitchFamily="50" charset="-127"/>
              </a:rPr>
              <a:t>2021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8918FBA-E265-6545-088E-962D37DF5E53}"/>
              </a:ext>
            </a:extLst>
          </p:cNvPr>
          <p:cNvSpPr txBox="1"/>
          <p:nvPr/>
        </p:nvSpPr>
        <p:spPr>
          <a:xfrm>
            <a:off x="6167549" y="2476638"/>
            <a:ext cx="413895" cy="30181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23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Montserrat SemiBold" panose="00000700000000000000" pitchFamily="2" charset="0"/>
                <a:ea typeface="Pretendard" panose="02000503000000020004" pitchFamily="50" charset="-127"/>
                <a:cs typeface="Pretendard" panose="02000503000000020004" pitchFamily="50" charset="-127"/>
              </a:rPr>
              <a:t>9.2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8D393138-8896-6240-4F19-66329088C619}"/>
              </a:ext>
            </a:extLst>
          </p:cNvPr>
          <p:cNvSpPr/>
          <p:nvPr/>
        </p:nvSpPr>
        <p:spPr>
          <a:xfrm>
            <a:off x="5418828" y="3365189"/>
            <a:ext cx="174207" cy="647060"/>
          </a:xfrm>
          <a:prstGeom prst="rect">
            <a:avLst/>
          </a:prstGeom>
          <a:solidFill>
            <a:schemeClr val="tx1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15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BF60AD3-5EBB-8A7F-386A-D224C0FC45BA}"/>
              </a:ext>
            </a:extLst>
          </p:cNvPr>
          <p:cNvSpPr txBox="1"/>
          <p:nvPr/>
        </p:nvSpPr>
        <p:spPr>
          <a:xfrm>
            <a:off x="5239316" y="4065408"/>
            <a:ext cx="534121" cy="2809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108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Montserrat" panose="00000500000000000000" pitchFamily="2" charset="0"/>
                <a:ea typeface="Pretendard" panose="02000503000000020004" pitchFamily="50" charset="-127"/>
                <a:cs typeface="Pretendard" panose="02000503000000020004" pitchFamily="50" charset="-127"/>
              </a:rPr>
              <a:t>2020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921D4F2-F0B6-1ABB-C928-2F7F99C1C2BA}"/>
              </a:ext>
            </a:extLst>
          </p:cNvPr>
          <p:cNvSpPr txBox="1"/>
          <p:nvPr/>
        </p:nvSpPr>
        <p:spPr>
          <a:xfrm>
            <a:off x="5295468" y="2950832"/>
            <a:ext cx="415498" cy="30181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23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Montserrat SemiBold" panose="00000700000000000000" pitchFamily="2" charset="0"/>
                <a:ea typeface="Pretendard" panose="02000503000000020004" pitchFamily="50" charset="-127"/>
                <a:cs typeface="Pretendard" panose="02000503000000020004" pitchFamily="50" charset="-127"/>
              </a:rPr>
              <a:t>5.9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62CAB29E-8D0D-7F81-5537-3FB39398A333}"/>
              </a:ext>
            </a:extLst>
          </p:cNvPr>
          <p:cNvSpPr/>
          <p:nvPr/>
        </p:nvSpPr>
        <p:spPr>
          <a:xfrm>
            <a:off x="4122042" y="2890885"/>
            <a:ext cx="174207" cy="112136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15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DDDFAD4-9D09-4C85-C106-ED1C7F09162C}"/>
              </a:ext>
            </a:extLst>
          </p:cNvPr>
          <p:cNvSpPr txBox="1"/>
          <p:nvPr/>
        </p:nvSpPr>
        <p:spPr>
          <a:xfrm>
            <a:off x="3952643" y="4065408"/>
            <a:ext cx="519693" cy="2809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108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Montserrat" panose="00000500000000000000" pitchFamily="2" charset="0"/>
                <a:ea typeface="Pretendard" panose="02000503000000020004" pitchFamily="50" charset="-127"/>
                <a:cs typeface="Pretendard" panose="02000503000000020004" pitchFamily="50" charset="-127"/>
              </a:rPr>
              <a:t>2023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45C58E9-562F-DF6B-31D0-C41063CF04F3}"/>
              </a:ext>
            </a:extLst>
          </p:cNvPr>
          <p:cNvSpPr txBox="1"/>
          <p:nvPr/>
        </p:nvSpPr>
        <p:spPr>
          <a:xfrm>
            <a:off x="3971881" y="2479568"/>
            <a:ext cx="481222" cy="30181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23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Montserrat SemiBold" panose="00000700000000000000" pitchFamily="2" charset="0"/>
                <a:ea typeface="Pretendard" panose="02000503000000020004" pitchFamily="50" charset="-127"/>
                <a:cs typeface="Pretendard" panose="02000503000000020004" pitchFamily="50" charset="-127"/>
              </a:rPr>
              <a:t>10.2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4F98C1E0-1F92-D01B-A278-D754ED3E321A}"/>
              </a:ext>
            </a:extLst>
          </p:cNvPr>
          <p:cNvSpPr/>
          <p:nvPr/>
        </p:nvSpPr>
        <p:spPr>
          <a:xfrm>
            <a:off x="3256689" y="3139314"/>
            <a:ext cx="174207" cy="872935"/>
          </a:xfrm>
          <a:prstGeom prst="rect">
            <a:avLst/>
          </a:prstGeom>
          <a:solidFill>
            <a:schemeClr val="tx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15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236528E-2D2C-3AEC-2F9C-4A6CB4ED6EA5}"/>
              </a:ext>
            </a:extLst>
          </p:cNvPr>
          <p:cNvSpPr txBox="1"/>
          <p:nvPr/>
        </p:nvSpPr>
        <p:spPr>
          <a:xfrm>
            <a:off x="3078762" y="4065408"/>
            <a:ext cx="519693" cy="2809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108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Montserrat" panose="00000500000000000000" pitchFamily="2" charset="0"/>
                <a:ea typeface="Pretendard" panose="02000503000000020004" pitchFamily="50" charset="-127"/>
                <a:cs typeface="Pretendard" panose="02000503000000020004" pitchFamily="50" charset="-127"/>
              </a:rPr>
              <a:t>2022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D36CA49-FF91-6B11-A4A9-D2C6972E9A29}"/>
              </a:ext>
            </a:extLst>
          </p:cNvPr>
          <p:cNvSpPr txBox="1"/>
          <p:nvPr/>
        </p:nvSpPr>
        <p:spPr>
          <a:xfrm>
            <a:off x="3156956" y="2728046"/>
            <a:ext cx="380232" cy="30181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23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Montserrat SemiBold" panose="00000700000000000000" pitchFamily="2" charset="0"/>
                <a:ea typeface="Pretendard" panose="02000503000000020004" pitchFamily="50" charset="-127"/>
                <a:cs typeface="Pretendard" panose="02000503000000020004" pitchFamily="50" charset="-127"/>
              </a:rPr>
              <a:t>7.1</a:t>
            </a: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5621FE85-106E-172A-A6CD-88FDC39BE8CE}"/>
              </a:ext>
            </a:extLst>
          </p:cNvPr>
          <p:cNvSpPr/>
          <p:nvPr/>
        </p:nvSpPr>
        <p:spPr>
          <a:xfrm>
            <a:off x="2391337" y="3246075"/>
            <a:ext cx="174207" cy="766175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15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078EE98-09CE-2C05-450F-52368835F85B}"/>
              </a:ext>
            </a:extLst>
          </p:cNvPr>
          <p:cNvSpPr txBox="1"/>
          <p:nvPr/>
        </p:nvSpPr>
        <p:spPr>
          <a:xfrm>
            <a:off x="2234104" y="4065408"/>
            <a:ext cx="490839" cy="2809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108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Montserrat" panose="00000500000000000000" pitchFamily="2" charset="0"/>
                <a:ea typeface="Pretendard" panose="02000503000000020004" pitchFamily="50" charset="-127"/>
                <a:cs typeface="Pretendard" panose="02000503000000020004" pitchFamily="50" charset="-127"/>
              </a:rPr>
              <a:t>2021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443EEF5-4177-5CB4-713A-9517D385534A}"/>
              </a:ext>
            </a:extLst>
          </p:cNvPr>
          <p:cNvSpPr txBox="1"/>
          <p:nvPr/>
        </p:nvSpPr>
        <p:spPr>
          <a:xfrm>
            <a:off x="2269097" y="2834258"/>
            <a:ext cx="425116" cy="30181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23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Montserrat SemiBold" panose="00000700000000000000" pitchFamily="2" charset="0"/>
                <a:ea typeface="Pretendard" panose="02000503000000020004" pitchFamily="50" charset="-127"/>
                <a:cs typeface="Pretendard" panose="02000503000000020004" pitchFamily="50" charset="-127"/>
              </a:rPr>
              <a:t>6.8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DF90E414-92A7-4FF4-5EC0-678420CE55C7}"/>
              </a:ext>
            </a:extLst>
          </p:cNvPr>
          <p:cNvSpPr/>
          <p:nvPr/>
        </p:nvSpPr>
        <p:spPr>
          <a:xfrm>
            <a:off x="1525986" y="3759690"/>
            <a:ext cx="174207" cy="252559"/>
          </a:xfrm>
          <a:prstGeom prst="rect">
            <a:avLst/>
          </a:prstGeom>
          <a:solidFill>
            <a:schemeClr val="tx1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15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C82277F-514A-C828-BCA2-8C1A217AA4A6}"/>
              </a:ext>
            </a:extLst>
          </p:cNvPr>
          <p:cNvSpPr txBox="1"/>
          <p:nvPr/>
        </p:nvSpPr>
        <p:spPr>
          <a:xfrm>
            <a:off x="1346474" y="4065408"/>
            <a:ext cx="534121" cy="2809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108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Montserrat" panose="00000500000000000000" pitchFamily="2" charset="0"/>
                <a:ea typeface="Pretendard" panose="02000503000000020004" pitchFamily="50" charset="-127"/>
                <a:cs typeface="Pretendard" panose="02000503000000020004" pitchFamily="50" charset="-127"/>
              </a:rPr>
              <a:t>2020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376E16B-EDD2-5EF0-4768-B2D7A53378A1}"/>
              </a:ext>
            </a:extLst>
          </p:cNvPr>
          <p:cNvSpPr txBox="1"/>
          <p:nvPr/>
        </p:nvSpPr>
        <p:spPr>
          <a:xfrm>
            <a:off x="1405283" y="3347979"/>
            <a:ext cx="421910" cy="30181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23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Montserrat SemiBold" panose="00000700000000000000" pitchFamily="2" charset="0"/>
                <a:ea typeface="Pretendard" panose="02000503000000020004" pitchFamily="50" charset="-127"/>
                <a:cs typeface="Pretendard" panose="02000503000000020004" pitchFamily="50" charset="-127"/>
              </a:rPr>
              <a:t>4.2</a:t>
            </a:r>
          </a:p>
        </p:txBody>
      </p:sp>
    </p:spTree>
    <p:extLst>
      <p:ext uri="{BB962C8B-B14F-4D97-AF65-F5344CB8AC3E}">
        <p14:creationId xmlns:p14="http://schemas.microsoft.com/office/powerpoint/2010/main" val="325388712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그룹 30">
            <a:extLst>
              <a:ext uri="{FF2B5EF4-FFF2-40B4-BE49-F238E27FC236}">
                <a16:creationId xmlns:a16="http://schemas.microsoft.com/office/drawing/2014/main" id="{55E4A4E3-E883-3FA8-9E50-50B03D6948AC}"/>
              </a:ext>
            </a:extLst>
          </p:cNvPr>
          <p:cNvGrpSpPr/>
          <p:nvPr/>
        </p:nvGrpSpPr>
        <p:grpSpPr>
          <a:xfrm>
            <a:off x="2562950" y="1955323"/>
            <a:ext cx="7566288" cy="4015970"/>
            <a:chOff x="355196" y="1989253"/>
            <a:chExt cx="6147609" cy="3262975"/>
          </a:xfrm>
        </p:grpSpPr>
        <p:sp>
          <p:nvSpPr>
            <p:cNvPr id="32" name="타원 31">
              <a:extLst>
                <a:ext uri="{FF2B5EF4-FFF2-40B4-BE49-F238E27FC236}">
                  <a16:creationId xmlns:a16="http://schemas.microsoft.com/office/drawing/2014/main" id="{5240B7B6-4189-294D-9DCD-85EB772FF2FC}"/>
                </a:ext>
              </a:extLst>
            </p:cNvPr>
            <p:cNvSpPr/>
            <p:nvPr/>
          </p:nvSpPr>
          <p:spPr>
            <a:xfrm>
              <a:off x="355196" y="4181034"/>
              <a:ext cx="1071194" cy="1071194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15"/>
            </a:p>
          </p:txBody>
        </p:sp>
        <p:sp>
          <p:nvSpPr>
            <p:cNvPr id="33" name="타원 32">
              <a:extLst>
                <a:ext uri="{FF2B5EF4-FFF2-40B4-BE49-F238E27FC236}">
                  <a16:creationId xmlns:a16="http://schemas.microsoft.com/office/drawing/2014/main" id="{3B2A0464-19EA-0778-A1B4-E6AAB717D2F4}"/>
                </a:ext>
              </a:extLst>
            </p:cNvPr>
            <p:cNvSpPr/>
            <p:nvPr/>
          </p:nvSpPr>
          <p:spPr>
            <a:xfrm>
              <a:off x="5431611" y="4181034"/>
              <a:ext cx="1071194" cy="1071194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15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17553561-2E79-DC70-5554-392D627D8FE2}"/>
                </a:ext>
              </a:extLst>
            </p:cNvPr>
            <p:cNvSpPr txBox="1"/>
            <p:nvPr/>
          </p:nvSpPr>
          <p:spPr>
            <a:xfrm>
              <a:off x="668493" y="4441331"/>
              <a:ext cx="444601" cy="53332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1723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공개</a:t>
              </a:r>
              <a:endParaRPr lang="en-US" altLang="ko-KR" sz="1723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algn="ctr">
                <a:lnSpc>
                  <a:spcPct val="110000"/>
                </a:lnSpc>
              </a:pPr>
              <a:r>
                <a:rPr lang="ko-KR" altLang="en-US" sz="1723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경영</a:t>
              </a:r>
              <a:endParaRPr lang="en-US" sz="1723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  <p:grpSp>
          <p:nvGrpSpPr>
            <p:cNvPr id="35" name="그룹 34">
              <a:extLst>
                <a:ext uri="{FF2B5EF4-FFF2-40B4-BE49-F238E27FC236}">
                  <a16:creationId xmlns:a16="http://schemas.microsoft.com/office/drawing/2014/main" id="{18527087-30F0-545A-4680-81C5BC16A069}"/>
                </a:ext>
              </a:extLst>
            </p:cNvPr>
            <p:cNvGrpSpPr/>
            <p:nvPr/>
          </p:nvGrpSpPr>
          <p:grpSpPr>
            <a:xfrm>
              <a:off x="1133670" y="2657670"/>
              <a:ext cx="1071194" cy="1071194"/>
              <a:chOff x="1148910" y="2766086"/>
              <a:chExt cx="1071194" cy="1071194"/>
            </a:xfrm>
          </p:grpSpPr>
          <p:sp>
            <p:nvSpPr>
              <p:cNvPr id="53" name="타원 52">
                <a:extLst>
                  <a:ext uri="{FF2B5EF4-FFF2-40B4-BE49-F238E27FC236}">
                    <a16:creationId xmlns:a16="http://schemas.microsoft.com/office/drawing/2014/main" id="{F0E2AD60-D141-8100-B01A-AC3809E54BE7}"/>
                  </a:ext>
                </a:extLst>
              </p:cNvPr>
              <p:cNvSpPr/>
              <p:nvPr/>
            </p:nvSpPr>
            <p:spPr>
              <a:xfrm>
                <a:off x="1148910" y="2766086"/>
                <a:ext cx="1071194" cy="1071194"/>
              </a:xfrm>
              <a:prstGeom prst="ellipse">
                <a:avLst/>
              </a:prstGeom>
              <a:solidFill>
                <a:schemeClr val="bg1">
                  <a:lumMod val="85000"/>
                </a:schemeClr>
              </a:solidFill>
              <a:ln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215"/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6BB0210F-E2DD-A77E-8E6A-9BC5DC91C975}"/>
                  </a:ext>
                </a:extLst>
              </p:cNvPr>
              <p:cNvSpPr txBox="1"/>
              <p:nvPr/>
            </p:nvSpPr>
            <p:spPr>
              <a:xfrm>
                <a:off x="1462207" y="3026383"/>
                <a:ext cx="444601" cy="53332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>
                  <a:lnSpc>
                    <a:spcPct val="110000"/>
                  </a:lnSpc>
                </a:pPr>
                <a:r>
                  <a:rPr lang="ko-KR" altLang="en-US" sz="1723" spc="-74" dirty="0">
                    <a:ln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신의</a:t>
                </a:r>
                <a:endParaRPr lang="en-US" altLang="ko-KR" sz="1723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endParaRPr>
              </a:p>
              <a:p>
                <a:pPr algn="ctr">
                  <a:lnSpc>
                    <a:spcPct val="110000"/>
                  </a:lnSpc>
                </a:pPr>
                <a:r>
                  <a:rPr lang="ko-KR" altLang="en-US" sz="1723" spc="-74" dirty="0">
                    <a:ln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경영</a:t>
                </a:r>
                <a:endParaRPr lang="en-US" sz="1723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endParaRPr>
              </a:p>
            </p:txBody>
          </p:sp>
        </p:grpSp>
        <p:grpSp>
          <p:nvGrpSpPr>
            <p:cNvPr id="36" name="그룹 35">
              <a:extLst>
                <a:ext uri="{FF2B5EF4-FFF2-40B4-BE49-F238E27FC236}">
                  <a16:creationId xmlns:a16="http://schemas.microsoft.com/office/drawing/2014/main" id="{64F4A172-9D47-CFEA-11A8-499F07E11391}"/>
                </a:ext>
              </a:extLst>
            </p:cNvPr>
            <p:cNvGrpSpPr/>
            <p:nvPr/>
          </p:nvGrpSpPr>
          <p:grpSpPr>
            <a:xfrm>
              <a:off x="4653136" y="2657670"/>
              <a:ext cx="1071194" cy="1071194"/>
              <a:chOff x="4664591" y="2775012"/>
              <a:chExt cx="1071194" cy="1071194"/>
            </a:xfrm>
          </p:grpSpPr>
          <p:sp>
            <p:nvSpPr>
              <p:cNvPr id="51" name="타원 50">
                <a:extLst>
                  <a:ext uri="{FF2B5EF4-FFF2-40B4-BE49-F238E27FC236}">
                    <a16:creationId xmlns:a16="http://schemas.microsoft.com/office/drawing/2014/main" id="{9098B4C2-ADD2-0EEE-0F15-840F0FB52A74}"/>
                  </a:ext>
                </a:extLst>
              </p:cNvPr>
              <p:cNvSpPr/>
              <p:nvPr/>
            </p:nvSpPr>
            <p:spPr>
              <a:xfrm>
                <a:off x="4664591" y="2775012"/>
                <a:ext cx="1071194" cy="1071194"/>
              </a:xfrm>
              <a:prstGeom prst="ellipse">
                <a:avLst/>
              </a:prstGeom>
              <a:solidFill>
                <a:schemeClr val="bg1">
                  <a:lumMod val="85000"/>
                </a:schemeClr>
              </a:solidFill>
              <a:ln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215"/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802B14F6-B40B-A847-432A-02814929DED8}"/>
                  </a:ext>
                </a:extLst>
              </p:cNvPr>
              <p:cNvSpPr txBox="1"/>
              <p:nvPr/>
            </p:nvSpPr>
            <p:spPr>
              <a:xfrm>
                <a:off x="4977888" y="3035309"/>
                <a:ext cx="444601" cy="53332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>
                  <a:lnSpc>
                    <a:spcPct val="110000"/>
                  </a:lnSpc>
                </a:pPr>
                <a:r>
                  <a:rPr lang="ko-KR" altLang="en-US" sz="1723" spc="-74" dirty="0">
                    <a:ln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공생</a:t>
                </a:r>
                <a:endParaRPr lang="en-US" altLang="ko-KR" sz="1723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endParaRPr>
              </a:p>
              <a:p>
                <a:pPr algn="ctr">
                  <a:lnSpc>
                    <a:spcPct val="110000"/>
                  </a:lnSpc>
                </a:pPr>
                <a:r>
                  <a:rPr lang="ko-KR" altLang="en-US" sz="1723" spc="-74" dirty="0">
                    <a:ln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경영</a:t>
                </a:r>
                <a:endParaRPr lang="en-US" sz="1723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endParaRPr>
              </a:p>
            </p:txBody>
          </p:sp>
        </p:grp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9A978288-66A7-83C4-71ED-F9F9395F69BB}"/>
                </a:ext>
              </a:extLst>
            </p:cNvPr>
            <p:cNvSpPr txBox="1"/>
            <p:nvPr/>
          </p:nvSpPr>
          <p:spPr>
            <a:xfrm>
              <a:off x="5744907" y="4441331"/>
              <a:ext cx="444601" cy="53332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1723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투명</a:t>
              </a:r>
              <a:endParaRPr lang="en-US" altLang="ko-KR" sz="1723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algn="ctr">
                <a:lnSpc>
                  <a:spcPct val="110000"/>
                </a:lnSpc>
              </a:pPr>
              <a:r>
                <a:rPr lang="ko-KR" altLang="en-US" sz="1723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경영</a:t>
              </a:r>
              <a:endParaRPr lang="en-US" sz="1723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  <p:cxnSp>
          <p:nvCxnSpPr>
            <p:cNvPr id="38" name="직선 화살표 연결선 37">
              <a:extLst>
                <a:ext uri="{FF2B5EF4-FFF2-40B4-BE49-F238E27FC236}">
                  <a16:creationId xmlns:a16="http://schemas.microsoft.com/office/drawing/2014/main" id="{C7A0886A-33D6-EDDD-0261-8F56F2EE9518}"/>
                </a:ext>
              </a:extLst>
            </p:cNvPr>
            <p:cNvCxnSpPr>
              <a:cxnSpLocks/>
            </p:cNvCxnSpPr>
            <p:nvPr/>
          </p:nvCxnSpPr>
          <p:spPr>
            <a:xfrm>
              <a:off x="3429000" y="3157689"/>
              <a:ext cx="1" cy="926105"/>
            </a:xfrm>
            <a:prstGeom prst="straightConnector1">
              <a:avLst/>
            </a:prstGeom>
            <a:noFill/>
            <a:ln>
              <a:solidFill>
                <a:schemeClr val="tx1">
                  <a:lumMod val="85000"/>
                  <a:lumOff val="15000"/>
                </a:schemeClr>
              </a:solidFill>
              <a:headEnd type="arrow" w="med" len="sm"/>
              <a:tailEnd type="arrow" w="med" len="sm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CD425813-D9F6-1584-3198-E8DA639F5B70}"/>
                </a:ext>
              </a:extLst>
            </p:cNvPr>
            <p:cNvSpPr txBox="1"/>
            <p:nvPr/>
          </p:nvSpPr>
          <p:spPr>
            <a:xfrm>
              <a:off x="3032564" y="3420686"/>
              <a:ext cx="792873" cy="382813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투명하고</a:t>
              </a:r>
              <a:endParaRPr lang="en-US" altLang="ko-KR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algn="ctr"/>
              <a:r>
                <a:rPr lang="ko-KR" alt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수평적인 조직</a:t>
              </a:r>
              <a:endParaRPr lang="en-US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  <p:cxnSp>
          <p:nvCxnSpPr>
            <p:cNvPr id="40" name="직선 화살표 연결선 39">
              <a:extLst>
                <a:ext uri="{FF2B5EF4-FFF2-40B4-BE49-F238E27FC236}">
                  <a16:creationId xmlns:a16="http://schemas.microsoft.com/office/drawing/2014/main" id="{A8B280C0-D153-A824-7C43-071B3A4524B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533069" y="4716631"/>
              <a:ext cx="644586" cy="1"/>
            </a:xfrm>
            <a:prstGeom prst="straightConnector1">
              <a:avLst/>
            </a:prstGeom>
            <a:noFill/>
            <a:ln>
              <a:solidFill>
                <a:schemeClr val="tx1">
                  <a:lumMod val="85000"/>
                  <a:lumOff val="15000"/>
                </a:schemeClr>
              </a:solidFill>
              <a:headEnd type="arrow" w="med" len="sm"/>
              <a:tailEnd type="arrow" w="med" len="sm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A2E72B9A-3C00-B200-B6C7-47F0653DE140}"/>
                </a:ext>
              </a:extLst>
            </p:cNvPr>
            <p:cNvSpPr txBox="1"/>
            <p:nvPr/>
          </p:nvSpPr>
          <p:spPr>
            <a:xfrm>
              <a:off x="1561923" y="4831614"/>
              <a:ext cx="586879" cy="38281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조화로운</a:t>
              </a:r>
              <a:endParaRPr lang="en-US" altLang="ko-KR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algn="ctr"/>
              <a:r>
                <a:rPr lang="ko-KR" alt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관계 형성</a:t>
              </a:r>
              <a:endParaRPr lang="en-US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204F9EB9-5725-13C7-11EF-D545DCA300CE}"/>
                </a:ext>
              </a:extLst>
            </p:cNvPr>
            <p:cNvSpPr txBox="1"/>
            <p:nvPr/>
          </p:nvSpPr>
          <p:spPr>
            <a:xfrm>
              <a:off x="4704423" y="4831614"/>
              <a:ext cx="586879" cy="38281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지역사회</a:t>
              </a:r>
              <a:endParaRPr lang="en-US" altLang="ko-KR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algn="ctr"/>
              <a:r>
                <a:rPr lang="ko-KR" alt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동반 성장</a:t>
              </a:r>
              <a:endParaRPr lang="en-US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  <p:grpSp>
          <p:nvGrpSpPr>
            <p:cNvPr id="43" name="그룹 42">
              <a:extLst>
                <a:ext uri="{FF2B5EF4-FFF2-40B4-BE49-F238E27FC236}">
                  <a16:creationId xmlns:a16="http://schemas.microsoft.com/office/drawing/2014/main" id="{ED3B3A9C-1AE2-9966-707C-458EA0AF704E}"/>
                </a:ext>
              </a:extLst>
            </p:cNvPr>
            <p:cNvGrpSpPr/>
            <p:nvPr/>
          </p:nvGrpSpPr>
          <p:grpSpPr>
            <a:xfrm>
              <a:off x="2893403" y="1989253"/>
              <a:ext cx="1071194" cy="1071194"/>
              <a:chOff x="2893403" y="2144688"/>
              <a:chExt cx="1071194" cy="1071194"/>
            </a:xfrm>
          </p:grpSpPr>
          <p:sp>
            <p:nvSpPr>
              <p:cNvPr id="49" name="타원 48">
                <a:extLst>
                  <a:ext uri="{FF2B5EF4-FFF2-40B4-BE49-F238E27FC236}">
                    <a16:creationId xmlns:a16="http://schemas.microsoft.com/office/drawing/2014/main" id="{CF45B9E7-6A76-7F21-DD13-BBC4CCD4F4FB}"/>
                  </a:ext>
                </a:extLst>
              </p:cNvPr>
              <p:cNvSpPr/>
              <p:nvPr/>
            </p:nvSpPr>
            <p:spPr>
              <a:xfrm>
                <a:off x="2893403" y="2144688"/>
                <a:ext cx="1071194" cy="1071194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215" dirty="0"/>
              </a:p>
            </p:txBody>
          </p: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F44A434A-621B-8165-BE81-5642CD71F3DD}"/>
                  </a:ext>
                </a:extLst>
              </p:cNvPr>
              <p:cNvSpPr txBox="1"/>
              <p:nvPr/>
            </p:nvSpPr>
            <p:spPr>
              <a:xfrm>
                <a:off x="3206700" y="2404985"/>
                <a:ext cx="444601" cy="53332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>
                  <a:lnSpc>
                    <a:spcPct val="110000"/>
                  </a:lnSpc>
                </a:pPr>
                <a:r>
                  <a:rPr lang="ko-KR" altLang="en-US" sz="1723" spc="-74" dirty="0">
                    <a:ln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상생</a:t>
                </a:r>
                <a:endParaRPr lang="en-US" altLang="ko-KR" sz="1723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endParaRPr>
              </a:p>
              <a:p>
                <a:pPr algn="ctr">
                  <a:lnSpc>
                    <a:spcPct val="110000"/>
                  </a:lnSpc>
                </a:pPr>
                <a:r>
                  <a:rPr lang="ko-KR" altLang="en-US" sz="1723" spc="-74" dirty="0">
                    <a:ln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경영</a:t>
                </a:r>
                <a:endParaRPr lang="en-US" sz="1723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endParaRPr>
              </a:p>
            </p:txBody>
          </p:sp>
        </p:grpSp>
        <p:sp>
          <p:nvSpPr>
            <p:cNvPr id="44" name="사각형: 둥근 모서리 43">
              <a:extLst>
                <a:ext uri="{FF2B5EF4-FFF2-40B4-BE49-F238E27FC236}">
                  <a16:creationId xmlns:a16="http://schemas.microsoft.com/office/drawing/2014/main" id="{B2651DFD-D79C-DE8C-B55B-EF190FAED225}"/>
                </a:ext>
              </a:extLst>
            </p:cNvPr>
            <p:cNvSpPr/>
            <p:nvPr/>
          </p:nvSpPr>
          <p:spPr>
            <a:xfrm>
              <a:off x="2284334" y="4181035"/>
              <a:ext cx="2289333" cy="1071193"/>
            </a:xfrm>
            <a:prstGeom prst="roundRect">
              <a:avLst>
                <a:gd name="adj" fmla="val 5997"/>
              </a:avLst>
            </a:prstGeom>
            <a:solidFill>
              <a:schemeClr val="bg1"/>
            </a:solidFill>
            <a:ln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15"/>
            </a:p>
          </p:txBody>
        </p:sp>
        <p:grpSp>
          <p:nvGrpSpPr>
            <p:cNvPr id="45" name="그룹 44">
              <a:extLst>
                <a:ext uri="{FF2B5EF4-FFF2-40B4-BE49-F238E27FC236}">
                  <a16:creationId xmlns:a16="http://schemas.microsoft.com/office/drawing/2014/main" id="{BC45CFF2-4096-C924-F469-CF5F5820EBCF}"/>
                </a:ext>
              </a:extLst>
            </p:cNvPr>
            <p:cNvGrpSpPr/>
            <p:nvPr/>
          </p:nvGrpSpPr>
          <p:grpSpPr>
            <a:xfrm>
              <a:off x="2492728" y="4362200"/>
              <a:ext cx="1872544" cy="691601"/>
              <a:chOff x="2492728" y="4456656"/>
              <a:chExt cx="1872544" cy="691601"/>
            </a:xfrm>
          </p:grpSpPr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655D82C6-7CAE-A355-57F1-993FEA90BCF6}"/>
                  </a:ext>
                </a:extLst>
              </p:cNvPr>
              <p:cNvSpPr txBox="1"/>
              <p:nvPr/>
            </p:nvSpPr>
            <p:spPr>
              <a:xfrm>
                <a:off x="2545634" y="4456656"/>
                <a:ext cx="1766733" cy="26475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>
                  <a:lnSpc>
                    <a:spcPct val="110000"/>
                  </a:lnSpc>
                </a:pPr>
                <a:r>
                  <a:rPr lang="ko-KR" altLang="en-US" sz="1477" spc="-74" dirty="0">
                    <a:ln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원칙에 따른 투명한 경영 원칙</a:t>
                </a:r>
                <a:endParaRPr lang="en-US" sz="1477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</p:txBody>
          </p: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6C80C554-1BFC-ABCD-6BF6-28885DAB9F3F}"/>
                  </a:ext>
                </a:extLst>
              </p:cNvPr>
              <p:cNvSpPr txBox="1"/>
              <p:nvPr/>
            </p:nvSpPr>
            <p:spPr>
              <a:xfrm>
                <a:off x="2492728" y="4718921"/>
                <a:ext cx="1872544" cy="42933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>
                  <a:lnSpc>
                    <a:spcPct val="120000"/>
                  </a:lnSpc>
                </a:pPr>
                <a:r>
                  <a:rPr lang="ko-KR" altLang="en-US" sz="1231" spc="-74" dirty="0">
                    <a:ln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  <a:alpha val="60000"/>
                      </a:schemeClr>
                    </a:solidFill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기업시민으로서 지속적인 사회적 가치</a:t>
                </a:r>
                <a:endParaRPr lang="en-US" altLang="ko-KR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endParaRPr>
              </a:p>
              <a:p>
                <a:pPr algn="ctr">
                  <a:lnSpc>
                    <a:spcPct val="120000"/>
                  </a:lnSpc>
                </a:pPr>
                <a:r>
                  <a:rPr lang="ko-KR" altLang="en-US" sz="1231" spc="-74" dirty="0">
                    <a:ln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  <a:alpha val="60000"/>
                      </a:schemeClr>
                    </a:solidFill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추구를 통해서 상생 경영을 추진</a:t>
                </a:r>
                <a:endParaRPr 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endParaRPr>
              </a:p>
            </p:txBody>
          </p:sp>
        </p:grpSp>
        <p:cxnSp>
          <p:nvCxnSpPr>
            <p:cNvPr id="46" name="직선 화살표 연결선 45">
              <a:extLst>
                <a:ext uri="{FF2B5EF4-FFF2-40B4-BE49-F238E27FC236}">
                  <a16:creationId xmlns:a16="http://schemas.microsoft.com/office/drawing/2014/main" id="{AF5DE5DF-5400-F7B4-3DB0-005F2E0A479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675569" y="4716631"/>
              <a:ext cx="644586" cy="1"/>
            </a:xfrm>
            <a:prstGeom prst="straightConnector1">
              <a:avLst/>
            </a:prstGeom>
            <a:noFill/>
            <a:ln>
              <a:solidFill>
                <a:schemeClr val="tx1">
                  <a:lumMod val="85000"/>
                  <a:lumOff val="15000"/>
                </a:schemeClr>
              </a:solidFill>
              <a:headEnd type="arrow" w="med" len="sm"/>
              <a:tailEnd type="arrow" w="med" len="sm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55" name="TextBox 54">
            <a:extLst>
              <a:ext uri="{FF2B5EF4-FFF2-40B4-BE49-F238E27FC236}">
                <a16:creationId xmlns:a16="http://schemas.microsoft.com/office/drawing/2014/main" id="{5025AF33-D13A-75F0-605E-A84BD0CA4D59}"/>
              </a:ext>
            </a:extLst>
          </p:cNvPr>
          <p:cNvSpPr txBox="1"/>
          <p:nvPr/>
        </p:nvSpPr>
        <p:spPr>
          <a:xfrm>
            <a:off x="2505196" y="1230335"/>
            <a:ext cx="7651782" cy="5947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40000"/>
              </a:lnSpc>
            </a:pPr>
            <a:r>
              <a:rPr lang="ko-KR" altLang="en-US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신재생에너지 사업에 대한 적극적인 투자를 통해 전남 신안군 </a:t>
            </a:r>
            <a:r>
              <a:rPr lang="ko-KR" altLang="en-US" sz="1231" spc="-74" dirty="0" err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안좌도에</a:t>
            </a:r>
            <a:r>
              <a:rPr lang="ko-KR" altLang="en-US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태양광 발전 </a:t>
            </a:r>
            <a:r>
              <a:rPr lang="en-US" altLang="ko-KR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288MW</a:t>
            </a:r>
            <a:r>
              <a:rPr lang="ko-KR" altLang="en-US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를 준공 완료하여 </a:t>
            </a:r>
            <a:r>
              <a:rPr lang="ko-KR" altLang="en-US" sz="1231" spc="-74" dirty="0" err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상업전운</a:t>
            </a:r>
            <a:r>
              <a:rPr lang="ko-KR" altLang="en-US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개시 중이며</a:t>
            </a:r>
            <a:r>
              <a:rPr lang="en-US" altLang="ko-KR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,</a:t>
            </a:r>
          </a:p>
          <a:p>
            <a:pPr algn="just">
              <a:lnSpc>
                <a:spcPct val="140000"/>
              </a:lnSpc>
            </a:pPr>
            <a:r>
              <a:rPr lang="ko-KR" altLang="en-US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미래를 위한 친환경 기술을 지속적으로 개발하고 있습니다</a:t>
            </a:r>
            <a:r>
              <a:rPr lang="en-US" altLang="ko-KR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.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8AB7B78-ADA3-24F5-E518-81FBBAD8423C}"/>
              </a:ext>
            </a:extLst>
          </p:cNvPr>
          <p:cNvSpPr txBox="1"/>
          <p:nvPr/>
        </p:nvSpPr>
        <p:spPr>
          <a:xfrm>
            <a:off x="3047291" y="640721"/>
            <a:ext cx="4722255" cy="48154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lnSpc>
                <a:spcPct val="110000"/>
              </a:lnSpc>
            </a:pPr>
            <a:r>
              <a:rPr lang="ko-KR" altLang="en-US" sz="2462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환경 정책 방향에 부합하는 사업을 추진</a:t>
            </a:r>
            <a:endParaRPr lang="en-US" sz="2462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A80BF5D6-FAD8-817F-2055-A7A794DFDF61}"/>
              </a:ext>
            </a:extLst>
          </p:cNvPr>
          <p:cNvSpPr/>
          <p:nvPr/>
        </p:nvSpPr>
        <p:spPr>
          <a:xfrm>
            <a:off x="2624016" y="724200"/>
            <a:ext cx="354501" cy="35450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231" spc="25" dirty="0">
                <a:latin typeface="Montserrat ExtraBold" panose="00000900000000000000" pitchFamily="2" charset="0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18581204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3BFAB0E-1950-535E-4933-7D401FFAB7B2}"/>
              </a:ext>
            </a:extLst>
          </p:cNvPr>
          <p:cNvSpPr txBox="1"/>
          <p:nvPr/>
        </p:nvSpPr>
        <p:spPr>
          <a:xfrm>
            <a:off x="2270109" y="1325267"/>
            <a:ext cx="7651782" cy="11251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40000"/>
              </a:lnSpc>
            </a:pPr>
            <a:r>
              <a:rPr lang="ko-KR" altLang="en-US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현재는 동남아시아 시장의 높은 성장성을 기대하고 베트남</a:t>
            </a:r>
            <a:r>
              <a:rPr lang="en-US" altLang="ko-KR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, </a:t>
            </a:r>
            <a:r>
              <a:rPr lang="ko-KR" altLang="en-US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필리핀</a:t>
            </a:r>
            <a:r>
              <a:rPr lang="en-US" altLang="ko-KR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, </a:t>
            </a:r>
            <a:r>
              <a:rPr lang="ko-KR" altLang="en-US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말레이시아로 판매처 다각화를 추진하고 있습니다</a:t>
            </a:r>
            <a:r>
              <a:rPr lang="en-US" altLang="ko-KR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.</a:t>
            </a:r>
            <a:r>
              <a:rPr lang="ko-KR" altLang="en-US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</a:t>
            </a:r>
            <a:r>
              <a:rPr lang="en-US" altLang="ko-KR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2023</a:t>
            </a:r>
            <a:r>
              <a:rPr lang="ko-KR" altLang="en-US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년에는 </a:t>
            </a:r>
            <a:r>
              <a:rPr lang="en-US" altLang="ko-KR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800</a:t>
            </a:r>
            <a:r>
              <a:rPr lang="ko-KR" altLang="en-US" sz="1231" spc="-74" dirty="0" err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만톤까지</a:t>
            </a:r>
            <a:r>
              <a:rPr lang="ko-KR" altLang="en-US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공급이 가능할 것으로 예상되며</a:t>
            </a:r>
            <a:r>
              <a:rPr lang="en-US" altLang="ko-KR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, 2025</a:t>
            </a:r>
            <a:r>
              <a:rPr lang="ko-KR" altLang="en-US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년도까지 연간 약 </a:t>
            </a:r>
            <a:r>
              <a:rPr lang="en-US" altLang="ko-KR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1000</a:t>
            </a:r>
            <a:r>
              <a:rPr lang="ko-KR" altLang="en-US" sz="1231" spc="-74" dirty="0" err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만톤까지</a:t>
            </a:r>
            <a:r>
              <a:rPr lang="ko-KR" altLang="en-US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공급목표를 가지고 있습니다</a:t>
            </a:r>
            <a:r>
              <a:rPr lang="en-US" altLang="ko-KR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.  </a:t>
            </a:r>
            <a:r>
              <a:rPr lang="ko-KR" altLang="en-US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에너지는 대한민국 </a:t>
            </a:r>
            <a:r>
              <a:rPr lang="en-US" altLang="ko-KR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No.1 Trader</a:t>
            </a:r>
            <a:r>
              <a:rPr lang="ko-KR" altLang="en-US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로서 신규 자원 사업 추진을 통해 글로벌 시장에서 트레이딩 경쟁력을 지속적으로 확보하고</a:t>
            </a:r>
            <a:r>
              <a:rPr lang="en-US" altLang="ko-KR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, </a:t>
            </a:r>
            <a:r>
              <a:rPr lang="ko-KR" altLang="en-US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차별화된 트레이딩 프로세스를 확장해 나갈 것입니다</a:t>
            </a:r>
            <a:r>
              <a:rPr lang="en-US" altLang="ko-KR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250D855-8B41-3034-C2DA-E529F20B551D}"/>
              </a:ext>
            </a:extLst>
          </p:cNvPr>
          <p:cNvSpPr txBox="1"/>
          <p:nvPr/>
        </p:nvSpPr>
        <p:spPr>
          <a:xfrm>
            <a:off x="2812204" y="735654"/>
            <a:ext cx="4853573" cy="48154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lnSpc>
                <a:spcPct val="110000"/>
              </a:lnSpc>
            </a:pPr>
            <a:r>
              <a:rPr lang="ko-KR" altLang="en-US" sz="2462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지역사회와의 균형과 상생을 추구합니다</a:t>
            </a:r>
            <a:endParaRPr lang="en-US" sz="2462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DE9E6EFB-1B4A-355D-7B79-0F620742E538}"/>
              </a:ext>
            </a:extLst>
          </p:cNvPr>
          <p:cNvSpPr/>
          <p:nvPr/>
        </p:nvSpPr>
        <p:spPr>
          <a:xfrm>
            <a:off x="2388929" y="819133"/>
            <a:ext cx="354501" cy="35450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231" spc="25" dirty="0">
                <a:latin typeface="Montserrat ExtraBold" panose="00000900000000000000" pitchFamily="2" charset="0"/>
              </a:rPr>
              <a:t>04</a:t>
            </a: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38853BD5-C388-0F7C-7EDE-10C8AF059E7F}"/>
              </a:ext>
            </a:extLst>
          </p:cNvPr>
          <p:cNvGrpSpPr/>
          <p:nvPr/>
        </p:nvGrpSpPr>
        <p:grpSpPr>
          <a:xfrm>
            <a:off x="2401501" y="2774035"/>
            <a:ext cx="1669365" cy="459932"/>
            <a:chOff x="343641" y="7247830"/>
            <a:chExt cx="1356359" cy="373695"/>
          </a:xfrm>
        </p:grpSpPr>
        <p:sp>
          <p:nvSpPr>
            <p:cNvPr id="6" name="사각형: 둥근 모서리 5">
              <a:extLst>
                <a:ext uri="{FF2B5EF4-FFF2-40B4-BE49-F238E27FC236}">
                  <a16:creationId xmlns:a16="http://schemas.microsoft.com/office/drawing/2014/main" id="{C3EA0854-213C-1A60-B905-823E1F899224}"/>
                </a:ext>
              </a:extLst>
            </p:cNvPr>
            <p:cNvSpPr/>
            <p:nvPr/>
          </p:nvSpPr>
          <p:spPr>
            <a:xfrm>
              <a:off x="343641" y="7247830"/>
              <a:ext cx="1356359" cy="373695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15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D0F828E-8D01-6D96-5D31-4F66035698F4}"/>
                </a:ext>
              </a:extLst>
            </p:cNvPr>
            <p:cNvSpPr txBox="1"/>
            <p:nvPr/>
          </p:nvSpPr>
          <p:spPr>
            <a:xfrm>
              <a:off x="792304" y="7309482"/>
              <a:ext cx="459032" cy="23308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사업명</a:t>
              </a:r>
              <a:endParaRPr lang="en-US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</p:grpSp>
      <p:grpSp>
        <p:nvGrpSpPr>
          <p:cNvPr id="8" name="그룹 7">
            <a:extLst>
              <a:ext uri="{FF2B5EF4-FFF2-40B4-BE49-F238E27FC236}">
                <a16:creationId xmlns:a16="http://schemas.microsoft.com/office/drawing/2014/main" id="{C60CDCA1-E6CC-D98B-6E1B-90BD283F4659}"/>
              </a:ext>
            </a:extLst>
          </p:cNvPr>
          <p:cNvGrpSpPr/>
          <p:nvPr/>
        </p:nvGrpSpPr>
        <p:grpSpPr>
          <a:xfrm>
            <a:off x="4322241" y="2774035"/>
            <a:ext cx="1669365" cy="459932"/>
            <a:chOff x="1848957" y="7247830"/>
            <a:chExt cx="1356359" cy="373695"/>
          </a:xfrm>
        </p:grpSpPr>
        <p:sp>
          <p:nvSpPr>
            <p:cNvPr id="9" name="사각형: 둥근 모서리 8">
              <a:extLst>
                <a:ext uri="{FF2B5EF4-FFF2-40B4-BE49-F238E27FC236}">
                  <a16:creationId xmlns:a16="http://schemas.microsoft.com/office/drawing/2014/main" id="{C43D0BB9-B2A5-636B-1EFC-F8CB8F8E1FC6}"/>
                </a:ext>
              </a:extLst>
            </p:cNvPr>
            <p:cNvSpPr/>
            <p:nvPr/>
          </p:nvSpPr>
          <p:spPr>
            <a:xfrm>
              <a:off x="1848957" y="7247830"/>
              <a:ext cx="1356359" cy="373695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15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8C80E0F6-E231-AEBD-DD82-A9AD1C54F6C7}"/>
                </a:ext>
              </a:extLst>
            </p:cNvPr>
            <p:cNvSpPr txBox="1"/>
            <p:nvPr/>
          </p:nvSpPr>
          <p:spPr>
            <a:xfrm>
              <a:off x="2183501" y="7309482"/>
              <a:ext cx="687272" cy="23308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사업 시행자</a:t>
              </a:r>
              <a:endParaRPr lang="en-US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</p:grp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78C6720C-EE33-4A19-7426-DF636F966684}"/>
              </a:ext>
            </a:extLst>
          </p:cNvPr>
          <p:cNvGrpSpPr/>
          <p:nvPr/>
        </p:nvGrpSpPr>
        <p:grpSpPr>
          <a:xfrm>
            <a:off x="6242980" y="2774035"/>
            <a:ext cx="1669365" cy="459932"/>
            <a:chOff x="3354273" y="7247830"/>
            <a:chExt cx="1356359" cy="373695"/>
          </a:xfrm>
        </p:grpSpPr>
        <p:sp>
          <p:nvSpPr>
            <p:cNvPr id="12" name="사각형: 둥근 모서리 11">
              <a:extLst>
                <a:ext uri="{FF2B5EF4-FFF2-40B4-BE49-F238E27FC236}">
                  <a16:creationId xmlns:a16="http://schemas.microsoft.com/office/drawing/2014/main" id="{A265E320-83F8-3C35-71DF-AD504E091AE4}"/>
                </a:ext>
              </a:extLst>
            </p:cNvPr>
            <p:cNvSpPr/>
            <p:nvPr/>
          </p:nvSpPr>
          <p:spPr>
            <a:xfrm>
              <a:off x="3354273" y="7247830"/>
              <a:ext cx="1356359" cy="373695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15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AC7AC464-0E18-7231-4A03-7DA895A1B790}"/>
                </a:ext>
              </a:extLst>
            </p:cNvPr>
            <p:cNvSpPr txBox="1"/>
            <p:nvPr/>
          </p:nvSpPr>
          <p:spPr>
            <a:xfrm>
              <a:off x="3563575" y="7309482"/>
              <a:ext cx="937757" cy="23308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기간 및 상업 운전</a:t>
              </a:r>
              <a:endParaRPr lang="en-US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</p:grp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FAE1D963-7111-F813-A354-4FCD7BFCBBC4}"/>
              </a:ext>
            </a:extLst>
          </p:cNvPr>
          <p:cNvGrpSpPr/>
          <p:nvPr/>
        </p:nvGrpSpPr>
        <p:grpSpPr>
          <a:xfrm>
            <a:off x="8163719" y="2774035"/>
            <a:ext cx="1669365" cy="459932"/>
            <a:chOff x="4859588" y="7247830"/>
            <a:chExt cx="1356359" cy="373695"/>
          </a:xfrm>
        </p:grpSpPr>
        <p:sp>
          <p:nvSpPr>
            <p:cNvPr id="15" name="사각형: 둥근 모서리 14">
              <a:extLst>
                <a:ext uri="{FF2B5EF4-FFF2-40B4-BE49-F238E27FC236}">
                  <a16:creationId xmlns:a16="http://schemas.microsoft.com/office/drawing/2014/main" id="{477ED685-EF06-E4C2-C339-83D18C9E1E3A}"/>
                </a:ext>
              </a:extLst>
            </p:cNvPr>
            <p:cNvSpPr/>
            <p:nvPr/>
          </p:nvSpPr>
          <p:spPr>
            <a:xfrm>
              <a:off x="4859588" y="7247830"/>
              <a:ext cx="1356359" cy="373695"/>
            </a:xfrm>
            <a:prstGeom prst="roundRect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15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CDC816A4-0149-F8B9-78EB-9370F183F456}"/>
                </a:ext>
              </a:extLst>
            </p:cNvPr>
            <p:cNvSpPr txBox="1"/>
            <p:nvPr/>
          </p:nvSpPr>
          <p:spPr>
            <a:xfrm>
              <a:off x="5308251" y="7309482"/>
              <a:ext cx="459032" cy="23308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1231" spc="-74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사업비</a:t>
              </a:r>
              <a:endParaRPr lang="en-US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4F340EFC-918D-F605-6E13-860E21A7990C}"/>
              </a:ext>
            </a:extLst>
          </p:cNvPr>
          <p:cNvSpPr txBox="1"/>
          <p:nvPr/>
        </p:nvSpPr>
        <p:spPr>
          <a:xfrm>
            <a:off x="2335438" y="3378182"/>
            <a:ext cx="1805879" cy="4711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기흥 </a:t>
            </a:r>
            <a:r>
              <a:rPr lang="ko-KR" altLang="en-US" sz="1231" spc="-74" dirty="0" err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스마트팜</a:t>
            </a:r>
            <a:r>
              <a:rPr lang="ko-KR" altLang="en-US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앤 에너지</a:t>
            </a:r>
          </a:p>
          <a:p>
            <a:pPr algn="ctr"/>
            <a:r>
              <a:rPr lang="ko-KR" altLang="en-US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태양광 발전사업 </a:t>
            </a:r>
            <a:r>
              <a:rPr lang="en-US" altLang="ko-KR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(24</a:t>
            </a:r>
            <a:r>
              <a:rPr lang="ko-KR" altLang="en-US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년 추진</a:t>
            </a:r>
            <a:r>
              <a:rPr lang="en-US" altLang="ko-KR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)</a:t>
            </a:r>
            <a:endParaRPr lang="ko-KR" altLang="en-US" sz="1231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85000"/>
                  <a:lumOff val="15000"/>
                  <a:alpha val="60000"/>
                </a:schemeClr>
              </a:solidFill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E2CF82F-5C40-E038-0A4E-ED1E97A0FF66}"/>
              </a:ext>
            </a:extLst>
          </p:cNvPr>
          <p:cNvSpPr txBox="1"/>
          <p:nvPr/>
        </p:nvSpPr>
        <p:spPr>
          <a:xfrm>
            <a:off x="4415471" y="3378182"/>
            <a:ext cx="1482905" cy="4711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기흥 </a:t>
            </a:r>
            <a:r>
              <a:rPr lang="ko-KR" altLang="en-US" sz="1231" spc="-74" dirty="0" err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스파트팜</a:t>
            </a:r>
            <a:r>
              <a:rPr lang="ko-KR" altLang="en-US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앤</a:t>
            </a:r>
          </a:p>
          <a:p>
            <a:pPr algn="ctr"/>
            <a:r>
              <a:rPr lang="ko-KR" altLang="en-US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고에너지시티 주식회사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F7318C6-A51D-1F25-1C30-487A97E88B71}"/>
              </a:ext>
            </a:extLst>
          </p:cNvPr>
          <p:cNvSpPr txBox="1"/>
          <p:nvPr/>
        </p:nvSpPr>
        <p:spPr>
          <a:xfrm>
            <a:off x="6193830" y="3378182"/>
            <a:ext cx="1767663" cy="4711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2024</a:t>
            </a:r>
            <a:r>
              <a:rPr lang="ko-KR" altLang="en-US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년 </a:t>
            </a:r>
            <a:r>
              <a:rPr lang="en-US" altLang="ko-KR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– 2027</a:t>
            </a:r>
            <a:r>
              <a:rPr lang="ko-KR" altLang="en-US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년 수주</a:t>
            </a:r>
            <a:endParaRPr lang="en-US" altLang="ko-KR" sz="1231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85000"/>
                  <a:lumOff val="15000"/>
                  <a:alpha val="60000"/>
                </a:schemeClr>
              </a:solidFill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pPr algn="ctr"/>
            <a:r>
              <a:rPr lang="ko-KR" altLang="en-US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상업운전 </a:t>
            </a:r>
            <a:r>
              <a:rPr lang="en-US" altLang="ko-KR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: 2020</a:t>
            </a:r>
            <a:r>
              <a:rPr lang="ko-KR" altLang="en-US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년 </a:t>
            </a:r>
            <a:r>
              <a:rPr lang="en-US" altLang="ko-KR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11</a:t>
            </a:r>
            <a:r>
              <a:rPr lang="ko-KR" altLang="en-US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월 </a:t>
            </a:r>
            <a:r>
              <a:rPr lang="en-US" altLang="ko-KR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8</a:t>
            </a:r>
            <a:r>
              <a:rPr lang="ko-KR" altLang="en-US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일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8F06C47-A7B7-B120-A5EB-831D28EDC2ED}"/>
              </a:ext>
            </a:extLst>
          </p:cNvPr>
          <p:cNvSpPr txBox="1"/>
          <p:nvPr/>
        </p:nvSpPr>
        <p:spPr>
          <a:xfrm>
            <a:off x="8201323" y="3378182"/>
            <a:ext cx="1594154" cy="4711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총 사업비 </a:t>
            </a:r>
            <a:r>
              <a:rPr lang="en-US" altLang="ko-KR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1</a:t>
            </a:r>
            <a:r>
              <a:rPr lang="ko-KR" altLang="en-US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조 </a:t>
            </a:r>
            <a:r>
              <a:rPr lang="en-US" altLang="ko-KR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2,850</a:t>
            </a:r>
            <a:r>
              <a:rPr lang="ko-KR" altLang="en-US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억원</a:t>
            </a:r>
            <a:endParaRPr lang="en-US" altLang="ko-KR" sz="1231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85000"/>
                  <a:lumOff val="15000"/>
                  <a:alpha val="60000"/>
                </a:schemeClr>
              </a:solidFill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pPr algn="ctr"/>
            <a:r>
              <a:rPr lang="en-US" altLang="ko-KR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ESS </a:t>
            </a:r>
            <a:r>
              <a:rPr lang="ko-KR" altLang="en-US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시설 사업 추진</a:t>
            </a:r>
          </a:p>
        </p:txBody>
      </p: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1EE4876E-B409-0C55-F3FA-12CD5E2E3212}"/>
              </a:ext>
            </a:extLst>
          </p:cNvPr>
          <p:cNvCxnSpPr>
            <a:cxnSpLocks/>
          </p:cNvCxnSpPr>
          <p:nvPr/>
        </p:nvCxnSpPr>
        <p:spPr>
          <a:xfrm flipH="1">
            <a:off x="2401501" y="4963388"/>
            <a:ext cx="7431583" cy="0"/>
          </a:xfrm>
          <a:prstGeom prst="straightConnector1">
            <a:avLst/>
          </a:prstGeom>
          <a:noFill/>
          <a:ln>
            <a:solidFill>
              <a:schemeClr val="bg1">
                <a:lumMod val="65000"/>
              </a:schemeClr>
            </a:solidFill>
            <a:headEnd type="arrow" w="med" len="sm"/>
            <a:tailEnd type="none" w="med" len="sm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2" name="타원 21">
            <a:extLst>
              <a:ext uri="{FF2B5EF4-FFF2-40B4-BE49-F238E27FC236}">
                <a16:creationId xmlns:a16="http://schemas.microsoft.com/office/drawing/2014/main" id="{6A2E6C30-3219-02C9-008E-9DE4BE4F7D66}"/>
              </a:ext>
            </a:extLst>
          </p:cNvPr>
          <p:cNvSpPr/>
          <p:nvPr/>
        </p:nvSpPr>
        <p:spPr>
          <a:xfrm>
            <a:off x="5101012" y="4909254"/>
            <a:ext cx="108268" cy="108268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15"/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27B80132-4536-C220-A74A-AF50FD5B0EB3}"/>
              </a:ext>
            </a:extLst>
          </p:cNvPr>
          <p:cNvSpPr/>
          <p:nvPr/>
        </p:nvSpPr>
        <p:spPr>
          <a:xfrm>
            <a:off x="7023528" y="4909254"/>
            <a:ext cx="108268" cy="108268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15"/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D2D26E9C-8C9F-9880-6310-63313FA86A15}"/>
              </a:ext>
            </a:extLst>
          </p:cNvPr>
          <p:cNvSpPr/>
          <p:nvPr/>
        </p:nvSpPr>
        <p:spPr>
          <a:xfrm>
            <a:off x="8944266" y="4909254"/>
            <a:ext cx="108268" cy="108268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15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F25C5E2-B3AF-86E3-3231-6C0B191F06F0}"/>
              </a:ext>
            </a:extLst>
          </p:cNvPr>
          <p:cNvSpPr txBox="1"/>
          <p:nvPr/>
        </p:nvSpPr>
        <p:spPr>
          <a:xfrm>
            <a:off x="2263046" y="4192038"/>
            <a:ext cx="2913618" cy="3258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171450" indent="-171450">
              <a:lnSpc>
                <a:spcPct val="110000"/>
              </a:lnSpc>
              <a:buFont typeface="Wingdings" panose="05000000000000000000" pitchFamily="2" charset="2"/>
              <a:buChar char="§"/>
              <a:defRPr sz="1200" spc="-8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defRPr>
            </a:lvl1pPr>
          </a:lstStyle>
          <a:p>
            <a:r>
              <a:rPr lang="ko-KR" altLang="en-US" sz="1477"/>
              <a:t>신규자원</a:t>
            </a:r>
            <a:r>
              <a:rPr lang="en-US" altLang="ko-KR" sz="1477" dirty="0"/>
              <a:t> </a:t>
            </a:r>
            <a:r>
              <a:rPr lang="ko-KR" altLang="en-US" sz="1477" dirty="0"/>
              <a:t>프로젝트 </a:t>
            </a:r>
            <a:r>
              <a:rPr lang="ko-KR" altLang="en-US" sz="1477"/>
              <a:t>히스토리 타임라인</a:t>
            </a:r>
            <a:endParaRPr lang="en-US" sz="1477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F638EAB-B07D-EBD6-D2F4-ED20460C00A1}"/>
              </a:ext>
            </a:extLst>
          </p:cNvPr>
          <p:cNvSpPr txBox="1"/>
          <p:nvPr/>
        </p:nvSpPr>
        <p:spPr>
          <a:xfrm>
            <a:off x="4781775" y="5144389"/>
            <a:ext cx="746743" cy="2868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en-US" altLang="ko-KR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2020. 12</a:t>
            </a:r>
            <a:endParaRPr lang="en-US" sz="1231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9DC2F1F-5D9B-C187-0F1E-BCED2C06FED6}"/>
              </a:ext>
            </a:extLst>
          </p:cNvPr>
          <p:cNvSpPr txBox="1"/>
          <p:nvPr/>
        </p:nvSpPr>
        <p:spPr>
          <a:xfrm>
            <a:off x="6693448" y="5144389"/>
            <a:ext cx="769185" cy="2868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en-US" altLang="ko-KR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2022. 02</a:t>
            </a:r>
            <a:endParaRPr lang="en-US" sz="1231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E44C407-A1F5-75CA-47BE-CDCB1E94E211}"/>
              </a:ext>
            </a:extLst>
          </p:cNvPr>
          <p:cNvSpPr txBox="1"/>
          <p:nvPr/>
        </p:nvSpPr>
        <p:spPr>
          <a:xfrm>
            <a:off x="8611534" y="5144389"/>
            <a:ext cx="778803" cy="2868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en-US" altLang="ko-KR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2023. 08</a:t>
            </a:r>
            <a:endParaRPr lang="en-US" sz="1231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A7A46BA0-8334-70CF-4319-080B13C573DA}"/>
              </a:ext>
            </a:extLst>
          </p:cNvPr>
          <p:cNvSpPr/>
          <p:nvPr/>
        </p:nvSpPr>
        <p:spPr>
          <a:xfrm>
            <a:off x="3184243" y="4909254"/>
            <a:ext cx="108268" cy="108268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15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4886BE2-EDD2-3E52-8DE7-0D33704D850D}"/>
              </a:ext>
            </a:extLst>
          </p:cNvPr>
          <p:cNvSpPr txBox="1"/>
          <p:nvPr/>
        </p:nvSpPr>
        <p:spPr>
          <a:xfrm>
            <a:off x="2860197" y="5144389"/>
            <a:ext cx="756361" cy="2868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en-US" altLang="ko-KR" sz="1231" spc="-74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2019. </a:t>
            </a:r>
            <a:r>
              <a:rPr lang="en-US" altLang="ko-KR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03</a:t>
            </a:r>
            <a:endParaRPr lang="en-US" sz="1231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8C2C455-23E2-41BD-8F80-173A24497C14}"/>
              </a:ext>
            </a:extLst>
          </p:cNvPr>
          <p:cNvSpPr txBox="1"/>
          <p:nvPr/>
        </p:nvSpPr>
        <p:spPr>
          <a:xfrm>
            <a:off x="2638982" y="5450333"/>
            <a:ext cx="1198790" cy="2817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발전사업허가승인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AE24402-C559-AC88-B7CB-AC5D3DDC6977}"/>
              </a:ext>
            </a:extLst>
          </p:cNvPr>
          <p:cNvSpPr txBox="1"/>
          <p:nvPr/>
        </p:nvSpPr>
        <p:spPr>
          <a:xfrm>
            <a:off x="4428986" y="5450333"/>
            <a:ext cx="1452321" cy="2817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231" spc="-74" dirty="0" err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한전송전이용계약체결</a:t>
            </a:r>
            <a:endParaRPr lang="ko-KR" altLang="en-US" sz="1231" spc="-74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85000"/>
                  <a:lumOff val="15000"/>
                  <a:alpha val="60000"/>
                </a:schemeClr>
              </a:solidFill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BCD8380-0B84-1639-89D3-ECE2B3949612}"/>
              </a:ext>
            </a:extLst>
          </p:cNvPr>
          <p:cNvSpPr txBox="1"/>
          <p:nvPr/>
        </p:nvSpPr>
        <p:spPr>
          <a:xfrm>
            <a:off x="6320916" y="5450333"/>
            <a:ext cx="1513491" cy="2817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환경영향평가 협의 완료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87693C6-BB27-70DC-3AD1-630CD7AC565C}"/>
              </a:ext>
            </a:extLst>
          </p:cNvPr>
          <p:cNvSpPr txBox="1"/>
          <p:nvPr/>
        </p:nvSpPr>
        <p:spPr>
          <a:xfrm>
            <a:off x="8164755" y="5450333"/>
            <a:ext cx="1670842" cy="2817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발전사업 완공 및 상업운전</a:t>
            </a:r>
          </a:p>
        </p:txBody>
      </p:sp>
    </p:spTree>
    <p:extLst>
      <p:ext uri="{BB962C8B-B14F-4D97-AF65-F5344CB8AC3E}">
        <p14:creationId xmlns:p14="http://schemas.microsoft.com/office/powerpoint/2010/main" val="190071032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>
            <a:extLst>
              <a:ext uri="{FF2B5EF4-FFF2-40B4-BE49-F238E27FC236}">
                <a16:creationId xmlns:a16="http://schemas.microsoft.com/office/drawing/2014/main" id="{0BF3720C-BF4B-84A4-6F54-65858E0E7465}"/>
              </a:ext>
            </a:extLst>
          </p:cNvPr>
          <p:cNvGrpSpPr/>
          <p:nvPr/>
        </p:nvGrpSpPr>
        <p:grpSpPr>
          <a:xfrm>
            <a:off x="341924" y="-423313"/>
            <a:ext cx="7444154" cy="5406139"/>
            <a:chOff x="404813" y="2203996"/>
            <a:chExt cx="6048375" cy="4392488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CDA70C86-BE47-85D7-9817-D0EE9A34EA41}"/>
                </a:ext>
              </a:extLst>
            </p:cNvPr>
            <p:cNvSpPr/>
            <p:nvPr/>
          </p:nvSpPr>
          <p:spPr>
            <a:xfrm>
              <a:off x="404813" y="2203996"/>
              <a:ext cx="6048375" cy="4392488"/>
            </a:xfrm>
            <a:prstGeom prst="rect">
              <a:avLst/>
            </a:prstGeom>
            <a:solidFill>
              <a:srgbClr val="F5F5F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15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8CBDAAF-00BE-3E11-57D5-AFEEB680BB0A}"/>
                </a:ext>
              </a:extLst>
            </p:cNvPr>
            <p:cNvSpPr txBox="1"/>
            <p:nvPr/>
          </p:nvSpPr>
          <p:spPr>
            <a:xfrm>
              <a:off x="548829" y="2338169"/>
              <a:ext cx="1662695" cy="26476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171450" indent="-171450">
                <a:lnSpc>
                  <a:spcPct val="110000"/>
                </a:lnSpc>
                <a:buFont typeface="Wingdings" panose="05000000000000000000" pitchFamily="2" charset="2"/>
                <a:buChar char="§"/>
                <a:defRPr sz="1200" spc="-8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defRPr>
              </a:lvl1pPr>
            </a:lstStyle>
            <a:p>
              <a:r>
                <a:rPr lang="ko-KR" altLang="en-US" sz="1477" dirty="0"/>
                <a:t>신소재 에너지 </a:t>
              </a:r>
              <a:r>
                <a:rPr lang="en-US" altLang="ko-KR" sz="1477" dirty="0"/>
                <a:t>TF </a:t>
              </a:r>
              <a:r>
                <a:rPr lang="ko-KR" altLang="en-US" sz="1477" dirty="0"/>
                <a:t>조직도</a:t>
              </a:r>
              <a:endParaRPr lang="en-US" sz="1477" dirty="0"/>
            </a:p>
          </p:txBody>
        </p:sp>
        <p:sp>
          <p:nvSpPr>
            <p:cNvPr id="5" name="사각형: 둥근 모서리 4">
              <a:extLst>
                <a:ext uri="{FF2B5EF4-FFF2-40B4-BE49-F238E27FC236}">
                  <a16:creationId xmlns:a16="http://schemas.microsoft.com/office/drawing/2014/main" id="{5D9418F5-31AE-FC08-D126-BC5E23700D1F}"/>
                </a:ext>
              </a:extLst>
            </p:cNvPr>
            <p:cNvSpPr/>
            <p:nvPr/>
          </p:nvSpPr>
          <p:spPr>
            <a:xfrm>
              <a:off x="2750821" y="2453049"/>
              <a:ext cx="1356359" cy="373695"/>
            </a:xfrm>
            <a:prstGeom prst="roundRect">
              <a:avLst>
                <a:gd name="adj" fmla="val 7746"/>
              </a:avLst>
            </a:prstGeom>
            <a:solidFill>
              <a:schemeClr val="tx1">
                <a:lumMod val="50000"/>
                <a:lumOff val="50000"/>
              </a:schemeClr>
            </a:solidFill>
            <a:ln w="6350"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92" dirty="0">
                  <a:ln>
                    <a:solidFill>
                      <a:schemeClr val="tx1">
                        <a:lumMod val="85000"/>
                        <a:lumOff val="15000"/>
                        <a:alpha val="0"/>
                      </a:schemeClr>
                    </a:solidFill>
                  </a:ln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센터장</a:t>
              </a:r>
              <a:endParaRPr lang="en-US" sz="1292" dirty="0">
                <a:ln>
                  <a:solidFill>
                    <a:schemeClr val="tx1">
                      <a:lumMod val="85000"/>
                      <a:lumOff val="15000"/>
                      <a:alpha val="0"/>
                    </a:schemeClr>
                  </a:solidFill>
                </a:ln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  <p:sp>
          <p:nvSpPr>
            <p:cNvPr id="6" name="사각형: 둥근 모서리 5">
              <a:extLst>
                <a:ext uri="{FF2B5EF4-FFF2-40B4-BE49-F238E27FC236}">
                  <a16:creationId xmlns:a16="http://schemas.microsoft.com/office/drawing/2014/main" id="{6D0B255A-B566-A8E0-EABB-B5480DBC79E6}"/>
                </a:ext>
              </a:extLst>
            </p:cNvPr>
            <p:cNvSpPr/>
            <p:nvPr/>
          </p:nvSpPr>
          <p:spPr>
            <a:xfrm>
              <a:off x="4522396" y="2446874"/>
              <a:ext cx="1357200" cy="374400"/>
            </a:xfrm>
            <a:prstGeom prst="roundRect">
              <a:avLst>
                <a:gd name="adj" fmla="val 7746"/>
              </a:avLst>
            </a:prstGeom>
            <a:solidFill>
              <a:schemeClr val="bg1"/>
            </a:solidFill>
            <a:ln w="63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92" dirty="0">
                  <a:ln>
                    <a:solidFill>
                      <a:schemeClr val="tx1">
                        <a:lumMod val="85000"/>
                        <a:lumOff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운영위원회</a:t>
              </a:r>
              <a:endParaRPr lang="en-US" sz="1292" dirty="0">
                <a:ln>
                  <a:solidFill>
                    <a:schemeClr val="tx1">
                      <a:lumMod val="85000"/>
                      <a:lumOff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  <p:cxnSp>
          <p:nvCxnSpPr>
            <p:cNvPr id="7" name="직선 연결선 6">
              <a:extLst>
                <a:ext uri="{FF2B5EF4-FFF2-40B4-BE49-F238E27FC236}">
                  <a16:creationId xmlns:a16="http://schemas.microsoft.com/office/drawing/2014/main" id="{477E9D2E-5EDE-8E98-47D9-0DEAB766F7F8}"/>
                </a:ext>
              </a:extLst>
            </p:cNvPr>
            <p:cNvCxnSpPr>
              <a:cxnSpLocks/>
            </p:cNvCxnSpPr>
            <p:nvPr/>
          </p:nvCxnSpPr>
          <p:spPr>
            <a:xfrm>
              <a:off x="4107180" y="2639896"/>
              <a:ext cx="415216" cy="0"/>
            </a:xfrm>
            <a:prstGeom prst="line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직선 연결선 7">
              <a:extLst>
                <a:ext uri="{FF2B5EF4-FFF2-40B4-BE49-F238E27FC236}">
                  <a16:creationId xmlns:a16="http://schemas.microsoft.com/office/drawing/2014/main" id="{FE40EEAB-AFAF-7A2C-0F2C-ECB12B6F8817}"/>
                </a:ext>
              </a:extLst>
            </p:cNvPr>
            <p:cNvCxnSpPr>
              <a:cxnSpLocks/>
            </p:cNvCxnSpPr>
            <p:nvPr/>
          </p:nvCxnSpPr>
          <p:spPr>
            <a:xfrm>
              <a:off x="3429000" y="2820569"/>
              <a:ext cx="0" cy="180020"/>
            </a:xfrm>
            <a:prstGeom prst="line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직선 연결선 8">
              <a:extLst>
                <a:ext uri="{FF2B5EF4-FFF2-40B4-BE49-F238E27FC236}">
                  <a16:creationId xmlns:a16="http://schemas.microsoft.com/office/drawing/2014/main" id="{E0550775-8DA8-4198-C93A-8B8ECD106E02}"/>
                </a:ext>
              </a:extLst>
            </p:cNvPr>
            <p:cNvCxnSpPr>
              <a:cxnSpLocks/>
            </p:cNvCxnSpPr>
            <p:nvPr/>
          </p:nvCxnSpPr>
          <p:spPr>
            <a:xfrm>
              <a:off x="2178193" y="3000589"/>
              <a:ext cx="3023224" cy="0"/>
            </a:xfrm>
            <a:prstGeom prst="line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직선 연결선 9">
              <a:extLst>
                <a:ext uri="{FF2B5EF4-FFF2-40B4-BE49-F238E27FC236}">
                  <a16:creationId xmlns:a16="http://schemas.microsoft.com/office/drawing/2014/main" id="{372F0C10-1F11-0D3F-2B00-1AC711EB95F2}"/>
                </a:ext>
              </a:extLst>
            </p:cNvPr>
            <p:cNvCxnSpPr>
              <a:cxnSpLocks/>
            </p:cNvCxnSpPr>
            <p:nvPr/>
          </p:nvCxnSpPr>
          <p:spPr>
            <a:xfrm>
              <a:off x="5201417" y="3001066"/>
              <a:ext cx="0" cy="727798"/>
            </a:xfrm>
            <a:prstGeom prst="line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직선 연결선 10">
              <a:extLst>
                <a:ext uri="{FF2B5EF4-FFF2-40B4-BE49-F238E27FC236}">
                  <a16:creationId xmlns:a16="http://schemas.microsoft.com/office/drawing/2014/main" id="{0436136E-436D-C36A-AAD8-00DF24018227}"/>
                </a:ext>
              </a:extLst>
            </p:cNvPr>
            <p:cNvCxnSpPr>
              <a:cxnSpLocks/>
            </p:cNvCxnSpPr>
            <p:nvPr/>
          </p:nvCxnSpPr>
          <p:spPr>
            <a:xfrm>
              <a:off x="2178193" y="3001066"/>
              <a:ext cx="0" cy="976613"/>
            </a:xfrm>
            <a:prstGeom prst="line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사각형: 둥근 모서리 11">
              <a:extLst>
                <a:ext uri="{FF2B5EF4-FFF2-40B4-BE49-F238E27FC236}">
                  <a16:creationId xmlns:a16="http://schemas.microsoft.com/office/drawing/2014/main" id="{A1C9C017-D303-6A32-A45C-99E82734BCC8}"/>
                </a:ext>
              </a:extLst>
            </p:cNvPr>
            <p:cNvSpPr/>
            <p:nvPr/>
          </p:nvSpPr>
          <p:spPr>
            <a:xfrm>
              <a:off x="1500013" y="3181086"/>
              <a:ext cx="1356359" cy="373695"/>
            </a:xfrm>
            <a:prstGeom prst="roundRect">
              <a:avLst>
                <a:gd name="adj" fmla="val 7746"/>
              </a:avLst>
            </a:prstGeom>
            <a:solidFill>
              <a:schemeClr val="bg1"/>
            </a:solidFill>
            <a:ln w="63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92" dirty="0">
                  <a:ln>
                    <a:solidFill>
                      <a:schemeClr val="tx1">
                        <a:lumMod val="85000"/>
                        <a:lumOff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전략경영실</a:t>
              </a:r>
              <a:endParaRPr lang="en-US" sz="1292" dirty="0">
                <a:ln>
                  <a:solidFill>
                    <a:schemeClr val="tx1">
                      <a:lumMod val="85000"/>
                      <a:lumOff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  <p:cxnSp>
          <p:nvCxnSpPr>
            <p:cNvPr id="13" name="직선 연결선 12">
              <a:extLst>
                <a:ext uri="{FF2B5EF4-FFF2-40B4-BE49-F238E27FC236}">
                  <a16:creationId xmlns:a16="http://schemas.microsoft.com/office/drawing/2014/main" id="{C48CADE6-9CF0-D28E-DA50-667F9B79BD4F}"/>
                </a:ext>
              </a:extLst>
            </p:cNvPr>
            <p:cNvCxnSpPr>
              <a:cxnSpLocks/>
            </p:cNvCxnSpPr>
            <p:nvPr/>
          </p:nvCxnSpPr>
          <p:spPr>
            <a:xfrm>
              <a:off x="1135697" y="3728864"/>
              <a:ext cx="2084991" cy="0"/>
            </a:xfrm>
            <a:prstGeom prst="line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사각형: 둥근 모서리 13">
              <a:extLst>
                <a:ext uri="{FF2B5EF4-FFF2-40B4-BE49-F238E27FC236}">
                  <a16:creationId xmlns:a16="http://schemas.microsoft.com/office/drawing/2014/main" id="{1B69ADC2-1F42-1DF0-953B-4406FDB0F9FD}"/>
                </a:ext>
              </a:extLst>
            </p:cNvPr>
            <p:cNvSpPr/>
            <p:nvPr/>
          </p:nvSpPr>
          <p:spPr>
            <a:xfrm>
              <a:off x="1712635" y="3902948"/>
              <a:ext cx="931116" cy="2436738"/>
            </a:xfrm>
            <a:prstGeom prst="roundRect">
              <a:avLst>
                <a:gd name="adj" fmla="val 1856"/>
              </a:avLst>
            </a:prstGeom>
            <a:solidFill>
              <a:schemeClr val="bg1"/>
            </a:solidFill>
            <a:ln w="63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92" dirty="0">
                <a:ln>
                  <a:solidFill>
                    <a:schemeClr val="tx1">
                      <a:lumMod val="85000"/>
                      <a:lumOff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  <p:sp>
          <p:nvSpPr>
            <p:cNvPr id="15" name="사각형: 둥근 모서리 14">
              <a:extLst>
                <a:ext uri="{FF2B5EF4-FFF2-40B4-BE49-F238E27FC236}">
                  <a16:creationId xmlns:a16="http://schemas.microsoft.com/office/drawing/2014/main" id="{68661449-40F7-2979-08D3-A8031426E00A}"/>
                </a:ext>
              </a:extLst>
            </p:cNvPr>
            <p:cNvSpPr/>
            <p:nvPr/>
          </p:nvSpPr>
          <p:spPr>
            <a:xfrm>
              <a:off x="670139" y="3902948"/>
              <a:ext cx="931116" cy="2436738"/>
            </a:xfrm>
            <a:prstGeom prst="roundRect">
              <a:avLst>
                <a:gd name="adj" fmla="val 1856"/>
              </a:avLst>
            </a:prstGeom>
            <a:solidFill>
              <a:schemeClr val="bg1"/>
            </a:solidFill>
            <a:ln w="63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92" dirty="0">
                <a:ln>
                  <a:solidFill>
                    <a:schemeClr val="tx1">
                      <a:lumMod val="85000"/>
                      <a:lumOff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  <p:cxnSp>
          <p:nvCxnSpPr>
            <p:cNvPr id="16" name="직선 연결선 15">
              <a:extLst>
                <a:ext uri="{FF2B5EF4-FFF2-40B4-BE49-F238E27FC236}">
                  <a16:creationId xmlns:a16="http://schemas.microsoft.com/office/drawing/2014/main" id="{9D63F4BC-C7B2-8CE8-DE69-6F28A5A3346C}"/>
                </a:ext>
              </a:extLst>
            </p:cNvPr>
            <p:cNvCxnSpPr>
              <a:cxnSpLocks/>
            </p:cNvCxnSpPr>
            <p:nvPr/>
          </p:nvCxnSpPr>
          <p:spPr>
            <a:xfrm>
              <a:off x="1135697" y="3728864"/>
              <a:ext cx="0" cy="180020"/>
            </a:xfrm>
            <a:prstGeom prst="line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그룹 16">
              <a:extLst>
                <a:ext uri="{FF2B5EF4-FFF2-40B4-BE49-F238E27FC236}">
                  <a16:creationId xmlns:a16="http://schemas.microsoft.com/office/drawing/2014/main" id="{E68537E4-255B-3945-1D54-17384102BFB8}"/>
                </a:ext>
              </a:extLst>
            </p:cNvPr>
            <p:cNvGrpSpPr/>
            <p:nvPr/>
          </p:nvGrpSpPr>
          <p:grpSpPr>
            <a:xfrm>
              <a:off x="2755130" y="3728864"/>
              <a:ext cx="931116" cy="2610822"/>
              <a:chOff x="2750821" y="3728864"/>
              <a:chExt cx="931116" cy="2610822"/>
            </a:xfrm>
          </p:grpSpPr>
          <p:sp>
            <p:nvSpPr>
              <p:cNvPr id="68" name="사각형: 둥근 모서리 67">
                <a:extLst>
                  <a:ext uri="{FF2B5EF4-FFF2-40B4-BE49-F238E27FC236}">
                    <a16:creationId xmlns:a16="http://schemas.microsoft.com/office/drawing/2014/main" id="{E9B3E2B2-152B-DB76-7788-B5E303DDEFE5}"/>
                  </a:ext>
                </a:extLst>
              </p:cNvPr>
              <p:cNvSpPr/>
              <p:nvPr/>
            </p:nvSpPr>
            <p:spPr>
              <a:xfrm>
                <a:off x="2750821" y="3902948"/>
                <a:ext cx="931116" cy="2436738"/>
              </a:xfrm>
              <a:prstGeom prst="roundRect">
                <a:avLst>
                  <a:gd name="adj" fmla="val 1856"/>
                </a:avLst>
              </a:prstGeom>
              <a:solidFill>
                <a:schemeClr val="bg1"/>
              </a:solidFill>
              <a:ln w="635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92" dirty="0">
                  <a:ln>
                    <a:solidFill>
                      <a:schemeClr val="tx1">
                        <a:lumMod val="85000"/>
                        <a:lumOff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endParaRPr>
              </a:p>
            </p:txBody>
          </p:sp>
          <p:cxnSp>
            <p:nvCxnSpPr>
              <p:cNvPr id="69" name="직선 연결선 68">
                <a:extLst>
                  <a:ext uri="{FF2B5EF4-FFF2-40B4-BE49-F238E27FC236}">
                    <a16:creationId xmlns:a16="http://schemas.microsoft.com/office/drawing/2014/main" id="{F7AE099F-6B58-CA54-AD87-3836AAEEDB4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16379" y="3728864"/>
                <a:ext cx="0" cy="180020"/>
              </a:xfrm>
              <a:prstGeom prst="line">
                <a:avLst/>
              </a:prstGeom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FDB8EEEF-1123-AD38-264E-361F034E4183}"/>
                </a:ext>
              </a:extLst>
            </p:cNvPr>
            <p:cNvSpPr txBox="1"/>
            <p:nvPr/>
          </p:nvSpPr>
          <p:spPr>
            <a:xfrm>
              <a:off x="898522" y="3997499"/>
              <a:ext cx="474349" cy="23308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1231" spc="-25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운영팀</a:t>
              </a:r>
              <a:endParaRPr lang="en-US" sz="1231" spc="-25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AEF9B8A5-FFA9-8431-70B8-A162EC3DF48A}"/>
                </a:ext>
              </a:extLst>
            </p:cNvPr>
            <p:cNvSpPr txBox="1"/>
            <p:nvPr/>
          </p:nvSpPr>
          <p:spPr>
            <a:xfrm>
              <a:off x="1941018" y="3997499"/>
              <a:ext cx="474349" cy="23308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1231" spc="-25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기획팀</a:t>
              </a:r>
              <a:endParaRPr lang="en-US" sz="1231" spc="-25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A36CFAAA-A864-99B7-8A59-B4FB9394668C}"/>
                </a:ext>
              </a:extLst>
            </p:cNvPr>
            <p:cNvSpPr txBox="1"/>
            <p:nvPr/>
          </p:nvSpPr>
          <p:spPr>
            <a:xfrm>
              <a:off x="2983516" y="3997499"/>
              <a:ext cx="474349" cy="23308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1231" spc="-25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지원팀</a:t>
              </a:r>
              <a:endParaRPr lang="en-US" sz="1231" spc="-25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  <p:cxnSp>
          <p:nvCxnSpPr>
            <p:cNvPr id="21" name="직선 연결선 20">
              <a:extLst>
                <a:ext uri="{FF2B5EF4-FFF2-40B4-BE49-F238E27FC236}">
                  <a16:creationId xmlns:a16="http://schemas.microsoft.com/office/drawing/2014/main" id="{3959BA37-4710-3EC3-35D9-D63E6766BC3E}"/>
                </a:ext>
              </a:extLst>
            </p:cNvPr>
            <p:cNvCxnSpPr>
              <a:cxnSpLocks/>
            </p:cNvCxnSpPr>
            <p:nvPr/>
          </p:nvCxnSpPr>
          <p:spPr>
            <a:xfrm>
              <a:off x="792170" y="4304928"/>
              <a:ext cx="687054" cy="0"/>
            </a:xfrm>
            <a:prstGeom prst="line">
              <a:avLst/>
            </a:prstGeom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70ECCB5E-F34E-ECB7-DB45-3EF8C6FB3019}"/>
                </a:ext>
              </a:extLst>
            </p:cNvPr>
            <p:cNvSpPr txBox="1"/>
            <p:nvPr/>
          </p:nvSpPr>
          <p:spPr>
            <a:xfrm>
              <a:off x="829833" y="4444995"/>
              <a:ext cx="611730" cy="38281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인사</a:t>
              </a:r>
              <a:r>
                <a:rPr lang="en-US" altLang="ko-KR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, </a:t>
              </a:r>
              <a:r>
                <a:rPr lang="ko-KR" alt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노무</a:t>
              </a:r>
              <a:endParaRPr lang="en-US" altLang="ko-KR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algn="ctr"/>
              <a:r>
                <a:rPr lang="ko-KR" alt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보안</a:t>
              </a:r>
              <a:r>
                <a:rPr lang="en-US" altLang="ko-KR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</a:t>
              </a:r>
              <a:r>
                <a:rPr lang="ko-KR" alt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관리</a:t>
              </a:r>
              <a:endParaRPr lang="en-US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  <p:cxnSp>
          <p:nvCxnSpPr>
            <p:cNvPr id="23" name="직선 연결선 22">
              <a:extLst>
                <a:ext uri="{FF2B5EF4-FFF2-40B4-BE49-F238E27FC236}">
                  <a16:creationId xmlns:a16="http://schemas.microsoft.com/office/drawing/2014/main" id="{D7722B93-C578-93F9-7A81-BF11E4EBA0A0}"/>
                </a:ext>
              </a:extLst>
            </p:cNvPr>
            <p:cNvCxnSpPr>
              <a:cxnSpLocks/>
            </p:cNvCxnSpPr>
            <p:nvPr/>
          </p:nvCxnSpPr>
          <p:spPr>
            <a:xfrm>
              <a:off x="792170" y="4985172"/>
              <a:ext cx="687054" cy="0"/>
            </a:xfrm>
            <a:prstGeom prst="line">
              <a:avLst/>
            </a:prstGeom>
            <a:ln w="6350"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E53FE34-BF6B-74C4-3560-AC9376C5D149}"/>
                </a:ext>
              </a:extLst>
            </p:cNvPr>
            <p:cNvSpPr txBox="1"/>
            <p:nvPr/>
          </p:nvSpPr>
          <p:spPr>
            <a:xfrm>
              <a:off x="829833" y="5125239"/>
              <a:ext cx="611730" cy="22891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회계</a:t>
              </a:r>
              <a:r>
                <a:rPr lang="en-US" altLang="ko-KR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, </a:t>
              </a:r>
              <a:r>
                <a:rPr lang="ko-KR" alt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계약</a:t>
              </a:r>
              <a:endParaRPr lang="en-US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  <p:cxnSp>
          <p:nvCxnSpPr>
            <p:cNvPr id="25" name="직선 연결선 24">
              <a:extLst>
                <a:ext uri="{FF2B5EF4-FFF2-40B4-BE49-F238E27FC236}">
                  <a16:creationId xmlns:a16="http://schemas.microsoft.com/office/drawing/2014/main" id="{7F1FE208-FF36-9339-06D4-BCB3CF5B2252}"/>
                </a:ext>
              </a:extLst>
            </p:cNvPr>
            <p:cNvCxnSpPr>
              <a:cxnSpLocks/>
            </p:cNvCxnSpPr>
            <p:nvPr/>
          </p:nvCxnSpPr>
          <p:spPr>
            <a:xfrm>
              <a:off x="792170" y="5511527"/>
              <a:ext cx="687054" cy="0"/>
            </a:xfrm>
            <a:prstGeom prst="line">
              <a:avLst/>
            </a:prstGeom>
            <a:ln w="6350"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09E0323E-7637-9AEB-C034-A4559A6E0C38}"/>
                </a:ext>
              </a:extLst>
            </p:cNvPr>
            <p:cNvSpPr txBox="1"/>
            <p:nvPr/>
          </p:nvSpPr>
          <p:spPr>
            <a:xfrm>
              <a:off x="829833" y="5651594"/>
              <a:ext cx="611730" cy="5367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지원 교육</a:t>
              </a:r>
              <a:r>
                <a:rPr lang="en-US" altLang="ko-KR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,</a:t>
              </a:r>
            </a:p>
            <a:p>
              <a:pPr algn="ctr"/>
              <a:r>
                <a:rPr lang="ko-KR" alt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복무 관리</a:t>
              </a:r>
              <a:r>
                <a:rPr lang="en-US" altLang="ko-KR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,</a:t>
              </a:r>
            </a:p>
            <a:p>
              <a:pPr algn="ctr"/>
              <a:r>
                <a:rPr lang="ko-KR" alt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복무 후생</a:t>
              </a:r>
              <a:endParaRPr lang="en-US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  <p:cxnSp>
          <p:nvCxnSpPr>
            <p:cNvPr id="27" name="직선 연결선 26">
              <a:extLst>
                <a:ext uri="{FF2B5EF4-FFF2-40B4-BE49-F238E27FC236}">
                  <a16:creationId xmlns:a16="http://schemas.microsoft.com/office/drawing/2014/main" id="{A9D0C788-E6F9-9C24-09B5-61928F48D5DF}"/>
                </a:ext>
              </a:extLst>
            </p:cNvPr>
            <p:cNvCxnSpPr>
              <a:cxnSpLocks/>
            </p:cNvCxnSpPr>
            <p:nvPr/>
          </p:nvCxnSpPr>
          <p:spPr>
            <a:xfrm>
              <a:off x="1834665" y="4304928"/>
              <a:ext cx="687054" cy="0"/>
            </a:xfrm>
            <a:prstGeom prst="line">
              <a:avLst/>
            </a:prstGeom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88DB1808-B2D1-CD21-E9DA-C7AD088801C5}"/>
                </a:ext>
              </a:extLst>
            </p:cNvPr>
            <p:cNvSpPr txBox="1"/>
            <p:nvPr/>
          </p:nvSpPr>
          <p:spPr>
            <a:xfrm>
              <a:off x="1751696" y="4377660"/>
              <a:ext cx="852994" cy="38281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성과 관리</a:t>
              </a:r>
              <a:endParaRPr lang="en-US" altLang="ko-KR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algn="ctr"/>
              <a:r>
                <a:rPr lang="ko-KR" alt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법인</a:t>
              </a:r>
              <a:r>
                <a:rPr lang="en-US" altLang="ko-KR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/ </a:t>
              </a:r>
              <a:r>
                <a:rPr lang="ko-KR" alt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언론 담당</a:t>
              </a:r>
              <a:endParaRPr lang="en-US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  <p:cxnSp>
          <p:nvCxnSpPr>
            <p:cNvPr id="29" name="직선 연결선 28">
              <a:extLst>
                <a:ext uri="{FF2B5EF4-FFF2-40B4-BE49-F238E27FC236}">
                  <a16:creationId xmlns:a16="http://schemas.microsoft.com/office/drawing/2014/main" id="{8A7423C7-4D20-FB64-6AC5-85C226C34E5D}"/>
                </a:ext>
              </a:extLst>
            </p:cNvPr>
            <p:cNvCxnSpPr>
              <a:cxnSpLocks/>
            </p:cNvCxnSpPr>
            <p:nvPr/>
          </p:nvCxnSpPr>
          <p:spPr>
            <a:xfrm>
              <a:off x="1834665" y="4850502"/>
              <a:ext cx="687054" cy="0"/>
            </a:xfrm>
            <a:prstGeom prst="line">
              <a:avLst/>
            </a:prstGeom>
            <a:ln w="6350"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1222EA72-CA22-ABF3-22AB-E48A683CE5C1}"/>
                </a:ext>
              </a:extLst>
            </p:cNvPr>
            <p:cNvSpPr txBox="1"/>
            <p:nvPr/>
          </p:nvSpPr>
          <p:spPr>
            <a:xfrm>
              <a:off x="1712624" y="4923234"/>
              <a:ext cx="931140" cy="38281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네트워크</a:t>
              </a:r>
              <a:endParaRPr lang="en-US" altLang="ko-KR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algn="ctr"/>
              <a:r>
                <a:rPr lang="ko-KR" alt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자원 연계</a:t>
              </a:r>
              <a:r>
                <a:rPr lang="en-US" altLang="ko-KR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/</a:t>
              </a:r>
              <a:r>
                <a:rPr lang="ko-KR" alt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매거진</a:t>
              </a:r>
              <a:endParaRPr lang="en-US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  <p:cxnSp>
          <p:nvCxnSpPr>
            <p:cNvPr id="31" name="직선 연결선 30">
              <a:extLst>
                <a:ext uri="{FF2B5EF4-FFF2-40B4-BE49-F238E27FC236}">
                  <a16:creationId xmlns:a16="http://schemas.microsoft.com/office/drawing/2014/main" id="{718FE0DF-0EED-90CA-85BA-FF2C25BE807E}"/>
                </a:ext>
              </a:extLst>
            </p:cNvPr>
            <p:cNvCxnSpPr>
              <a:cxnSpLocks/>
            </p:cNvCxnSpPr>
            <p:nvPr/>
          </p:nvCxnSpPr>
          <p:spPr>
            <a:xfrm>
              <a:off x="1834665" y="5396076"/>
              <a:ext cx="687054" cy="0"/>
            </a:xfrm>
            <a:prstGeom prst="line">
              <a:avLst/>
            </a:prstGeom>
            <a:ln w="6350"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6D6755A1-5B7E-5046-F764-070FD14CCA13}"/>
                </a:ext>
              </a:extLst>
            </p:cNvPr>
            <p:cNvSpPr txBox="1"/>
            <p:nvPr/>
          </p:nvSpPr>
          <p:spPr>
            <a:xfrm>
              <a:off x="1884755" y="5468808"/>
              <a:ext cx="586879" cy="38281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정책 연구</a:t>
              </a:r>
              <a:endParaRPr lang="en-US" altLang="ko-KR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algn="ctr"/>
              <a:r>
                <a:rPr lang="ko-KR" alt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포럼 기획</a:t>
              </a:r>
              <a:endParaRPr lang="en-US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961898B2-05AC-59EB-9544-479553DCC589}"/>
                </a:ext>
              </a:extLst>
            </p:cNvPr>
            <p:cNvSpPr txBox="1"/>
            <p:nvPr/>
          </p:nvSpPr>
          <p:spPr>
            <a:xfrm>
              <a:off x="1776549" y="6014380"/>
              <a:ext cx="803294" cy="22891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1231" spc="-74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홍보</a:t>
              </a:r>
              <a:r>
                <a:rPr lang="en-US" altLang="ko-KR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/</a:t>
              </a:r>
              <a:r>
                <a:rPr lang="ko-KR" alt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기획행사</a:t>
              </a:r>
              <a:endParaRPr lang="en-US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  <p:cxnSp>
          <p:nvCxnSpPr>
            <p:cNvPr id="34" name="직선 연결선 33">
              <a:extLst>
                <a:ext uri="{FF2B5EF4-FFF2-40B4-BE49-F238E27FC236}">
                  <a16:creationId xmlns:a16="http://schemas.microsoft.com/office/drawing/2014/main" id="{A1BBE018-0015-FB10-175D-B42676049E11}"/>
                </a:ext>
              </a:extLst>
            </p:cNvPr>
            <p:cNvCxnSpPr>
              <a:cxnSpLocks/>
            </p:cNvCxnSpPr>
            <p:nvPr/>
          </p:nvCxnSpPr>
          <p:spPr>
            <a:xfrm>
              <a:off x="1834665" y="5941650"/>
              <a:ext cx="687054" cy="0"/>
            </a:xfrm>
            <a:prstGeom prst="line">
              <a:avLst/>
            </a:prstGeom>
            <a:ln w="6350"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직선 연결선 34">
              <a:extLst>
                <a:ext uri="{FF2B5EF4-FFF2-40B4-BE49-F238E27FC236}">
                  <a16:creationId xmlns:a16="http://schemas.microsoft.com/office/drawing/2014/main" id="{C6A679EF-0F8B-CF57-BD22-C6860022AB31}"/>
                </a:ext>
              </a:extLst>
            </p:cNvPr>
            <p:cNvCxnSpPr>
              <a:cxnSpLocks/>
            </p:cNvCxnSpPr>
            <p:nvPr/>
          </p:nvCxnSpPr>
          <p:spPr>
            <a:xfrm>
              <a:off x="2877161" y="4304928"/>
              <a:ext cx="687054" cy="0"/>
            </a:xfrm>
            <a:prstGeom prst="line">
              <a:avLst/>
            </a:prstGeom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EDEAB0BC-ECBB-C561-C89F-ACA360095A6F}"/>
                </a:ext>
              </a:extLst>
            </p:cNvPr>
            <p:cNvSpPr txBox="1"/>
            <p:nvPr/>
          </p:nvSpPr>
          <p:spPr>
            <a:xfrm>
              <a:off x="2888175" y="4378125"/>
              <a:ext cx="665026" cy="38281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자문위원회</a:t>
              </a:r>
              <a:endParaRPr lang="en-US" altLang="ko-KR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algn="ctr"/>
              <a:r>
                <a:rPr lang="ko-KR" altLang="en-US" sz="1231" spc="-74" dirty="0" err="1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네크워크</a:t>
              </a:r>
              <a:endParaRPr lang="en-US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  <p:cxnSp>
          <p:nvCxnSpPr>
            <p:cNvPr id="37" name="직선 연결선 36">
              <a:extLst>
                <a:ext uri="{FF2B5EF4-FFF2-40B4-BE49-F238E27FC236}">
                  <a16:creationId xmlns:a16="http://schemas.microsoft.com/office/drawing/2014/main" id="{E6C3042F-3778-2148-8324-305428A8B3E4}"/>
                </a:ext>
              </a:extLst>
            </p:cNvPr>
            <p:cNvCxnSpPr>
              <a:cxnSpLocks/>
            </p:cNvCxnSpPr>
            <p:nvPr/>
          </p:nvCxnSpPr>
          <p:spPr>
            <a:xfrm>
              <a:off x="2877161" y="4851432"/>
              <a:ext cx="687054" cy="0"/>
            </a:xfrm>
            <a:prstGeom prst="line">
              <a:avLst/>
            </a:prstGeom>
            <a:ln w="6350"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8785B015-5944-B843-BAFE-03D785BFE2C5}"/>
                </a:ext>
              </a:extLst>
            </p:cNvPr>
            <p:cNvSpPr txBox="1"/>
            <p:nvPr/>
          </p:nvSpPr>
          <p:spPr>
            <a:xfrm>
              <a:off x="2927249" y="4924629"/>
              <a:ext cx="586879" cy="38281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1231" spc="-74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정보 발굴</a:t>
              </a:r>
              <a:endParaRPr lang="en-US" altLang="ko-KR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algn="ctr"/>
              <a:r>
                <a:rPr lang="ko-KR" alt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및 제공</a:t>
              </a:r>
              <a:endParaRPr lang="en-US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  <p:cxnSp>
          <p:nvCxnSpPr>
            <p:cNvPr id="39" name="직선 연결선 38">
              <a:extLst>
                <a:ext uri="{FF2B5EF4-FFF2-40B4-BE49-F238E27FC236}">
                  <a16:creationId xmlns:a16="http://schemas.microsoft.com/office/drawing/2014/main" id="{97DEE92F-0DBD-87CF-2548-9F78D9854F54}"/>
                </a:ext>
              </a:extLst>
            </p:cNvPr>
            <p:cNvCxnSpPr>
              <a:cxnSpLocks/>
            </p:cNvCxnSpPr>
            <p:nvPr/>
          </p:nvCxnSpPr>
          <p:spPr>
            <a:xfrm>
              <a:off x="2877161" y="5397936"/>
              <a:ext cx="687054" cy="0"/>
            </a:xfrm>
            <a:prstGeom prst="line">
              <a:avLst/>
            </a:prstGeom>
            <a:ln w="6350"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D6A93C5C-8265-9DE1-425E-A9E04E6D4797}"/>
                </a:ext>
              </a:extLst>
            </p:cNvPr>
            <p:cNvSpPr txBox="1"/>
            <p:nvPr/>
          </p:nvSpPr>
          <p:spPr>
            <a:xfrm>
              <a:off x="2875751" y="5471133"/>
              <a:ext cx="689877" cy="38281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업무 매뉴얼</a:t>
              </a:r>
              <a:endParaRPr lang="en-US" altLang="ko-KR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algn="ctr"/>
              <a:r>
                <a:rPr lang="ko-KR" alt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유지 보수</a:t>
              </a:r>
              <a:endParaRPr lang="en-US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7BADF85-EF95-4C19-AFBB-C59A471CE526}"/>
                </a:ext>
              </a:extLst>
            </p:cNvPr>
            <p:cNvSpPr txBox="1"/>
            <p:nvPr/>
          </p:nvSpPr>
          <p:spPr>
            <a:xfrm>
              <a:off x="2888175" y="6017638"/>
              <a:ext cx="665026" cy="22891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1231" spc="-74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초수망지원</a:t>
              </a:r>
              <a:endParaRPr lang="en-US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  <p:cxnSp>
          <p:nvCxnSpPr>
            <p:cNvPr id="42" name="직선 연결선 41">
              <a:extLst>
                <a:ext uri="{FF2B5EF4-FFF2-40B4-BE49-F238E27FC236}">
                  <a16:creationId xmlns:a16="http://schemas.microsoft.com/office/drawing/2014/main" id="{1316C028-73B2-67A9-5A51-A6B825935041}"/>
                </a:ext>
              </a:extLst>
            </p:cNvPr>
            <p:cNvCxnSpPr>
              <a:cxnSpLocks/>
            </p:cNvCxnSpPr>
            <p:nvPr/>
          </p:nvCxnSpPr>
          <p:spPr>
            <a:xfrm>
              <a:off x="2877161" y="5944440"/>
              <a:ext cx="687054" cy="0"/>
            </a:xfrm>
            <a:prstGeom prst="line">
              <a:avLst/>
            </a:prstGeom>
            <a:ln w="6350"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F3A3E6BE-FEDB-BCE6-72FF-B830875EE2CB}"/>
                </a:ext>
              </a:extLst>
            </p:cNvPr>
            <p:cNvSpPr/>
            <p:nvPr/>
          </p:nvSpPr>
          <p:spPr>
            <a:xfrm>
              <a:off x="4523238" y="3181086"/>
              <a:ext cx="1356359" cy="373695"/>
            </a:xfrm>
            <a:prstGeom prst="roundRect">
              <a:avLst>
                <a:gd name="adj" fmla="val 7746"/>
              </a:avLst>
            </a:prstGeom>
            <a:solidFill>
              <a:schemeClr val="bg1"/>
            </a:solidFill>
            <a:ln w="63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92" dirty="0">
                  <a:ln>
                    <a:solidFill>
                      <a:schemeClr val="tx1">
                        <a:lumMod val="85000"/>
                        <a:lumOff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활력사업단</a:t>
              </a:r>
              <a:endParaRPr lang="en-US" sz="1292" dirty="0">
                <a:ln>
                  <a:solidFill>
                    <a:schemeClr val="tx1">
                      <a:lumMod val="85000"/>
                      <a:lumOff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  <p:grpSp>
          <p:nvGrpSpPr>
            <p:cNvPr id="44" name="그룹 43">
              <a:extLst>
                <a:ext uri="{FF2B5EF4-FFF2-40B4-BE49-F238E27FC236}">
                  <a16:creationId xmlns:a16="http://schemas.microsoft.com/office/drawing/2014/main" id="{645DECB8-442E-3DDC-423B-2EF2E3665E43}"/>
                </a:ext>
              </a:extLst>
            </p:cNvPr>
            <p:cNvGrpSpPr/>
            <p:nvPr/>
          </p:nvGrpSpPr>
          <p:grpSpPr>
            <a:xfrm>
              <a:off x="4214974" y="3728864"/>
              <a:ext cx="1972887" cy="2610822"/>
              <a:chOff x="4214974" y="3728864"/>
              <a:chExt cx="1972887" cy="2610822"/>
            </a:xfrm>
          </p:grpSpPr>
          <p:sp>
            <p:nvSpPr>
              <p:cNvPr id="45" name="사각형: 둥근 모서리 44">
                <a:extLst>
                  <a:ext uri="{FF2B5EF4-FFF2-40B4-BE49-F238E27FC236}">
                    <a16:creationId xmlns:a16="http://schemas.microsoft.com/office/drawing/2014/main" id="{3944A7F9-00AF-6B16-DF0A-6F8FCA67FEA7}"/>
                  </a:ext>
                </a:extLst>
              </p:cNvPr>
              <p:cNvSpPr/>
              <p:nvPr/>
            </p:nvSpPr>
            <p:spPr>
              <a:xfrm>
                <a:off x="4214974" y="3902948"/>
                <a:ext cx="931116" cy="2436738"/>
              </a:xfrm>
              <a:prstGeom prst="roundRect">
                <a:avLst>
                  <a:gd name="adj" fmla="val 1856"/>
                </a:avLst>
              </a:prstGeom>
              <a:solidFill>
                <a:schemeClr val="bg1"/>
              </a:solidFill>
              <a:ln w="635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92" dirty="0">
                  <a:ln>
                    <a:solidFill>
                      <a:schemeClr val="tx1">
                        <a:lumMod val="85000"/>
                        <a:lumOff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endParaRPr>
              </a:p>
            </p:txBody>
          </p:sp>
          <p:cxnSp>
            <p:nvCxnSpPr>
              <p:cNvPr id="46" name="직선 연결선 45">
                <a:extLst>
                  <a:ext uri="{FF2B5EF4-FFF2-40B4-BE49-F238E27FC236}">
                    <a16:creationId xmlns:a16="http://schemas.microsoft.com/office/drawing/2014/main" id="{C4BE171B-7F3E-10BD-C76D-EB05B0D514D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80532" y="3728864"/>
                <a:ext cx="0" cy="180020"/>
              </a:xfrm>
              <a:prstGeom prst="line">
                <a:avLst/>
              </a:prstGeom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7" name="사각형: 둥근 모서리 46">
                <a:extLst>
                  <a:ext uri="{FF2B5EF4-FFF2-40B4-BE49-F238E27FC236}">
                    <a16:creationId xmlns:a16="http://schemas.microsoft.com/office/drawing/2014/main" id="{4582B47B-CDEA-6710-6466-6E4827832EF1}"/>
                  </a:ext>
                </a:extLst>
              </p:cNvPr>
              <p:cNvSpPr/>
              <p:nvPr/>
            </p:nvSpPr>
            <p:spPr>
              <a:xfrm>
                <a:off x="5256745" y="3902948"/>
                <a:ext cx="931116" cy="2436738"/>
              </a:xfrm>
              <a:prstGeom prst="roundRect">
                <a:avLst>
                  <a:gd name="adj" fmla="val 1856"/>
                </a:avLst>
              </a:prstGeom>
              <a:solidFill>
                <a:schemeClr val="bg1"/>
              </a:solidFill>
              <a:ln w="635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92" dirty="0">
                  <a:ln>
                    <a:solidFill>
                      <a:schemeClr val="tx1">
                        <a:lumMod val="85000"/>
                        <a:lumOff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endParaRPr>
              </a:p>
            </p:txBody>
          </p:sp>
          <p:cxnSp>
            <p:nvCxnSpPr>
              <p:cNvPr id="48" name="직선 연결선 47">
                <a:extLst>
                  <a:ext uri="{FF2B5EF4-FFF2-40B4-BE49-F238E27FC236}">
                    <a16:creationId xmlns:a16="http://schemas.microsoft.com/office/drawing/2014/main" id="{F9A80837-4338-E793-C599-A8481C8E094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22303" y="3728864"/>
                <a:ext cx="0" cy="180020"/>
              </a:xfrm>
              <a:prstGeom prst="line">
                <a:avLst/>
              </a:prstGeom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직선 연결선 48">
                <a:extLst>
                  <a:ext uri="{FF2B5EF4-FFF2-40B4-BE49-F238E27FC236}">
                    <a16:creationId xmlns:a16="http://schemas.microsoft.com/office/drawing/2014/main" id="{B9C79B08-F6B7-FED4-CDF4-771A1781DD4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80532" y="3728864"/>
                <a:ext cx="1041771" cy="0"/>
              </a:xfrm>
              <a:prstGeom prst="line">
                <a:avLst/>
              </a:prstGeom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6412C619-BA1B-A424-3609-6701589B53D6}"/>
                  </a:ext>
                </a:extLst>
              </p:cNvPr>
              <p:cNvSpPr txBox="1"/>
              <p:nvPr/>
            </p:nvSpPr>
            <p:spPr>
              <a:xfrm>
                <a:off x="4335257" y="3997499"/>
                <a:ext cx="690554" cy="2330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>
                  <a:lnSpc>
                    <a:spcPct val="110000"/>
                  </a:lnSpc>
                </a:pPr>
                <a:r>
                  <a:rPr lang="ko-KR" altLang="en-US" sz="1231" spc="-25">
                    <a:ln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건강지원팀</a:t>
                </a:r>
                <a:endParaRPr lang="en-US" sz="1231" spc="-25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</p:txBody>
          </p: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50EED664-48D3-1FE1-D97C-6218C4C76268}"/>
                  </a:ext>
                </a:extLst>
              </p:cNvPr>
              <p:cNvSpPr txBox="1"/>
              <p:nvPr/>
            </p:nvSpPr>
            <p:spPr>
              <a:xfrm>
                <a:off x="5377027" y="3997499"/>
                <a:ext cx="690554" cy="2330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>
                  <a:lnSpc>
                    <a:spcPct val="110000"/>
                  </a:lnSpc>
                </a:pPr>
                <a:r>
                  <a:rPr lang="ko-KR" altLang="en-US" sz="1231" spc="-25">
                    <a:ln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참여지원팀</a:t>
                </a:r>
                <a:endParaRPr lang="en-US" sz="1231" spc="-25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</p:txBody>
          </p:sp>
          <p:cxnSp>
            <p:nvCxnSpPr>
              <p:cNvPr id="52" name="직선 연결선 51">
                <a:extLst>
                  <a:ext uri="{FF2B5EF4-FFF2-40B4-BE49-F238E27FC236}">
                    <a16:creationId xmlns:a16="http://schemas.microsoft.com/office/drawing/2014/main" id="{D8153487-CD52-5B4C-90CF-2A0024A2369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337005" y="4304928"/>
                <a:ext cx="687054" cy="0"/>
              </a:xfrm>
              <a:prstGeom prst="line">
                <a:avLst/>
              </a:prstGeom>
              <a:ln w="9525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0427B09A-DB7D-9158-B38E-6A2E7B1192F6}"/>
                  </a:ext>
                </a:extLst>
              </p:cNvPr>
              <p:cNvSpPr txBox="1"/>
              <p:nvPr/>
            </p:nvSpPr>
            <p:spPr>
              <a:xfrm>
                <a:off x="4335595" y="4378125"/>
                <a:ext cx="689877" cy="38281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ko-KR" altLang="en-US" sz="1231" spc="-74">
                    <a:ln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  <a:alpha val="60000"/>
                      </a:schemeClr>
                    </a:solidFill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온라인</a:t>
                </a:r>
                <a:endParaRPr lang="en-US" altLang="ko-KR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endParaRPr>
              </a:p>
              <a:p>
                <a:pPr algn="ctr"/>
                <a:r>
                  <a:rPr lang="ko-KR" altLang="en-US" sz="1231" spc="-74" dirty="0">
                    <a:ln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  <a:alpha val="60000"/>
                      </a:schemeClr>
                    </a:solidFill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고민 상담소</a:t>
                </a:r>
                <a:endParaRPr 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endParaRPr>
              </a:p>
            </p:txBody>
          </p:sp>
          <p:cxnSp>
            <p:nvCxnSpPr>
              <p:cNvPr id="54" name="직선 연결선 53">
                <a:extLst>
                  <a:ext uri="{FF2B5EF4-FFF2-40B4-BE49-F238E27FC236}">
                    <a16:creationId xmlns:a16="http://schemas.microsoft.com/office/drawing/2014/main" id="{C6CC84C3-C8A7-719D-DA0B-310EBDFA1BC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337005" y="4851432"/>
                <a:ext cx="687054" cy="0"/>
              </a:xfrm>
              <a:prstGeom prst="line">
                <a:avLst/>
              </a:prstGeom>
              <a:ln w="6350">
                <a:solidFill>
                  <a:schemeClr val="tx1">
                    <a:lumMod val="50000"/>
                    <a:lumOff val="50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2ECE48AA-0CF3-B0F7-1F92-F1B92F9D1C00}"/>
                  </a:ext>
                </a:extLst>
              </p:cNvPr>
              <p:cNvSpPr txBox="1"/>
              <p:nvPr/>
            </p:nvSpPr>
            <p:spPr>
              <a:xfrm>
                <a:off x="4284097" y="4924629"/>
                <a:ext cx="792873" cy="38281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ko-KR" altLang="en-US" sz="1231" spc="-74" dirty="0">
                    <a:ln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  <a:alpha val="60000"/>
                      </a:schemeClr>
                    </a:solidFill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마음 상담</a:t>
                </a:r>
                <a:endParaRPr lang="en-US" altLang="ko-KR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endParaRPr>
              </a:p>
              <a:p>
                <a:pPr algn="ctr"/>
                <a:r>
                  <a:rPr lang="ko-KR" altLang="en-US" sz="1231" spc="-74" dirty="0">
                    <a:ln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  <a:alpha val="60000"/>
                      </a:schemeClr>
                    </a:solidFill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유관기관 네트</a:t>
                </a:r>
                <a:endParaRPr 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endParaRPr>
              </a:p>
            </p:txBody>
          </p:sp>
          <p:cxnSp>
            <p:nvCxnSpPr>
              <p:cNvPr id="56" name="직선 연결선 55">
                <a:extLst>
                  <a:ext uri="{FF2B5EF4-FFF2-40B4-BE49-F238E27FC236}">
                    <a16:creationId xmlns:a16="http://schemas.microsoft.com/office/drawing/2014/main" id="{F3592FCD-903E-5C78-E4D9-D47E4BB5B00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337005" y="5397936"/>
                <a:ext cx="687054" cy="0"/>
              </a:xfrm>
              <a:prstGeom prst="line">
                <a:avLst/>
              </a:prstGeom>
              <a:ln w="6350">
                <a:solidFill>
                  <a:schemeClr val="tx1">
                    <a:lumMod val="50000"/>
                    <a:lumOff val="50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F335188E-EE57-759F-4F73-A048B069A3A0}"/>
                  </a:ext>
                </a:extLst>
              </p:cNvPr>
              <p:cNvSpPr txBox="1"/>
              <p:nvPr/>
            </p:nvSpPr>
            <p:spPr>
              <a:xfrm>
                <a:off x="4399518" y="5471133"/>
                <a:ext cx="562029" cy="38281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ko-KR" altLang="en-US" sz="1231" spc="-74" dirty="0">
                    <a:ln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  <a:alpha val="60000"/>
                      </a:schemeClr>
                    </a:solidFill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마음건강</a:t>
                </a:r>
                <a:endParaRPr lang="en-US" altLang="ko-KR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endParaRPr>
              </a:p>
              <a:p>
                <a:pPr algn="ctr"/>
                <a:r>
                  <a:rPr lang="ko-KR" altLang="en-US" sz="1231" spc="-74" dirty="0">
                    <a:ln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  <a:alpha val="60000"/>
                      </a:schemeClr>
                    </a:solidFill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운영지원</a:t>
                </a:r>
                <a:endParaRPr 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endParaRPr>
              </a:p>
            </p:txBody>
          </p:sp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F90ECC04-759B-983F-6392-FC30CDC51B15}"/>
                  </a:ext>
                </a:extLst>
              </p:cNvPr>
              <p:cNvSpPr txBox="1"/>
              <p:nvPr/>
            </p:nvSpPr>
            <p:spPr>
              <a:xfrm>
                <a:off x="4284097" y="6017638"/>
                <a:ext cx="792873" cy="22891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ko-KR" altLang="en-US" sz="1231" spc="-74">
                    <a:ln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  <a:alpha val="60000"/>
                      </a:schemeClr>
                    </a:solidFill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오프라인 상담</a:t>
                </a:r>
                <a:endParaRPr 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endParaRPr>
              </a:p>
            </p:txBody>
          </p:sp>
          <p:cxnSp>
            <p:nvCxnSpPr>
              <p:cNvPr id="59" name="직선 연결선 58">
                <a:extLst>
                  <a:ext uri="{FF2B5EF4-FFF2-40B4-BE49-F238E27FC236}">
                    <a16:creationId xmlns:a16="http://schemas.microsoft.com/office/drawing/2014/main" id="{527FAD57-E183-E5BC-7B2D-8D98986A299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337005" y="5944440"/>
                <a:ext cx="687054" cy="0"/>
              </a:xfrm>
              <a:prstGeom prst="line">
                <a:avLst/>
              </a:prstGeom>
              <a:ln w="6350">
                <a:solidFill>
                  <a:schemeClr val="tx1">
                    <a:lumMod val="50000"/>
                    <a:lumOff val="50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직선 연결선 59">
                <a:extLst>
                  <a:ext uri="{FF2B5EF4-FFF2-40B4-BE49-F238E27FC236}">
                    <a16:creationId xmlns:a16="http://schemas.microsoft.com/office/drawing/2014/main" id="{C3AD56F4-346A-A517-AD11-203A674E8F1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78776" y="4304928"/>
                <a:ext cx="687054" cy="0"/>
              </a:xfrm>
              <a:prstGeom prst="line">
                <a:avLst/>
              </a:prstGeom>
              <a:ln w="9525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60DB1249-4D17-F66F-1922-09BE88949DCF}"/>
                  </a:ext>
                </a:extLst>
              </p:cNvPr>
              <p:cNvSpPr txBox="1"/>
              <p:nvPr/>
            </p:nvSpPr>
            <p:spPr>
              <a:xfrm>
                <a:off x="5441290" y="4378125"/>
                <a:ext cx="562029" cy="38281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ko-KR" altLang="en-US" sz="1231" spc="-74">
                    <a:ln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  <a:alpha val="60000"/>
                      </a:schemeClr>
                    </a:solidFill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특화</a:t>
                </a:r>
                <a:endParaRPr lang="en-US" altLang="ko-KR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endParaRPr>
              </a:p>
              <a:p>
                <a:pPr algn="ctr"/>
                <a:r>
                  <a:rPr lang="ko-KR" altLang="en-US" sz="1231" spc="-74" dirty="0">
                    <a:ln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  <a:alpha val="60000"/>
                      </a:schemeClr>
                    </a:solidFill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프로그램</a:t>
                </a:r>
                <a:endParaRPr 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endParaRPr>
              </a:p>
            </p:txBody>
          </p:sp>
          <p:cxnSp>
            <p:nvCxnSpPr>
              <p:cNvPr id="62" name="직선 연결선 61">
                <a:extLst>
                  <a:ext uri="{FF2B5EF4-FFF2-40B4-BE49-F238E27FC236}">
                    <a16:creationId xmlns:a16="http://schemas.microsoft.com/office/drawing/2014/main" id="{1E853E44-043C-E3E7-3102-26427A4CC0D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78776" y="4851432"/>
                <a:ext cx="687054" cy="0"/>
              </a:xfrm>
              <a:prstGeom prst="line">
                <a:avLst/>
              </a:prstGeom>
              <a:ln w="6350">
                <a:solidFill>
                  <a:schemeClr val="tx1">
                    <a:lumMod val="50000"/>
                    <a:lumOff val="50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4FC2860C-780E-F299-A5BE-3CCF8E1CE3A0}"/>
                  </a:ext>
                </a:extLst>
              </p:cNvPr>
              <p:cNvSpPr txBox="1"/>
              <p:nvPr/>
            </p:nvSpPr>
            <p:spPr>
              <a:xfrm>
                <a:off x="5428865" y="4924629"/>
                <a:ext cx="586879" cy="38281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ko-KR" altLang="en-US" sz="1231" spc="-74" dirty="0">
                    <a:ln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  <a:alpha val="60000"/>
                      </a:schemeClr>
                    </a:solidFill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청년 수당</a:t>
                </a:r>
                <a:endParaRPr lang="en-US" altLang="ko-KR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endParaRPr>
              </a:p>
              <a:p>
                <a:pPr algn="ctr"/>
                <a:r>
                  <a:rPr lang="en-US" sz="1231" spc="-74" dirty="0">
                    <a:ln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  <a:alpha val="60000"/>
                      </a:schemeClr>
                    </a:solidFill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OT</a:t>
                </a:r>
              </a:p>
            </p:txBody>
          </p:sp>
          <p:cxnSp>
            <p:nvCxnSpPr>
              <p:cNvPr id="64" name="직선 연결선 63">
                <a:extLst>
                  <a:ext uri="{FF2B5EF4-FFF2-40B4-BE49-F238E27FC236}">
                    <a16:creationId xmlns:a16="http://schemas.microsoft.com/office/drawing/2014/main" id="{13E6910B-8FF2-6C57-91A0-32C3DEDAC32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78776" y="5397936"/>
                <a:ext cx="687054" cy="0"/>
              </a:xfrm>
              <a:prstGeom prst="line">
                <a:avLst/>
              </a:prstGeom>
              <a:ln w="6350">
                <a:solidFill>
                  <a:schemeClr val="tx1">
                    <a:lumMod val="50000"/>
                    <a:lumOff val="50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0625DF80-4242-8333-505A-811D00A32BEC}"/>
                  </a:ext>
                </a:extLst>
              </p:cNvPr>
              <p:cNvSpPr txBox="1"/>
              <p:nvPr/>
            </p:nvSpPr>
            <p:spPr>
              <a:xfrm>
                <a:off x="5428864" y="5471133"/>
                <a:ext cx="586879" cy="38281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ko-KR" altLang="en-US" sz="1231" spc="-74" dirty="0">
                    <a:ln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  <a:alpha val="60000"/>
                      </a:schemeClr>
                    </a:solidFill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자기 이해</a:t>
                </a:r>
                <a:endParaRPr lang="en-US" altLang="ko-KR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endParaRPr>
              </a:p>
              <a:p>
                <a:pPr algn="ctr"/>
                <a:r>
                  <a:rPr lang="ko-KR" altLang="en-US" sz="1231" spc="-74" dirty="0">
                    <a:ln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  <a:alpha val="60000"/>
                      </a:schemeClr>
                    </a:solidFill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프로그램</a:t>
                </a:r>
                <a:endParaRPr 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endParaRPr>
              </a:p>
            </p:txBody>
          </p: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93BD8EEF-2698-8E8C-85FF-5EF5F44AEC45}"/>
                  </a:ext>
                </a:extLst>
              </p:cNvPr>
              <p:cNvSpPr txBox="1"/>
              <p:nvPr/>
            </p:nvSpPr>
            <p:spPr>
              <a:xfrm>
                <a:off x="5441291" y="6017638"/>
                <a:ext cx="562029" cy="22891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ko-KR" altLang="en-US" sz="1231" spc="-74">
                    <a:ln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  <a:alpha val="60000"/>
                      </a:schemeClr>
                    </a:solidFill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운영지원</a:t>
                </a:r>
                <a:endParaRPr 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endParaRPr>
              </a:p>
            </p:txBody>
          </p:sp>
          <p:cxnSp>
            <p:nvCxnSpPr>
              <p:cNvPr id="67" name="직선 연결선 66">
                <a:extLst>
                  <a:ext uri="{FF2B5EF4-FFF2-40B4-BE49-F238E27FC236}">
                    <a16:creationId xmlns:a16="http://schemas.microsoft.com/office/drawing/2014/main" id="{AE48100C-42C9-D2B4-5FC4-5F416E51BE9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78776" y="5944440"/>
                <a:ext cx="687054" cy="0"/>
              </a:xfrm>
              <a:prstGeom prst="line">
                <a:avLst/>
              </a:prstGeom>
              <a:ln w="6350">
                <a:solidFill>
                  <a:schemeClr val="tx1">
                    <a:lumMod val="50000"/>
                    <a:lumOff val="50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70" name="그룹 69">
            <a:extLst>
              <a:ext uri="{FF2B5EF4-FFF2-40B4-BE49-F238E27FC236}">
                <a16:creationId xmlns:a16="http://schemas.microsoft.com/office/drawing/2014/main" id="{BD4621A7-78B3-D95C-5750-D3A51E352AC4}"/>
              </a:ext>
            </a:extLst>
          </p:cNvPr>
          <p:cNvGrpSpPr/>
          <p:nvPr/>
        </p:nvGrpSpPr>
        <p:grpSpPr>
          <a:xfrm>
            <a:off x="4252906" y="5392508"/>
            <a:ext cx="7444154" cy="1815590"/>
            <a:chOff x="404813" y="8038637"/>
            <a:chExt cx="6048375" cy="1475167"/>
          </a:xfrm>
        </p:grpSpPr>
        <p:sp>
          <p:nvSpPr>
            <p:cNvPr id="71" name="직사각형 70">
              <a:extLst>
                <a:ext uri="{FF2B5EF4-FFF2-40B4-BE49-F238E27FC236}">
                  <a16:creationId xmlns:a16="http://schemas.microsoft.com/office/drawing/2014/main" id="{D9273C26-EBCF-562A-07B5-651CECD5CCBE}"/>
                </a:ext>
              </a:extLst>
            </p:cNvPr>
            <p:cNvSpPr/>
            <p:nvPr/>
          </p:nvSpPr>
          <p:spPr>
            <a:xfrm>
              <a:off x="404813" y="8038637"/>
              <a:ext cx="6048375" cy="1475167"/>
            </a:xfrm>
            <a:prstGeom prst="rect">
              <a:avLst/>
            </a:prstGeom>
            <a:solidFill>
              <a:srgbClr val="F5F5F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15"/>
            </a:p>
          </p:txBody>
        </p:sp>
        <p:sp>
          <p:nvSpPr>
            <p:cNvPr id="72" name="타원 71">
              <a:extLst>
                <a:ext uri="{FF2B5EF4-FFF2-40B4-BE49-F238E27FC236}">
                  <a16:creationId xmlns:a16="http://schemas.microsoft.com/office/drawing/2014/main" id="{392E825F-59D1-0606-7739-85623558295B}"/>
                </a:ext>
              </a:extLst>
            </p:cNvPr>
            <p:cNvSpPr/>
            <p:nvPr/>
          </p:nvSpPr>
          <p:spPr>
            <a:xfrm>
              <a:off x="667011" y="8240623"/>
              <a:ext cx="1071194" cy="1071194"/>
            </a:xfrm>
            <a:prstGeom prst="ellipse">
              <a:avLst/>
            </a:prstGeom>
            <a:solidFill>
              <a:schemeClr val="bg1"/>
            </a:solidFill>
            <a:ln w="63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15"/>
            </a:p>
          </p:txBody>
        </p:sp>
        <p:sp>
          <p:nvSpPr>
            <p:cNvPr id="73" name="타원 72">
              <a:extLst>
                <a:ext uri="{FF2B5EF4-FFF2-40B4-BE49-F238E27FC236}">
                  <a16:creationId xmlns:a16="http://schemas.microsoft.com/office/drawing/2014/main" id="{F4F30CC9-AF67-1D29-65D6-9A122BEC18D8}"/>
                </a:ext>
              </a:extLst>
            </p:cNvPr>
            <p:cNvSpPr/>
            <p:nvPr/>
          </p:nvSpPr>
          <p:spPr>
            <a:xfrm>
              <a:off x="2151272" y="8240623"/>
              <a:ext cx="1071194" cy="1071194"/>
            </a:xfrm>
            <a:prstGeom prst="ellipse">
              <a:avLst/>
            </a:prstGeom>
            <a:solidFill>
              <a:schemeClr val="bg1"/>
            </a:solidFill>
            <a:ln w="63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15"/>
            </a:p>
          </p:txBody>
        </p:sp>
        <p:sp>
          <p:nvSpPr>
            <p:cNvPr id="74" name="타원 73">
              <a:extLst>
                <a:ext uri="{FF2B5EF4-FFF2-40B4-BE49-F238E27FC236}">
                  <a16:creationId xmlns:a16="http://schemas.microsoft.com/office/drawing/2014/main" id="{9C90CC62-F0C4-E2DB-E2F7-5C870051808C}"/>
                </a:ext>
              </a:extLst>
            </p:cNvPr>
            <p:cNvSpPr/>
            <p:nvPr/>
          </p:nvSpPr>
          <p:spPr>
            <a:xfrm>
              <a:off x="3635533" y="8240623"/>
              <a:ext cx="1071194" cy="1071194"/>
            </a:xfrm>
            <a:prstGeom prst="ellipse">
              <a:avLst/>
            </a:prstGeom>
            <a:solidFill>
              <a:schemeClr val="bg1"/>
            </a:solidFill>
            <a:ln w="63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15"/>
            </a:p>
          </p:txBody>
        </p:sp>
        <p:sp>
          <p:nvSpPr>
            <p:cNvPr id="75" name="타원 74">
              <a:extLst>
                <a:ext uri="{FF2B5EF4-FFF2-40B4-BE49-F238E27FC236}">
                  <a16:creationId xmlns:a16="http://schemas.microsoft.com/office/drawing/2014/main" id="{67138804-05C5-96AB-CA01-170BC3B16C79}"/>
                </a:ext>
              </a:extLst>
            </p:cNvPr>
            <p:cNvSpPr/>
            <p:nvPr/>
          </p:nvSpPr>
          <p:spPr>
            <a:xfrm>
              <a:off x="5119795" y="8240623"/>
              <a:ext cx="1071194" cy="1071194"/>
            </a:xfrm>
            <a:prstGeom prst="ellipse">
              <a:avLst/>
            </a:prstGeom>
            <a:solidFill>
              <a:schemeClr val="bg1"/>
            </a:solidFill>
            <a:ln w="63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15"/>
            </a:p>
          </p:txBody>
        </p:sp>
        <p:pic>
          <p:nvPicPr>
            <p:cNvPr id="76" name="그림 75" descr="블랙, 어둠이(가) 표시된 사진&#10;&#10;자동 생성된 설명">
              <a:extLst>
                <a:ext uri="{FF2B5EF4-FFF2-40B4-BE49-F238E27FC236}">
                  <a16:creationId xmlns:a16="http://schemas.microsoft.com/office/drawing/2014/main" id="{AC6BEC38-75FC-0C59-0800-B2BAEE24FBF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69420" y="8397932"/>
              <a:ext cx="371945" cy="371945"/>
            </a:xfrm>
            <a:prstGeom prst="rect">
              <a:avLst/>
            </a:prstGeom>
          </p:spPr>
        </p:pic>
        <p:pic>
          <p:nvPicPr>
            <p:cNvPr id="77" name="그림 76" descr="블랙, 어둠이(가) 표시된 사진&#10;&#10;자동 생성된 설명">
              <a:extLst>
                <a:ext uri="{FF2B5EF4-FFF2-40B4-BE49-F238E27FC236}">
                  <a16:creationId xmlns:a16="http://schemas.microsoft.com/office/drawing/2014/main" id="{E4CE85C5-578F-858F-58F4-A683FFCA131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16636" y="8397932"/>
              <a:ext cx="371945" cy="371945"/>
            </a:xfrm>
            <a:prstGeom prst="rect">
              <a:avLst/>
            </a:prstGeom>
          </p:spPr>
        </p:pic>
        <p:pic>
          <p:nvPicPr>
            <p:cNvPr id="78" name="그림 77" descr="블랙, 어둠이(가) 표시된 사진&#10;&#10;자동 생성된 설명">
              <a:extLst>
                <a:ext uri="{FF2B5EF4-FFF2-40B4-BE49-F238E27FC236}">
                  <a16:creationId xmlns:a16="http://schemas.microsoft.com/office/drawing/2014/main" id="{2FD8AD40-84C1-60E9-3A37-FDE0FCF12C4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985158" y="8397932"/>
              <a:ext cx="371945" cy="371945"/>
            </a:xfrm>
            <a:prstGeom prst="rect">
              <a:avLst/>
            </a:prstGeom>
          </p:spPr>
        </p:pic>
        <p:pic>
          <p:nvPicPr>
            <p:cNvPr id="79" name="그림 78" descr="블랙, 어둠이(가) 표시된 사진&#10;&#10;자동 생성된 설명">
              <a:extLst>
                <a:ext uri="{FF2B5EF4-FFF2-40B4-BE49-F238E27FC236}">
                  <a16:creationId xmlns:a16="http://schemas.microsoft.com/office/drawing/2014/main" id="{641AC8F6-0C65-1382-5B11-B540989522D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82299" y="8379334"/>
              <a:ext cx="409140" cy="409140"/>
            </a:xfrm>
            <a:prstGeom prst="rect">
              <a:avLst/>
            </a:prstGeom>
          </p:spPr>
        </p:pic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F7C0D0A7-CC24-8623-A5BB-42A7C8E2BCD2}"/>
                </a:ext>
              </a:extLst>
            </p:cNvPr>
            <p:cNvSpPr txBox="1"/>
            <p:nvPr/>
          </p:nvSpPr>
          <p:spPr>
            <a:xfrm>
              <a:off x="857670" y="8798615"/>
              <a:ext cx="689877" cy="38281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8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전기 자동차</a:t>
              </a:r>
              <a:endParaRPr lang="en-US" altLang="ko-KR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8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algn="ctr"/>
              <a:r>
                <a:rPr lang="ko-KR" alt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8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기술 개발</a:t>
              </a:r>
              <a:endParaRPr lang="en-US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8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C964BED2-5770-0D99-20DF-1E0AE0FB701F}"/>
                </a:ext>
              </a:extLst>
            </p:cNvPr>
            <p:cNvSpPr txBox="1"/>
            <p:nvPr/>
          </p:nvSpPr>
          <p:spPr>
            <a:xfrm>
              <a:off x="2290433" y="8798615"/>
              <a:ext cx="792873" cy="38281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8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친환경 에너지</a:t>
              </a:r>
              <a:endParaRPr lang="en-US" altLang="ko-KR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8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algn="ctr"/>
              <a:r>
                <a:rPr lang="ko-KR" alt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8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프로젝트</a:t>
              </a:r>
              <a:endParaRPr lang="en-US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8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9A8E17B1-5F50-DD09-8F04-C283E984A63D}"/>
                </a:ext>
              </a:extLst>
            </p:cNvPr>
            <p:cNvSpPr txBox="1"/>
            <p:nvPr/>
          </p:nvSpPr>
          <p:spPr>
            <a:xfrm>
              <a:off x="3826193" y="8798615"/>
              <a:ext cx="689877" cy="38281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8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친환경 식물</a:t>
              </a:r>
              <a:endParaRPr lang="en-US" altLang="ko-KR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8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algn="ctr"/>
              <a:r>
                <a:rPr lang="ko-KR" alt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8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배합 조절</a:t>
              </a:r>
              <a:endParaRPr lang="en-US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8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405A3FDD-0FB1-7A52-5C70-0CA307CE29BF}"/>
                </a:ext>
              </a:extLst>
            </p:cNvPr>
            <p:cNvSpPr txBox="1"/>
            <p:nvPr/>
          </p:nvSpPr>
          <p:spPr>
            <a:xfrm>
              <a:off x="5310455" y="8798615"/>
              <a:ext cx="689877" cy="38281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8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친환경 공장</a:t>
              </a:r>
              <a:endParaRPr lang="en-US" altLang="ko-KR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8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algn="ctr"/>
              <a:r>
                <a:rPr lang="ko-KR" alt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8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수주 건설</a:t>
              </a:r>
              <a:endParaRPr lang="en-US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8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  <p:sp>
          <p:nvSpPr>
            <p:cNvPr id="84" name="타원 83">
              <a:extLst>
                <a:ext uri="{FF2B5EF4-FFF2-40B4-BE49-F238E27FC236}">
                  <a16:creationId xmlns:a16="http://schemas.microsoft.com/office/drawing/2014/main" id="{2D59C663-C0D9-0CB4-CA65-CD7C7AAA58E3}"/>
                </a:ext>
              </a:extLst>
            </p:cNvPr>
            <p:cNvSpPr/>
            <p:nvPr/>
          </p:nvSpPr>
          <p:spPr>
            <a:xfrm>
              <a:off x="684874" y="8236211"/>
              <a:ext cx="294704" cy="294704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en-US" sz="1108" spc="25" dirty="0">
                  <a:latin typeface="Montserrat SemiBold" panose="00000700000000000000" pitchFamily="2" charset="0"/>
                </a:rPr>
                <a:t>01</a:t>
              </a:r>
            </a:p>
          </p:txBody>
        </p:sp>
        <p:sp>
          <p:nvSpPr>
            <p:cNvPr id="85" name="타원 84">
              <a:extLst>
                <a:ext uri="{FF2B5EF4-FFF2-40B4-BE49-F238E27FC236}">
                  <a16:creationId xmlns:a16="http://schemas.microsoft.com/office/drawing/2014/main" id="{A8E8D472-9152-601C-360D-7D22771FAD52}"/>
                </a:ext>
              </a:extLst>
            </p:cNvPr>
            <p:cNvSpPr/>
            <p:nvPr/>
          </p:nvSpPr>
          <p:spPr>
            <a:xfrm>
              <a:off x="2165160" y="8236211"/>
              <a:ext cx="294704" cy="294704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en-US" sz="1108" spc="25" dirty="0">
                  <a:latin typeface="Montserrat SemiBold" panose="00000700000000000000" pitchFamily="2" charset="0"/>
                </a:rPr>
                <a:t>02</a:t>
              </a:r>
            </a:p>
          </p:txBody>
        </p:sp>
        <p:sp>
          <p:nvSpPr>
            <p:cNvPr id="86" name="타원 85">
              <a:extLst>
                <a:ext uri="{FF2B5EF4-FFF2-40B4-BE49-F238E27FC236}">
                  <a16:creationId xmlns:a16="http://schemas.microsoft.com/office/drawing/2014/main" id="{6FF7E2EC-4621-5DE1-AE98-A4071C189B9D}"/>
                </a:ext>
              </a:extLst>
            </p:cNvPr>
            <p:cNvSpPr/>
            <p:nvPr/>
          </p:nvSpPr>
          <p:spPr>
            <a:xfrm>
              <a:off x="3645446" y="8236211"/>
              <a:ext cx="294704" cy="294704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en-US" sz="1108" spc="25" dirty="0">
                  <a:latin typeface="Montserrat SemiBold" panose="00000700000000000000" pitchFamily="2" charset="0"/>
                </a:rPr>
                <a:t>03</a:t>
              </a:r>
            </a:p>
          </p:txBody>
        </p:sp>
        <p:sp>
          <p:nvSpPr>
            <p:cNvPr id="87" name="타원 86">
              <a:extLst>
                <a:ext uri="{FF2B5EF4-FFF2-40B4-BE49-F238E27FC236}">
                  <a16:creationId xmlns:a16="http://schemas.microsoft.com/office/drawing/2014/main" id="{7C28975A-1C97-AC49-6F21-52EA1E3A97D4}"/>
                </a:ext>
              </a:extLst>
            </p:cNvPr>
            <p:cNvSpPr/>
            <p:nvPr/>
          </p:nvSpPr>
          <p:spPr>
            <a:xfrm>
              <a:off x="5125732" y="8236211"/>
              <a:ext cx="294704" cy="294704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en-US" sz="1108" spc="25" dirty="0">
                  <a:latin typeface="Montserrat SemiBold" panose="00000700000000000000" pitchFamily="2" charset="0"/>
                </a:rPr>
                <a:t>04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3768513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442EED9B-CF4F-218E-FBE9-E93E5A35551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822397"/>
              </p:ext>
            </p:extLst>
          </p:nvPr>
        </p:nvGraphicFramePr>
        <p:xfrm>
          <a:off x="435708" y="-184479"/>
          <a:ext cx="7444154" cy="468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3321">
                  <a:extLst>
                    <a:ext uri="{9D8B030D-6E8A-4147-A177-3AD203B41FA5}">
                      <a16:colId xmlns:a16="http://schemas.microsoft.com/office/drawing/2014/main" val="137665825"/>
                    </a:ext>
                  </a:extLst>
                </a:gridCol>
                <a:gridCol w="1595254">
                  <a:extLst>
                    <a:ext uri="{9D8B030D-6E8A-4147-A177-3AD203B41FA5}">
                      <a16:colId xmlns:a16="http://schemas.microsoft.com/office/drawing/2014/main" val="1618976747"/>
                    </a:ext>
                  </a:extLst>
                </a:gridCol>
                <a:gridCol w="1418004">
                  <a:extLst>
                    <a:ext uri="{9D8B030D-6E8A-4147-A177-3AD203B41FA5}">
                      <a16:colId xmlns:a16="http://schemas.microsoft.com/office/drawing/2014/main" val="245523968"/>
                    </a:ext>
                  </a:extLst>
                </a:gridCol>
                <a:gridCol w="3367575">
                  <a:extLst>
                    <a:ext uri="{9D8B030D-6E8A-4147-A177-3AD203B41FA5}">
                      <a16:colId xmlns:a16="http://schemas.microsoft.com/office/drawing/2014/main" val="3933105640"/>
                    </a:ext>
                  </a:extLst>
                </a:gridCol>
              </a:tblGrid>
              <a:tr h="45718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300" b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구분</a:t>
                      </a:r>
                      <a:endParaRPr lang="en-US" sz="1300" b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112542" marR="112542" marT="56271" marB="5627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85000"/>
                        <a:lumOff val="1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300" b="0" i="0" u="none" strike="noStrike" kern="1200" cap="none" spc="0" normalizeH="0" baseline="0" noProof="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신뢰관계인</a:t>
                      </a:r>
                      <a:endParaRPr kumimoji="0" lang="en-US" sz="1300" b="0" i="0" u="none" strike="noStrike" kern="1200" cap="none" spc="0" normalizeH="0" baseline="0" noProof="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112542" marR="112542" marT="56271" marB="5627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85000"/>
                        <a:lumOff val="1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300" b="0" i="0" u="none" strike="noStrike" kern="1200" cap="none" spc="0" normalizeH="0" baseline="0" noProof="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소통 조력인</a:t>
                      </a:r>
                      <a:endParaRPr kumimoji="0" lang="en-US" sz="1300" b="0" i="0" u="none" strike="noStrike" kern="1200" cap="none" spc="0" normalizeH="0" baseline="0" noProof="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112542" marR="112542" marT="56271" marB="5627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85000"/>
                        <a:lumOff val="1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300" b="0" i="0" u="none" strike="noStrike" kern="1200" cap="none" spc="0" normalizeH="0" baseline="0" noProof="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타 </a:t>
                      </a:r>
                      <a:r>
                        <a:rPr kumimoji="0" lang="ko-KR" altLang="en-US" sz="1300" b="0" i="0" u="none" strike="noStrike" kern="1200" cap="none" spc="0" normalizeH="0" baseline="0" noProof="0" dirty="0" err="1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코워킹</a:t>
                      </a:r>
                      <a:r>
                        <a:rPr kumimoji="0" lang="ko-KR" altLang="en-US" sz="1300" b="0" i="0" u="none" strike="noStrike" kern="1200" cap="none" spc="0" normalizeH="0" baseline="0" noProof="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 스페이스</a:t>
                      </a:r>
                      <a:endParaRPr kumimoji="0" lang="en-US" sz="1300" b="0" i="0" u="none" strike="noStrike" kern="1200" cap="none" spc="0" normalizeH="0" baseline="0" noProof="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112542" marR="112542" marT="56271" marB="5627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85000"/>
                        <a:lumOff val="1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5279993"/>
                  </a:ext>
                </a:extLst>
              </a:tr>
              <a:tr h="705097">
                <a:tc rowSpan="3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300" b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관련</a:t>
                      </a:r>
                      <a:endParaRPr lang="en-US" altLang="ko-KR" sz="1300" b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300" b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규정</a:t>
                      </a:r>
                      <a:endParaRPr lang="en-US" sz="13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112542" marR="112542" marT="56271" marB="56271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9525" cap="flat" cmpd="sng" algn="ctr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100" b="0" i="0" u="none" strike="noStrike" kern="1200" cap="none" spc="-60" normalizeH="0" baseline="0" noProof="0" dirty="0" err="1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Pretendard SemiBold" panose="02000703000000020004" pitchFamily="50" charset="-127"/>
                          <a:ea typeface="Pretendard SemiBold" panose="02000703000000020004" pitchFamily="50" charset="-127"/>
                          <a:cs typeface="Pretendard SemiBold" panose="02000703000000020004" pitchFamily="50" charset="-127"/>
                        </a:rPr>
                        <a:t>프라이빗</a:t>
                      </a:r>
                      <a:r>
                        <a:rPr kumimoji="0" lang="ko-KR" altLang="en-US" sz="1100" b="0" i="0" u="none" strike="noStrike" kern="1200" cap="none" spc="-60" normalizeH="0" baseline="0" noProof="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Pretendard SemiBold" panose="02000703000000020004" pitchFamily="50" charset="-127"/>
                          <a:ea typeface="Pretendard SemiBold" panose="02000703000000020004" pitchFamily="50" charset="-127"/>
                          <a:cs typeface="Pretendard SemiBold" panose="02000703000000020004" pitchFamily="50" charset="-127"/>
                        </a:rPr>
                        <a:t> 오피스</a:t>
                      </a:r>
                      <a:endParaRPr kumimoji="0" lang="en-US" sz="1100" b="0" i="0" u="none" strike="noStrike" kern="1200" cap="none" spc="-60" normalizeH="0" baseline="0" noProof="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endParaRPr>
                    </a:p>
                  </a:txBody>
                  <a:tcPr marL="132923" marR="112542" marT="132923" marB="56271" anchor="ctr">
                    <a:lnL w="12700" cmpd="sng">
                      <a:noFill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</a:pPr>
                      <a:r>
                        <a:rPr lang="ko-KR" altLang="en-US" sz="110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장애인복지법</a:t>
                      </a:r>
                      <a:endParaRPr lang="en-US" altLang="ko-KR" sz="11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  <a:p>
                      <a:pPr algn="ctr">
                        <a:lnSpc>
                          <a:spcPct val="120000"/>
                        </a:lnSpc>
                      </a:pPr>
                      <a:r>
                        <a:rPr lang="ko-KR" altLang="en-US" sz="110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형사소송법</a:t>
                      </a:r>
                      <a:endParaRPr lang="en-US" sz="11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110769" marR="112542" marT="57600" marB="56271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685800" rtl="0" eaLnBrk="1" latinLnBrk="0" hangingPunct="1">
                        <a:lnSpc>
                          <a:spcPct val="120000"/>
                        </a:lnSpc>
                      </a:pPr>
                      <a:r>
                        <a:rPr lang="ko-KR" altLang="en-US" sz="1100" kern="1200" spc="-2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  <a:alpha val="80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메인 라운지</a:t>
                      </a:r>
                      <a:r>
                        <a:rPr lang="en-US" altLang="ko-KR" sz="1100" kern="1200" spc="-2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  <a:alpha val="80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/</a:t>
                      </a:r>
                      <a:r>
                        <a:rPr lang="ko-KR" altLang="en-US" sz="1100" kern="1200" spc="-2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  <a:alpha val="80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카페와 더불어 </a:t>
                      </a:r>
                      <a:r>
                        <a:rPr lang="ko-KR" altLang="en-US" sz="1100" kern="1200" spc="-20" baseline="0" dirty="0" err="1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  <a:alpha val="80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프라이빗</a:t>
                      </a:r>
                      <a:r>
                        <a:rPr lang="ko-KR" altLang="en-US" sz="1100" kern="1200" spc="-2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  <a:alpha val="80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 오피스를 추가하여</a:t>
                      </a:r>
                      <a:endParaRPr lang="en-US" altLang="ko-KR" sz="1100" kern="1200" spc="-20" baseline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  <a:alpha val="80000"/>
                          </a:schemeClr>
                        </a:solidFill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  <a:p>
                      <a:pPr marL="0" algn="l" defTabSz="685800" rtl="0" eaLnBrk="1" latinLnBrk="0" hangingPunct="1">
                        <a:lnSpc>
                          <a:spcPct val="120000"/>
                        </a:lnSpc>
                      </a:pPr>
                      <a:r>
                        <a:rPr lang="ko-KR" altLang="en-US" sz="1100" kern="1200" spc="-2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  <a:alpha val="80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수준 높은 공간과 서비스를 제공하여 사업가 양산</a:t>
                      </a:r>
                      <a:endParaRPr lang="en-US" altLang="ko-KR" sz="1100" kern="1200" spc="-20" baseline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  <a:alpha val="80000"/>
                          </a:schemeClr>
                        </a:solidFill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110769" marR="112542" marT="57600" marB="56271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4581678"/>
                  </a:ext>
                </a:extLst>
              </a:tr>
              <a:tr h="705097">
                <a:tc v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100" b="0" i="0" u="none" strike="noStrike" kern="1200" cap="none" spc="-60" normalizeH="0" baseline="0" noProof="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Pretendard SemiBold" panose="02000703000000020004" pitchFamily="50" charset="-127"/>
                          <a:ea typeface="Pretendard SemiBold" panose="02000703000000020004" pitchFamily="50" charset="-127"/>
                          <a:cs typeface="Pretendard SemiBold" panose="02000703000000020004" pitchFamily="50" charset="-127"/>
                        </a:rPr>
                        <a:t>프리랜서</a:t>
                      </a:r>
                      <a:r>
                        <a:rPr kumimoji="0" lang="en-US" altLang="ko-KR" sz="1100" b="0" i="0" u="none" strike="noStrike" kern="1200" cap="none" spc="-60" normalizeH="0" baseline="0" noProof="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Pretendard SemiBold" panose="02000703000000020004" pitchFamily="50" charset="-127"/>
                          <a:ea typeface="Pretendard SemiBold" panose="02000703000000020004" pitchFamily="50" charset="-127"/>
                          <a:cs typeface="Pretendard SemiBold" panose="02000703000000020004" pitchFamily="50" charset="-127"/>
                        </a:rPr>
                        <a:t>, </a:t>
                      </a:r>
                      <a:r>
                        <a:rPr kumimoji="0" lang="ko-KR" altLang="en-US" sz="1100" b="0" i="0" u="none" strike="noStrike" kern="1200" cap="none" spc="-60" normalizeH="0" baseline="0" noProof="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Pretendard SemiBold" panose="02000703000000020004" pitchFamily="50" charset="-127"/>
                          <a:ea typeface="Pretendard SemiBold" panose="02000703000000020004" pitchFamily="50" charset="-127"/>
                          <a:cs typeface="Pretendard SemiBold" panose="02000703000000020004" pitchFamily="50" charset="-127"/>
                        </a:rPr>
                        <a:t>스타트업</a:t>
                      </a:r>
                      <a:endParaRPr kumimoji="0" lang="en-US" sz="1100" b="0" i="0" u="none" strike="noStrike" kern="1200" cap="none" spc="-60" normalizeH="0" baseline="0" noProof="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endParaRPr>
                    </a:p>
                  </a:txBody>
                  <a:tcPr marL="132923" marR="112542" marT="132923" marB="56271" anchor="ctr">
                    <a:lnL w="12700" cmpd="sng">
                      <a:noFill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200" noProof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심리적 안정과</a:t>
                      </a:r>
                      <a:endParaRPr lang="en-US" altLang="ko-KR" sz="1100" kern="1200" noProof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  <a:p>
                      <a:pPr marL="0" marR="0" lvl="0" indent="0" algn="ctr" defTabSz="685800" rtl="0" eaLnBrk="1" fontAlgn="auto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200" noProof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원활한 의사소통</a:t>
                      </a:r>
                      <a:endParaRPr lang="en-US" altLang="ko-KR" sz="1100" kern="1200" noProof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110769" marR="112542" marT="57600" marB="56271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100" b="0" i="0" u="none" strike="noStrike" kern="1200" cap="none" spc="-20" normalizeH="0" baseline="0" noProof="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  <a:alpha val="80000"/>
                            </a:prstClr>
                          </a:solidFill>
                          <a:effectLst/>
                          <a:uLnTx/>
                          <a:uFillTx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최소 </a:t>
                      </a:r>
                      <a:r>
                        <a:rPr kumimoji="0" lang="en-US" altLang="ko-KR" sz="1100" b="0" i="0" u="none" strike="noStrike" kern="1200" cap="none" spc="-20" normalizeH="0" baseline="0" noProof="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  <a:alpha val="80000"/>
                            </a:prstClr>
                          </a:solidFill>
                          <a:effectLst/>
                          <a:uLnTx/>
                          <a:uFillTx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2</a:t>
                      </a:r>
                      <a:r>
                        <a:rPr kumimoji="0" lang="ko-KR" altLang="en-US" sz="1100" b="0" i="0" u="none" strike="noStrike" kern="1200" cap="none" spc="-20" normalizeH="0" baseline="0" noProof="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  <a:alpha val="80000"/>
                            </a:prstClr>
                          </a:solidFill>
                          <a:effectLst/>
                          <a:uLnTx/>
                          <a:uFillTx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개월 이용자에겐 보증금을 대출해주고 디지털화 된 서비스 및 다양한 업무를 지원하는 서비스 제공</a:t>
                      </a:r>
                      <a:endParaRPr kumimoji="0" lang="en-US" altLang="ko-KR" sz="1100" b="0" i="0" u="none" strike="noStrike" kern="1200" cap="none" spc="-20" normalizeH="0" baseline="0" noProof="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  <a:alpha val="80000"/>
                          </a:prstClr>
                        </a:solidFill>
                        <a:effectLst/>
                        <a:uLnTx/>
                        <a:uFillTx/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110769" marR="112542" marT="57600" marB="56271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4291905"/>
                  </a:ext>
                </a:extLst>
              </a:tr>
              <a:tr h="705097">
                <a:tc v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100" b="0" i="0" u="none" strike="noStrike" kern="1200" cap="none" spc="-60" normalizeH="0" baseline="0" noProof="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Pretendard SemiBold" panose="02000703000000020004" pitchFamily="50" charset="-127"/>
                          <a:ea typeface="Pretendard SemiBold" panose="02000703000000020004" pitchFamily="50" charset="-127"/>
                          <a:cs typeface="Pretendard SemiBold" panose="02000703000000020004" pitchFamily="50" charset="-127"/>
                        </a:rPr>
                        <a:t>주</a:t>
                      </a:r>
                      <a:r>
                        <a:rPr kumimoji="0" lang="en-US" altLang="ko-KR" sz="1100" b="0" i="0" u="none" strike="noStrike" kern="1200" cap="none" spc="-60" normalizeH="0" baseline="0" noProof="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Pretendard SemiBold" panose="02000703000000020004" pitchFamily="50" charset="-127"/>
                          <a:ea typeface="Pretendard SemiBold" panose="02000703000000020004" pitchFamily="50" charset="-127"/>
                          <a:cs typeface="Pretendard SemiBold" panose="02000703000000020004" pitchFamily="50" charset="-127"/>
                        </a:rPr>
                        <a:t>) </a:t>
                      </a:r>
                      <a:r>
                        <a:rPr kumimoji="0" lang="ko-KR" altLang="en-US" sz="1100" b="0" i="0" u="none" strike="noStrike" kern="1200" cap="none" spc="-60" normalizeH="0" baseline="0" noProof="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Pretendard SemiBold" panose="02000703000000020004" pitchFamily="50" charset="-127"/>
                          <a:ea typeface="Pretendard SemiBold" panose="02000703000000020004" pitchFamily="50" charset="-127"/>
                          <a:cs typeface="Pretendard SemiBold" panose="02000703000000020004" pitchFamily="50" charset="-127"/>
                        </a:rPr>
                        <a:t>하루 이용자</a:t>
                      </a:r>
                      <a:endParaRPr kumimoji="0" lang="en-US" altLang="ko-KR" sz="1100" b="0" i="0" u="none" strike="noStrike" kern="1200" cap="none" spc="-60" normalizeH="0" baseline="0" noProof="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endParaRPr>
                    </a:p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100" b="0" i="0" u="none" strike="noStrike" kern="1200" cap="none" spc="-60" normalizeH="0" baseline="0" noProof="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Pretendard SemiBold" panose="02000703000000020004" pitchFamily="50" charset="-127"/>
                          <a:ea typeface="Pretendard SemiBold" panose="02000703000000020004" pitchFamily="50" charset="-127"/>
                          <a:cs typeface="Pretendard SemiBold" panose="02000703000000020004" pitchFamily="50" charset="-127"/>
                        </a:rPr>
                        <a:t>부</a:t>
                      </a:r>
                      <a:r>
                        <a:rPr kumimoji="0" lang="en-US" altLang="ko-KR" sz="1100" b="0" i="0" u="none" strike="noStrike" kern="1200" cap="none" spc="-60" normalizeH="0" baseline="0" noProof="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Pretendard SemiBold" panose="02000703000000020004" pitchFamily="50" charset="-127"/>
                          <a:ea typeface="Pretendard SemiBold" panose="02000703000000020004" pitchFamily="50" charset="-127"/>
                          <a:cs typeface="Pretendard SemiBold" panose="02000703000000020004" pitchFamily="50" charset="-127"/>
                        </a:rPr>
                        <a:t>) </a:t>
                      </a:r>
                      <a:r>
                        <a:rPr kumimoji="0" lang="ko-KR" altLang="en-US" sz="1100" b="0" i="0" u="none" strike="noStrike" kern="1200" cap="none" spc="-60" normalizeH="0" baseline="0" noProof="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Pretendard SemiBold" panose="02000703000000020004" pitchFamily="50" charset="-127"/>
                          <a:ea typeface="Pretendard SemiBold" panose="02000703000000020004" pitchFamily="50" charset="-127"/>
                          <a:cs typeface="Pretendard SemiBold" panose="02000703000000020004" pitchFamily="50" charset="-127"/>
                        </a:rPr>
                        <a:t>장기 이용자</a:t>
                      </a:r>
                      <a:endParaRPr kumimoji="0" lang="en-US" sz="1100" b="0" i="0" u="none" strike="noStrike" kern="1200" cap="none" spc="-60" normalizeH="0" baseline="0" noProof="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endParaRPr>
                    </a:p>
                  </a:txBody>
                  <a:tcPr marL="110769" marR="112542" marT="57600" marB="56271" anchor="ctr">
                    <a:lnL w="12700" cmpd="sng">
                      <a:noFill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200" noProof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장애인복지법</a:t>
                      </a:r>
                      <a:endParaRPr lang="en-US" altLang="ko-KR" sz="1100" kern="1200" noProof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  <a:p>
                      <a:pPr marL="0" marR="0" lvl="0" indent="0" algn="ctr" defTabSz="685800" rtl="0" eaLnBrk="1" fontAlgn="auto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200" noProof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형사소송법</a:t>
                      </a:r>
                      <a:endParaRPr lang="en-US" sz="1100" kern="1200" noProof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110769" marR="112542" marT="57600" marB="56271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685800" rtl="0" eaLnBrk="1" latinLnBrk="0" hangingPunct="1">
                        <a:lnSpc>
                          <a:spcPct val="120000"/>
                        </a:lnSpc>
                      </a:pPr>
                      <a:r>
                        <a:rPr lang="ko-KR" altLang="en-US" sz="1100" kern="1200" spc="-2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  <a:alpha val="80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메인 라운지</a:t>
                      </a:r>
                      <a:r>
                        <a:rPr lang="en-US" altLang="ko-KR" sz="1100" kern="1200" spc="-2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  <a:alpha val="80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/</a:t>
                      </a:r>
                      <a:r>
                        <a:rPr lang="ko-KR" altLang="en-US" sz="1100" kern="1200" spc="-2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  <a:alpha val="80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카페와 더불어 </a:t>
                      </a:r>
                      <a:r>
                        <a:rPr lang="ko-KR" altLang="en-US" sz="1100" kern="1200" spc="-20" baseline="0" dirty="0" err="1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  <a:alpha val="80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프라이빗</a:t>
                      </a:r>
                      <a:r>
                        <a:rPr lang="ko-KR" altLang="en-US" sz="1100" kern="1200" spc="-2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  <a:alpha val="80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 오피스를 추가하여</a:t>
                      </a:r>
                      <a:endParaRPr lang="en-US" altLang="ko-KR" sz="1100" kern="1200" spc="-20" baseline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  <a:alpha val="80000"/>
                          </a:schemeClr>
                        </a:solidFill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  <a:p>
                      <a:pPr marL="0" algn="l" defTabSz="685800" rtl="0" eaLnBrk="1" latinLnBrk="0" hangingPunct="1">
                        <a:lnSpc>
                          <a:spcPct val="120000"/>
                        </a:lnSpc>
                      </a:pPr>
                      <a:r>
                        <a:rPr lang="ko-KR" altLang="en-US" sz="1100" kern="1200" spc="-2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  <a:alpha val="80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수준 높은 공간과 서비스를 제공하여 사업가 양산</a:t>
                      </a:r>
                      <a:endParaRPr lang="en-US" altLang="ko-KR" sz="1100" kern="1200" spc="-20" baseline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  <a:alpha val="80000"/>
                          </a:schemeClr>
                        </a:solidFill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110769" marR="112542" marT="57600" marB="56271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7423528"/>
                  </a:ext>
                </a:extLst>
              </a:tr>
              <a:tr h="705097">
                <a:tc rowSpan="3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300" b="0" kern="120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네트</a:t>
                      </a:r>
                      <a:endParaRPr lang="en-US" altLang="ko-KR" sz="1300" b="0" kern="12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300" b="0" kern="120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워킹</a:t>
                      </a:r>
                      <a:endParaRPr lang="en-US" sz="1300" b="0" kern="12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112542" marR="112542" marT="56271" marB="56271" anchor="ctr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100" b="0" i="0" u="none" strike="noStrike" kern="1200" cap="none" spc="-60" normalizeH="0" baseline="0" noProof="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Pretendard SemiBold" panose="02000703000000020004" pitchFamily="50" charset="-127"/>
                          <a:ea typeface="Pretendard SemiBold" panose="02000703000000020004" pitchFamily="50" charset="-127"/>
                          <a:cs typeface="Pretendard SemiBold" panose="02000703000000020004" pitchFamily="50" charset="-127"/>
                        </a:rPr>
                        <a:t>제한된 서비스</a:t>
                      </a:r>
                      <a:endParaRPr kumimoji="0" lang="en-US" altLang="ko-KR" sz="1100" b="0" i="0" u="none" strike="noStrike" kern="1200" cap="none" spc="-60" normalizeH="0" baseline="0" noProof="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endParaRPr>
                    </a:p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-60" normalizeH="0" baseline="0" noProof="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Pretendard SemiBold" panose="02000703000000020004" pitchFamily="50" charset="-127"/>
                          <a:ea typeface="Pretendard SemiBold" panose="02000703000000020004" pitchFamily="50" charset="-127"/>
                          <a:cs typeface="Pretendard SemiBold" panose="02000703000000020004" pitchFamily="50" charset="-127"/>
                        </a:rPr>
                        <a:t>(</a:t>
                      </a:r>
                      <a:r>
                        <a:rPr kumimoji="0" lang="ko-KR" altLang="en-US" sz="1100" b="0" i="0" u="none" strike="noStrike" kern="1200" cap="none" spc="-60" normalizeH="0" baseline="0" noProof="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Pretendard SemiBold" panose="02000703000000020004" pitchFamily="50" charset="-127"/>
                          <a:ea typeface="Pretendard SemiBold" panose="02000703000000020004" pitchFamily="50" charset="-127"/>
                          <a:cs typeface="Pretendard SemiBold" panose="02000703000000020004" pitchFamily="50" charset="-127"/>
                        </a:rPr>
                        <a:t>복합기 등</a:t>
                      </a:r>
                      <a:r>
                        <a:rPr kumimoji="0" lang="en-US" altLang="ko-KR" sz="1100" b="0" i="0" u="none" strike="noStrike" kern="1200" cap="none" spc="-60" normalizeH="0" baseline="0" noProof="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Pretendard SemiBold" panose="02000703000000020004" pitchFamily="50" charset="-127"/>
                          <a:ea typeface="Pretendard SemiBold" panose="02000703000000020004" pitchFamily="50" charset="-127"/>
                          <a:cs typeface="Pretendard SemiBold" panose="02000703000000020004" pitchFamily="50" charset="-127"/>
                        </a:rPr>
                        <a:t>)</a:t>
                      </a:r>
                      <a:endParaRPr kumimoji="0" lang="en-US" sz="1100" b="0" i="0" u="none" strike="noStrike" kern="1200" cap="none" spc="-60" normalizeH="0" baseline="0" noProof="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endParaRPr>
                    </a:p>
                  </a:txBody>
                  <a:tcPr marL="110769" marR="110769" marT="57600" marB="56271" anchor="ctr">
                    <a:lnL w="12700" cmpd="sng">
                      <a:noFill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200" noProof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심리적 안정과</a:t>
                      </a:r>
                      <a:endParaRPr lang="en-US" altLang="ko-KR" sz="1100" kern="1200" noProof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  <a:p>
                      <a:pPr marL="0" marR="0" lvl="0" indent="0" algn="ctr" defTabSz="685800" rtl="0" eaLnBrk="1" fontAlgn="auto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200" noProof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원활한 의사소통</a:t>
                      </a:r>
                      <a:endParaRPr lang="en-US" sz="1100" kern="1200" noProof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110769" marR="112542" marT="57600" marB="56271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100" b="0" i="0" u="none" strike="noStrike" kern="1200" cap="none" spc="-20" normalizeH="0" baseline="0" noProof="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  <a:alpha val="80000"/>
                            </a:prstClr>
                          </a:solidFill>
                          <a:effectLst/>
                          <a:uLnTx/>
                          <a:uFillTx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최소 </a:t>
                      </a:r>
                      <a:r>
                        <a:rPr kumimoji="0" lang="en-US" altLang="ko-KR" sz="1100" b="0" i="0" u="none" strike="noStrike" kern="1200" cap="none" spc="-20" normalizeH="0" baseline="0" noProof="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  <a:alpha val="80000"/>
                            </a:prstClr>
                          </a:solidFill>
                          <a:effectLst/>
                          <a:uLnTx/>
                          <a:uFillTx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2</a:t>
                      </a:r>
                      <a:r>
                        <a:rPr kumimoji="0" lang="ko-KR" altLang="en-US" sz="1100" b="0" i="0" u="none" strike="noStrike" kern="1200" cap="none" spc="-20" normalizeH="0" baseline="0" noProof="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  <a:alpha val="80000"/>
                            </a:prstClr>
                          </a:solidFill>
                          <a:effectLst/>
                          <a:uLnTx/>
                          <a:uFillTx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개월 이용자에겐 보증금을 대출해주고 디지털화 된 서비스 및 다양한 업무를 지원하는 서비스 제공</a:t>
                      </a:r>
                      <a:endParaRPr kumimoji="0" lang="en-US" altLang="ko-KR" sz="1100" b="0" i="0" u="none" strike="noStrike" kern="1200" cap="none" spc="-20" normalizeH="0" baseline="0" noProof="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  <a:alpha val="80000"/>
                          </a:prstClr>
                        </a:solidFill>
                        <a:effectLst/>
                        <a:uLnTx/>
                        <a:uFillTx/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110769" marR="112542" marT="57600" marB="56271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6672319"/>
                  </a:ext>
                </a:extLst>
              </a:tr>
              <a:tr h="705097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100" b="0" i="0" u="none" strike="noStrike" kern="1200" cap="none" spc="-60" normalizeH="0" baseline="0" noProof="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Pretendard SemiBold" panose="02000703000000020004" pitchFamily="50" charset="-127"/>
                          <a:ea typeface="Pretendard SemiBold" panose="02000703000000020004" pitchFamily="50" charset="-127"/>
                          <a:cs typeface="Pretendard SemiBold" panose="02000703000000020004" pitchFamily="50" charset="-127"/>
                        </a:rPr>
                        <a:t>간헐적 이벤트</a:t>
                      </a:r>
                      <a:endParaRPr kumimoji="0" lang="en-US" sz="1100" b="0" i="0" u="none" strike="noStrike" kern="1200" cap="none" spc="-60" normalizeH="0" baseline="0" noProof="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endParaRPr>
                    </a:p>
                  </a:txBody>
                  <a:tcPr marL="110769" marR="110769" marT="57600" marB="56271" anchor="ctr">
                    <a:lnL w="12700" cmpd="sng">
                      <a:noFill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200" noProof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모든 장애인 여부 무관 사업 등록</a:t>
                      </a:r>
                      <a:endParaRPr lang="en-US" sz="1100" kern="1200" noProof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110769" marR="112542" marT="57600" marB="56271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685800" rtl="0" eaLnBrk="1" latinLnBrk="0" hangingPunct="1">
                        <a:lnSpc>
                          <a:spcPct val="120000"/>
                        </a:lnSpc>
                      </a:pPr>
                      <a:r>
                        <a:rPr lang="ko-KR" altLang="en-US" sz="1100" kern="1200" spc="-2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  <a:alpha val="80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메인 라운지</a:t>
                      </a:r>
                      <a:r>
                        <a:rPr lang="en-US" altLang="ko-KR" sz="1100" kern="1200" spc="-2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  <a:alpha val="80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/</a:t>
                      </a:r>
                      <a:r>
                        <a:rPr lang="ko-KR" altLang="en-US" sz="1100" kern="1200" spc="-2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  <a:alpha val="80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카페와 더불어 </a:t>
                      </a:r>
                      <a:r>
                        <a:rPr lang="ko-KR" altLang="en-US" sz="1100" kern="1200" spc="-20" baseline="0" dirty="0" err="1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  <a:alpha val="80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프라이빗</a:t>
                      </a:r>
                      <a:r>
                        <a:rPr lang="ko-KR" altLang="en-US" sz="1100" kern="1200" spc="-2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  <a:alpha val="80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 오피스를 추가하여</a:t>
                      </a:r>
                      <a:endParaRPr lang="en-US" altLang="ko-KR" sz="1100" kern="1200" spc="-20" baseline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  <a:alpha val="80000"/>
                          </a:schemeClr>
                        </a:solidFill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  <a:p>
                      <a:pPr marL="0" algn="l" defTabSz="685800" rtl="0" eaLnBrk="1" latinLnBrk="0" hangingPunct="1">
                        <a:lnSpc>
                          <a:spcPct val="120000"/>
                        </a:lnSpc>
                      </a:pPr>
                      <a:r>
                        <a:rPr lang="ko-KR" altLang="en-US" sz="1100" kern="1200" spc="-2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  <a:alpha val="80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수준 높은 공간과 서비스를 제공하여 사업가 양산</a:t>
                      </a:r>
                      <a:endParaRPr lang="en-US" altLang="ko-KR" sz="1100" kern="1200" spc="-20" baseline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  <a:alpha val="80000"/>
                          </a:schemeClr>
                        </a:solidFill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110769" marR="112542" marT="57600" marB="56271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4307338"/>
                  </a:ext>
                </a:extLst>
              </a:tr>
              <a:tr h="705097">
                <a:tc v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100" b="0" i="0" u="none" strike="noStrike" kern="1200" cap="none" spc="-60" normalizeH="0" baseline="0" noProof="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Pretendard SemiBold" panose="02000703000000020004" pitchFamily="50" charset="-127"/>
                          <a:ea typeface="Pretendard SemiBold" panose="02000703000000020004" pitchFamily="50" charset="-127"/>
                          <a:cs typeface="Pretendard SemiBold" panose="02000703000000020004" pitchFamily="50" charset="-127"/>
                        </a:rPr>
                        <a:t>오픈 데스크</a:t>
                      </a:r>
                      <a:r>
                        <a:rPr kumimoji="0" lang="en-US" altLang="ko-KR" sz="1100" b="0" i="0" u="none" strike="noStrike" kern="1200" cap="none" spc="-60" normalizeH="0" baseline="0" noProof="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Pretendard SemiBold" panose="02000703000000020004" pitchFamily="50" charset="-127"/>
                          <a:ea typeface="Pretendard SemiBold" panose="02000703000000020004" pitchFamily="50" charset="-127"/>
                          <a:cs typeface="Pretendard SemiBold" panose="02000703000000020004" pitchFamily="50" charset="-127"/>
                        </a:rPr>
                        <a:t>(</a:t>
                      </a:r>
                      <a:r>
                        <a:rPr kumimoji="0" lang="ko-KR" altLang="en-US" sz="1100" b="0" i="0" u="none" strike="noStrike" kern="1200" cap="none" spc="-60" normalizeH="0" baseline="0" noProof="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Pretendard SemiBold" panose="02000703000000020004" pitchFamily="50" charset="-127"/>
                          <a:ea typeface="Pretendard SemiBold" panose="02000703000000020004" pitchFamily="50" charset="-127"/>
                          <a:cs typeface="Pretendard SemiBold" panose="02000703000000020004" pitchFamily="50" charset="-127"/>
                        </a:rPr>
                        <a:t>주 공간</a:t>
                      </a:r>
                      <a:r>
                        <a:rPr kumimoji="0" lang="en-US" altLang="ko-KR" sz="1100" b="0" i="0" u="none" strike="noStrike" kern="1200" cap="none" spc="-60" normalizeH="0" baseline="0" noProof="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Pretendard SemiBold" panose="02000703000000020004" pitchFamily="50" charset="-127"/>
                          <a:ea typeface="Pretendard SemiBold" panose="02000703000000020004" pitchFamily="50" charset="-127"/>
                          <a:cs typeface="Pretendard SemiBold" panose="02000703000000020004" pitchFamily="50" charset="-127"/>
                        </a:rPr>
                        <a:t>)</a:t>
                      </a:r>
                      <a:endParaRPr kumimoji="0" lang="en-US" sz="1100" b="0" i="0" u="none" strike="noStrike" kern="1200" cap="none" spc="-60" normalizeH="0" baseline="0" noProof="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endParaRPr>
                    </a:p>
                  </a:txBody>
                  <a:tcPr marL="110769" marR="110769" marT="57600" marB="56271" anchor="ctr">
                    <a:lnL w="12700" cmpd="sng">
                      <a:noFill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200" noProof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발달 피해자는 신뢰관계인 동석</a:t>
                      </a:r>
                      <a:endParaRPr lang="en-US" sz="1100" kern="1200" noProof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110769" marR="112542" marT="57600" marB="56271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100" b="0" i="0" u="none" strike="noStrike" kern="1200" cap="none" spc="-20" normalizeH="0" baseline="0" noProof="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  <a:alpha val="80000"/>
                            </a:prstClr>
                          </a:solidFill>
                          <a:effectLst/>
                          <a:uLnTx/>
                          <a:uFillTx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최소 </a:t>
                      </a:r>
                      <a:r>
                        <a:rPr kumimoji="0" lang="en-US" altLang="ko-KR" sz="1100" b="0" i="0" u="none" strike="noStrike" kern="1200" cap="none" spc="-20" normalizeH="0" baseline="0" noProof="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  <a:alpha val="80000"/>
                            </a:prstClr>
                          </a:solidFill>
                          <a:effectLst/>
                          <a:uLnTx/>
                          <a:uFillTx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2</a:t>
                      </a:r>
                      <a:r>
                        <a:rPr kumimoji="0" lang="ko-KR" altLang="en-US" sz="1100" b="0" i="0" u="none" strike="noStrike" kern="1200" cap="none" spc="-20" normalizeH="0" baseline="0" noProof="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  <a:alpha val="80000"/>
                            </a:prstClr>
                          </a:solidFill>
                          <a:effectLst/>
                          <a:uLnTx/>
                          <a:uFillTx/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개월 이용자에겐 보증금을 대출해주고 디지털화 된 서비스 및 다양한 업무를 지원하는 서비스 제공</a:t>
                      </a:r>
                      <a:endParaRPr kumimoji="0" lang="en-US" altLang="ko-KR" sz="1100" b="0" i="0" u="none" strike="noStrike" kern="1200" cap="none" spc="-20" normalizeH="0" baseline="0" noProof="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  <a:alpha val="80000"/>
                          </a:prstClr>
                        </a:solidFill>
                        <a:effectLst/>
                        <a:uLnTx/>
                        <a:uFillTx/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110769" marR="112542" marT="57600" marB="56271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83443429"/>
                  </a:ext>
                </a:extLst>
              </a:tr>
            </a:tbl>
          </a:graphicData>
        </a:graphic>
      </p:graphicFrame>
      <p:grpSp>
        <p:nvGrpSpPr>
          <p:cNvPr id="3" name="그룹 2">
            <a:extLst>
              <a:ext uri="{FF2B5EF4-FFF2-40B4-BE49-F238E27FC236}">
                <a16:creationId xmlns:a16="http://schemas.microsoft.com/office/drawing/2014/main" id="{E9A239F6-1212-53AF-A825-673ED3267123}"/>
              </a:ext>
            </a:extLst>
          </p:cNvPr>
          <p:cNvGrpSpPr/>
          <p:nvPr/>
        </p:nvGrpSpPr>
        <p:grpSpPr>
          <a:xfrm>
            <a:off x="577330" y="5077681"/>
            <a:ext cx="7553450" cy="1612604"/>
            <a:chOff x="316680" y="8210252"/>
            <a:chExt cx="6137178" cy="1310241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72668775-7104-76BF-BBE1-42438E935E1D}"/>
                </a:ext>
              </a:extLst>
            </p:cNvPr>
            <p:cNvSpPr txBox="1"/>
            <p:nvPr/>
          </p:nvSpPr>
          <p:spPr>
            <a:xfrm>
              <a:off x="316680" y="8638725"/>
              <a:ext cx="1365791" cy="43522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>
                <a:lnSpc>
                  <a:spcPct val="110000"/>
                </a:lnSpc>
              </a:pPr>
              <a:r>
                <a:rPr lang="ko-KR" altLang="en-US" sz="1354" spc="-37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신재생에너지 기업으로</a:t>
              </a:r>
              <a:endParaRPr lang="en-US" altLang="ko-KR" sz="1354" spc="-37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  <a:p>
              <a:pPr algn="l">
                <a:lnSpc>
                  <a:spcPct val="110000"/>
                </a:lnSpc>
              </a:pPr>
              <a:r>
                <a:rPr lang="ko-KR" altLang="en-US" sz="1354" spc="-37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도약하기 위한 도전</a:t>
              </a:r>
              <a:endParaRPr lang="en-US" sz="1354" spc="-37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724C1BAB-F22E-493A-2E77-3B384604264E}"/>
                </a:ext>
              </a:extLst>
            </p:cNvPr>
            <p:cNvSpPr txBox="1"/>
            <p:nvPr/>
          </p:nvSpPr>
          <p:spPr>
            <a:xfrm>
              <a:off x="316680" y="9091157"/>
              <a:ext cx="1460556" cy="42933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국내 최다</a:t>
              </a:r>
              <a:r>
                <a:rPr lang="en-US" altLang="ko-KR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, </a:t>
              </a:r>
              <a:r>
                <a:rPr lang="ko-KR" alt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최초 주민참여형</a:t>
              </a:r>
              <a:endParaRPr lang="en-US" altLang="ko-KR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>
                <a:lnSpc>
                  <a:spcPct val="120000"/>
                </a:lnSpc>
              </a:pPr>
              <a:r>
                <a:rPr lang="ko-KR" alt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발전소로서 연간 사용할 전력</a:t>
              </a:r>
              <a:endParaRPr lang="en-US" altLang="ko-KR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  <p:cxnSp>
          <p:nvCxnSpPr>
            <p:cNvPr id="6" name="직선 연결선 5">
              <a:extLst>
                <a:ext uri="{FF2B5EF4-FFF2-40B4-BE49-F238E27FC236}">
                  <a16:creationId xmlns:a16="http://schemas.microsoft.com/office/drawing/2014/main" id="{0D44DFC5-D8B0-2C8D-176F-90E78049EC27}"/>
                </a:ext>
              </a:extLst>
            </p:cNvPr>
            <p:cNvCxnSpPr/>
            <p:nvPr/>
          </p:nvCxnSpPr>
          <p:spPr>
            <a:xfrm>
              <a:off x="404812" y="8210252"/>
              <a:ext cx="1872060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ADE4F36-87E5-F4C6-DB49-4C9669A37A0A}"/>
                </a:ext>
              </a:extLst>
            </p:cNvPr>
            <p:cNvSpPr txBox="1"/>
            <p:nvPr/>
          </p:nvSpPr>
          <p:spPr>
            <a:xfrm>
              <a:off x="2398755" y="8638725"/>
              <a:ext cx="1431016" cy="43522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>
                <a:lnSpc>
                  <a:spcPct val="110000"/>
                </a:lnSpc>
              </a:pPr>
              <a:r>
                <a:rPr lang="ko-KR" altLang="en-US" sz="1354" spc="-37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태양광 프로젝트 첫번째</a:t>
              </a:r>
              <a:r>
                <a:rPr lang="en-US" altLang="ko-KR" sz="1354" spc="-37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,</a:t>
              </a:r>
            </a:p>
            <a:p>
              <a:pPr algn="l">
                <a:lnSpc>
                  <a:spcPct val="110000"/>
                </a:lnSpc>
              </a:pPr>
              <a:r>
                <a:rPr lang="en-US" sz="1354" spc="-37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ESS </a:t>
              </a:r>
              <a:r>
                <a:rPr lang="ko-KR" altLang="en-US" sz="1354" spc="-37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연계 발전소 건설</a:t>
              </a:r>
              <a:endParaRPr lang="en-US" sz="1354" spc="-37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BCF21715-32CC-963F-4289-93364DF1F3F8}"/>
                </a:ext>
              </a:extLst>
            </p:cNvPr>
            <p:cNvSpPr txBox="1"/>
            <p:nvPr/>
          </p:nvSpPr>
          <p:spPr>
            <a:xfrm>
              <a:off x="2398755" y="9091157"/>
              <a:ext cx="1588404" cy="42933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에너지 사업 확장 및 전력사업</a:t>
              </a:r>
              <a:endParaRPr lang="en-US" altLang="ko-KR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>
                <a:lnSpc>
                  <a:spcPct val="120000"/>
                </a:lnSpc>
              </a:pPr>
              <a:r>
                <a:rPr lang="ko-KR" alt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자유화 전망에 대비한 산업 연계</a:t>
              </a:r>
              <a:endParaRPr lang="en-US" altLang="ko-KR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  <p:cxnSp>
          <p:nvCxnSpPr>
            <p:cNvPr id="9" name="직선 연결선 8">
              <a:extLst>
                <a:ext uri="{FF2B5EF4-FFF2-40B4-BE49-F238E27FC236}">
                  <a16:creationId xmlns:a16="http://schemas.microsoft.com/office/drawing/2014/main" id="{F1DE97B3-A2B7-0F53-D543-69B1CF4C8EFF}"/>
                </a:ext>
              </a:extLst>
            </p:cNvPr>
            <p:cNvCxnSpPr/>
            <p:nvPr/>
          </p:nvCxnSpPr>
          <p:spPr>
            <a:xfrm>
              <a:off x="2493305" y="8210252"/>
              <a:ext cx="1872060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91779E38-3E3B-D836-4D32-24D1ADACB826}"/>
                </a:ext>
              </a:extLst>
            </p:cNvPr>
            <p:cNvSpPr txBox="1"/>
            <p:nvPr/>
          </p:nvSpPr>
          <p:spPr>
            <a:xfrm>
              <a:off x="4487765" y="8638725"/>
              <a:ext cx="1574389" cy="43522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>
                <a:lnSpc>
                  <a:spcPct val="110000"/>
                </a:lnSpc>
              </a:pPr>
              <a:r>
                <a:rPr lang="ko-KR" altLang="en-US" sz="1354" spc="-37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재생 에너지 전력 사업 연계</a:t>
              </a:r>
              <a:endParaRPr lang="en-US" altLang="ko-KR" sz="1354" spc="-37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  <a:p>
              <a:pPr algn="l">
                <a:lnSpc>
                  <a:spcPct val="110000"/>
                </a:lnSpc>
              </a:pPr>
              <a:r>
                <a:rPr lang="ko-KR" altLang="en-US" sz="1354" spc="-37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신규</a:t>
              </a:r>
              <a:r>
                <a:rPr lang="en-US" altLang="ko-KR" sz="1354" spc="-37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 </a:t>
              </a:r>
              <a:r>
                <a:rPr lang="ko-KR" altLang="en-US" sz="1354" spc="-37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사업 기획 발굴</a:t>
              </a:r>
              <a:endParaRPr lang="en-US" sz="1354" spc="-37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CD114FC-B18C-A603-5480-2BE02FF80B25}"/>
                </a:ext>
              </a:extLst>
            </p:cNvPr>
            <p:cNvSpPr txBox="1"/>
            <p:nvPr/>
          </p:nvSpPr>
          <p:spPr>
            <a:xfrm>
              <a:off x="4478239" y="9091157"/>
              <a:ext cx="1716252" cy="42933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신재생 사업부지 선점 및 사업개발</a:t>
              </a:r>
            </a:p>
            <a:p>
              <a:pPr>
                <a:lnSpc>
                  <a:spcPct val="120000"/>
                </a:lnSpc>
              </a:pPr>
              <a:r>
                <a:rPr lang="ko-KR" alt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가속화</a:t>
              </a:r>
              <a:r>
                <a:rPr lang="en-US" altLang="ko-KR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, </a:t>
              </a:r>
              <a:r>
                <a:rPr lang="ko-KR" alt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해상풍력  대규모 사업개발</a:t>
              </a:r>
              <a:endParaRPr lang="en-US" altLang="ko-KR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  <p:cxnSp>
          <p:nvCxnSpPr>
            <p:cNvPr id="12" name="직선 연결선 11">
              <a:extLst>
                <a:ext uri="{FF2B5EF4-FFF2-40B4-BE49-F238E27FC236}">
                  <a16:creationId xmlns:a16="http://schemas.microsoft.com/office/drawing/2014/main" id="{290BA685-2573-E589-5BFA-D720972AC1D4}"/>
                </a:ext>
              </a:extLst>
            </p:cNvPr>
            <p:cNvCxnSpPr/>
            <p:nvPr/>
          </p:nvCxnSpPr>
          <p:spPr>
            <a:xfrm>
              <a:off x="4581798" y="8210252"/>
              <a:ext cx="1872060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560A49F-3E22-1058-6CF7-3C6B25274E51}"/>
                </a:ext>
              </a:extLst>
            </p:cNvPr>
            <p:cNvSpPr txBox="1"/>
            <p:nvPr/>
          </p:nvSpPr>
          <p:spPr>
            <a:xfrm>
              <a:off x="316680" y="8354268"/>
              <a:ext cx="344105" cy="2489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>
                <a:lnSpc>
                  <a:spcPct val="110000"/>
                </a:lnSpc>
              </a:pPr>
              <a:r>
                <a:rPr lang="en-US" altLang="ko-KR" sz="135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01.</a:t>
              </a:r>
              <a:endParaRPr lang="en-US" sz="135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BD0D3F01-2451-6007-0691-2BB6EA982FA7}"/>
                </a:ext>
              </a:extLst>
            </p:cNvPr>
            <p:cNvSpPr txBox="1"/>
            <p:nvPr/>
          </p:nvSpPr>
          <p:spPr>
            <a:xfrm>
              <a:off x="2398755" y="8354268"/>
              <a:ext cx="363641" cy="2489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>
                <a:lnSpc>
                  <a:spcPct val="110000"/>
                </a:lnSpc>
              </a:pPr>
              <a:r>
                <a:rPr lang="en-US" altLang="ko-KR" sz="135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02.</a:t>
              </a:r>
              <a:endParaRPr lang="en-US" sz="135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1603B2D6-55E5-33FC-3DAF-28B07FD8C3A7}"/>
                </a:ext>
              </a:extLst>
            </p:cNvPr>
            <p:cNvSpPr txBox="1"/>
            <p:nvPr/>
          </p:nvSpPr>
          <p:spPr>
            <a:xfrm>
              <a:off x="4482432" y="8354268"/>
              <a:ext cx="367549" cy="2489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>
                <a:lnSpc>
                  <a:spcPct val="110000"/>
                </a:lnSpc>
              </a:pPr>
              <a:r>
                <a:rPr lang="en-US" altLang="ko-KR" sz="135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03.</a:t>
              </a:r>
              <a:endParaRPr lang="en-US" sz="135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4171600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D728DDB-623B-CC60-8D61-BF040BCB3A31}"/>
              </a:ext>
            </a:extLst>
          </p:cNvPr>
          <p:cNvSpPr txBox="1"/>
          <p:nvPr/>
        </p:nvSpPr>
        <p:spPr>
          <a:xfrm>
            <a:off x="1892438" y="5989723"/>
            <a:ext cx="250390" cy="23859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862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0</a:t>
            </a:r>
            <a:endParaRPr lang="en-US" altLang="ko-KR" sz="862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85000"/>
                  <a:lumOff val="15000"/>
                  <a:alpha val="60000"/>
                </a:schemeClr>
              </a:solidFill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0362492-4146-FD32-0F6C-5449E7E873A1}"/>
              </a:ext>
            </a:extLst>
          </p:cNvPr>
          <p:cNvSpPr txBox="1"/>
          <p:nvPr/>
        </p:nvSpPr>
        <p:spPr>
          <a:xfrm>
            <a:off x="2443561" y="5989723"/>
            <a:ext cx="298480" cy="23859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862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10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A97F87B-85C9-588E-6948-81AF5B827E68}"/>
              </a:ext>
            </a:extLst>
          </p:cNvPr>
          <p:cNvSpPr txBox="1"/>
          <p:nvPr/>
        </p:nvSpPr>
        <p:spPr>
          <a:xfrm>
            <a:off x="9136023" y="5989723"/>
            <a:ext cx="364202" cy="23859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ko-KR" sz="862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100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65BC160-4317-FC86-AE4C-45E9233C034C}"/>
              </a:ext>
            </a:extLst>
          </p:cNvPr>
          <p:cNvSpPr txBox="1"/>
          <p:nvPr/>
        </p:nvSpPr>
        <p:spPr>
          <a:xfrm>
            <a:off x="1867777" y="5439603"/>
            <a:ext cx="298480" cy="23859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862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10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526FB03-4BE1-14F6-A760-5FD1704B8860}"/>
              </a:ext>
            </a:extLst>
          </p:cNvPr>
          <p:cNvSpPr txBox="1"/>
          <p:nvPr/>
        </p:nvSpPr>
        <p:spPr>
          <a:xfrm>
            <a:off x="1856533" y="222324"/>
            <a:ext cx="364202" cy="23859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ko-KR" sz="862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100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0A91582B-1CFC-F8E3-7873-A4095F36CF4B}"/>
              </a:ext>
            </a:extLst>
          </p:cNvPr>
          <p:cNvSpPr/>
          <p:nvPr/>
        </p:nvSpPr>
        <p:spPr>
          <a:xfrm>
            <a:off x="2201955" y="304636"/>
            <a:ext cx="7178462" cy="5640497"/>
          </a:xfrm>
          <a:prstGeom prst="rect">
            <a:avLst/>
          </a:prstGeom>
          <a:solidFill>
            <a:srgbClr val="FBFBF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15" dirty="0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02492ED7-7FF7-16A3-B078-6B9E00330FF0}"/>
              </a:ext>
            </a:extLst>
          </p:cNvPr>
          <p:cNvCxnSpPr/>
          <p:nvPr/>
        </p:nvCxnSpPr>
        <p:spPr>
          <a:xfrm>
            <a:off x="2610122" y="304636"/>
            <a:ext cx="0" cy="564049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F73B1DB7-96F1-94D5-E88B-053738D64C3D}"/>
              </a:ext>
            </a:extLst>
          </p:cNvPr>
          <p:cNvCxnSpPr>
            <a:cxnSpLocks/>
          </p:cNvCxnSpPr>
          <p:nvPr/>
        </p:nvCxnSpPr>
        <p:spPr>
          <a:xfrm>
            <a:off x="2201955" y="5569500"/>
            <a:ext cx="7178462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522408EC-2DF6-2F41-5D0F-D0B8943DB58B}"/>
              </a:ext>
            </a:extLst>
          </p:cNvPr>
          <p:cNvCxnSpPr>
            <a:cxnSpLocks/>
          </p:cNvCxnSpPr>
          <p:nvPr/>
        </p:nvCxnSpPr>
        <p:spPr>
          <a:xfrm flipV="1">
            <a:off x="2610121" y="1620851"/>
            <a:ext cx="677029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9AE4E200-A6DE-1B75-B617-D095FCCCE090}"/>
              </a:ext>
            </a:extLst>
          </p:cNvPr>
          <p:cNvCxnSpPr>
            <a:cxnSpLocks/>
          </p:cNvCxnSpPr>
          <p:nvPr/>
        </p:nvCxnSpPr>
        <p:spPr>
          <a:xfrm flipV="1">
            <a:off x="2610121" y="2937066"/>
            <a:ext cx="677029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FE505656-74E8-6FBB-D6AD-A6169462D9CD}"/>
              </a:ext>
            </a:extLst>
          </p:cNvPr>
          <p:cNvCxnSpPr>
            <a:cxnSpLocks/>
          </p:cNvCxnSpPr>
          <p:nvPr/>
        </p:nvCxnSpPr>
        <p:spPr>
          <a:xfrm flipV="1">
            <a:off x="2610121" y="4253282"/>
            <a:ext cx="677029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0FA59744-EE59-EB4C-3586-C5AC0C528F81}"/>
              </a:ext>
            </a:extLst>
          </p:cNvPr>
          <p:cNvCxnSpPr/>
          <p:nvPr/>
        </p:nvCxnSpPr>
        <p:spPr>
          <a:xfrm>
            <a:off x="4302695" y="304636"/>
            <a:ext cx="0" cy="5282255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49FEA3C0-55E0-EFCC-862D-354FAC9ED704}"/>
              </a:ext>
            </a:extLst>
          </p:cNvPr>
          <p:cNvCxnSpPr/>
          <p:nvPr/>
        </p:nvCxnSpPr>
        <p:spPr>
          <a:xfrm>
            <a:off x="5995269" y="304636"/>
            <a:ext cx="0" cy="5282255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1D4B8CC6-9162-2ADF-0B07-187292DD3D6E}"/>
              </a:ext>
            </a:extLst>
          </p:cNvPr>
          <p:cNvCxnSpPr/>
          <p:nvPr/>
        </p:nvCxnSpPr>
        <p:spPr>
          <a:xfrm>
            <a:off x="7687842" y="304636"/>
            <a:ext cx="0" cy="5282255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C491C130-F801-44F3-7A23-C94F16C10522}"/>
              </a:ext>
            </a:extLst>
          </p:cNvPr>
          <p:cNvSpPr txBox="1"/>
          <p:nvPr/>
        </p:nvSpPr>
        <p:spPr>
          <a:xfrm rot="16200000">
            <a:off x="1456081" y="2841565"/>
            <a:ext cx="1023037" cy="23859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862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Energy Resource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8F77AA3-3F72-91D0-82F8-56C591CD67C8}"/>
              </a:ext>
            </a:extLst>
          </p:cNvPr>
          <p:cNvSpPr txBox="1"/>
          <p:nvPr/>
        </p:nvSpPr>
        <p:spPr>
          <a:xfrm>
            <a:off x="5521032" y="5989723"/>
            <a:ext cx="857927" cy="23859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ko-KR" sz="862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Green Energy</a:t>
            </a:r>
          </a:p>
        </p:txBody>
      </p:sp>
      <p:sp>
        <p:nvSpPr>
          <p:cNvPr id="18" name="자유형: 도형 17">
            <a:extLst>
              <a:ext uri="{FF2B5EF4-FFF2-40B4-BE49-F238E27FC236}">
                <a16:creationId xmlns:a16="http://schemas.microsoft.com/office/drawing/2014/main" id="{0576BD2C-3EFA-304A-B8A5-F965C0D3A25F}"/>
              </a:ext>
            </a:extLst>
          </p:cNvPr>
          <p:cNvSpPr/>
          <p:nvPr/>
        </p:nvSpPr>
        <p:spPr>
          <a:xfrm>
            <a:off x="5218529" y="304635"/>
            <a:ext cx="4161888" cy="4162430"/>
          </a:xfrm>
          <a:custGeom>
            <a:avLst/>
            <a:gdLst>
              <a:gd name="connsiteX0" fmla="*/ 32620 w 3381534"/>
              <a:gd name="connsiteY0" fmla="*/ 0 h 3381974"/>
              <a:gd name="connsiteX1" fmla="*/ 3381534 w 3381534"/>
              <a:gd name="connsiteY1" fmla="*/ 0 h 3381974"/>
              <a:gd name="connsiteX2" fmla="*/ 3381534 w 3381534"/>
              <a:gd name="connsiteY2" fmla="*/ 3349421 h 3381974"/>
              <a:gd name="connsiteX3" fmla="*/ 3268552 w 3381534"/>
              <a:gd name="connsiteY3" fmla="*/ 3366665 h 3381974"/>
              <a:gd name="connsiteX4" fmla="*/ 2965360 w 3381534"/>
              <a:gd name="connsiteY4" fmla="*/ 3381974 h 3381974"/>
              <a:gd name="connsiteX5" fmla="*/ 0 w 3381534"/>
              <a:gd name="connsiteY5" fmla="*/ 416614 h 3381974"/>
              <a:gd name="connsiteX6" fmla="*/ 15310 w 3381534"/>
              <a:gd name="connsiteY6" fmla="*/ 113423 h 33819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381534" h="3381974">
                <a:moveTo>
                  <a:pt x="32620" y="0"/>
                </a:moveTo>
                <a:lnTo>
                  <a:pt x="3381534" y="0"/>
                </a:lnTo>
                <a:lnTo>
                  <a:pt x="3381534" y="3349421"/>
                </a:lnTo>
                <a:lnTo>
                  <a:pt x="3268552" y="3366665"/>
                </a:lnTo>
                <a:cubicBezTo>
                  <a:pt x="3168864" y="3376788"/>
                  <a:pt x="3067718" y="3381974"/>
                  <a:pt x="2965360" y="3381974"/>
                </a:cubicBezTo>
                <a:cubicBezTo>
                  <a:pt x="1327637" y="3381974"/>
                  <a:pt x="0" y="2054337"/>
                  <a:pt x="0" y="416614"/>
                </a:cubicBezTo>
                <a:cubicBezTo>
                  <a:pt x="0" y="314256"/>
                  <a:pt x="5186" y="213110"/>
                  <a:pt x="15310" y="113423"/>
                </a:cubicBezTo>
                <a:close/>
              </a:path>
            </a:pathLst>
          </a:custGeom>
          <a:solidFill>
            <a:schemeClr val="tx1">
              <a:alpha val="25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215"/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141FBE17-69C2-FC5C-A3B1-A7DAE4342C69}"/>
              </a:ext>
            </a:extLst>
          </p:cNvPr>
          <p:cNvGrpSpPr/>
          <p:nvPr/>
        </p:nvGrpSpPr>
        <p:grpSpPr>
          <a:xfrm>
            <a:off x="5880469" y="1874701"/>
            <a:ext cx="1396600" cy="486341"/>
            <a:chOff x="3793236" y="3554651"/>
            <a:chExt cx="1134737" cy="395152"/>
          </a:xfrm>
        </p:grpSpPr>
        <p:sp>
          <p:nvSpPr>
            <p:cNvPr id="20" name="타원 19">
              <a:extLst>
                <a:ext uri="{FF2B5EF4-FFF2-40B4-BE49-F238E27FC236}">
                  <a16:creationId xmlns:a16="http://schemas.microsoft.com/office/drawing/2014/main" id="{5944B0DF-59A9-7355-0EEE-AD0FA7CC116F}"/>
                </a:ext>
              </a:extLst>
            </p:cNvPr>
            <p:cNvSpPr/>
            <p:nvPr/>
          </p:nvSpPr>
          <p:spPr>
            <a:xfrm>
              <a:off x="4315605" y="3554651"/>
              <a:ext cx="90000" cy="9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15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C72DD066-C792-77F9-ADC8-7DC8D8B3A7D0}"/>
                </a:ext>
              </a:extLst>
            </p:cNvPr>
            <p:cNvSpPr txBox="1"/>
            <p:nvPr/>
          </p:nvSpPr>
          <p:spPr>
            <a:xfrm>
              <a:off x="3793236" y="3732452"/>
              <a:ext cx="1134737" cy="21735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1108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친환경 녹색 이미지 구축</a:t>
              </a:r>
              <a:endParaRPr lang="en-US" sz="1108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</p:grp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EF4A95B5-1A99-D33C-EEFA-7B2DAA870AB6}"/>
              </a:ext>
            </a:extLst>
          </p:cNvPr>
          <p:cNvGrpSpPr/>
          <p:nvPr/>
        </p:nvGrpSpPr>
        <p:grpSpPr>
          <a:xfrm>
            <a:off x="6733307" y="4075060"/>
            <a:ext cx="1282659" cy="486341"/>
            <a:chOff x="4102925" y="5151274"/>
            <a:chExt cx="1042161" cy="395152"/>
          </a:xfrm>
        </p:grpSpPr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A09F5FB8-8318-6EE5-98AC-AFAFBC22F989}"/>
                </a:ext>
              </a:extLst>
            </p:cNvPr>
            <p:cNvSpPr/>
            <p:nvPr/>
          </p:nvSpPr>
          <p:spPr>
            <a:xfrm>
              <a:off x="4579001" y="5151274"/>
              <a:ext cx="90000" cy="9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15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7A8D3CEE-D5E4-7E6A-3823-A61E09259E86}"/>
                </a:ext>
              </a:extLst>
            </p:cNvPr>
            <p:cNvSpPr txBox="1"/>
            <p:nvPr/>
          </p:nvSpPr>
          <p:spPr>
            <a:xfrm>
              <a:off x="4102925" y="5329075"/>
              <a:ext cx="1042161" cy="21735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1108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신안군 고급 인력 육성</a:t>
              </a:r>
              <a:endParaRPr lang="en-US" sz="1108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</p:grp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CD4E0B27-D6AC-BA15-7A4D-B4D7FF5657D6}"/>
              </a:ext>
            </a:extLst>
          </p:cNvPr>
          <p:cNvGrpSpPr/>
          <p:nvPr/>
        </p:nvGrpSpPr>
        <p:grpSpPr>
          <a:xfrm>
            <a:off x="7600810" y="998561"/>
            <a:ext cx="1282659" cy="486341"/>
            <a:chOff x="5075129" y="2680646"/>
            <a:chExt cx="1042161" cy="395152"/>
          </a:xfrm>
        </p:grpSpPr>
        <p:sp>
          <p:nvSpPr>
            <p:cNvPr id="26" name="타원 25">
              <a:extLst>
                <a:ext uri="{FF2B5EF4-FFF2-40B4-BE49-F238E27FC236}">
                  <a16:creationId xmlns:a16="http://schemas.microsoft.com/office/drawing/2014/main" id="{157E913B-09CC-EBDE-6AC2-C867810A9F5E}"/>
                </a:ext>
              </a:extLst>
            </p:cNvPr>
            <p:cNvSpPr/>
            <p:nvPr/>
          </p:nvSpPr>
          <p:spPr>
            <a:xfrm>
              <a:off x="5551201" y="2680646"/>
              <a:ext cx="90000" cy="9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15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F4444A2E-CA5A-078F-2C40-456CED14599E}"/>
                </a:ext>
              </a:extLst>
            </p:cNvPr>
            <p:cNvSpPr txBox="1"/>
            <p:nvPr/>
          </p:nvSpPr>
          <p:spPr>
            <a:xfrm>
              <a:off x="5075129" y="2858447"/>
              <a:ext cx="1042161" cy="21735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1108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다양성 및 효용성 제고</a:t>
              </a:r>
              <a:endParaRPr lang="en-US" sz="1108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</p:grp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37804806-8B04-B296-121F-8C7E1FD4024D}"/>
              </a:ext>
            </a:extLst>
          </p:cNvPr>
          <p:cNvGrpSpPr/>
          <p:nvPr/>
        </p:nvGrpSpPr>
        <p:grpSpPr>
          <a:xfrm>
            <a:off x="4040886" y="3574088"/>
            <a:ext cx="682238" cy="673893"/>
            <a:chOff x="1754995" y="5029932"/>
            <a:chExt cx="554318" cy="547538"/>
          </a:xfrm>
        </p:grpSpPr>
        <p:sp>
          <p:nvSpPr>
            <p:cNvPr id="29" name="타원 28">
              <a:extLst>
                <a:ext uri="{FF2B5EF4-FFF2-40B4-BE49-F238E27FC236}">
                  <a16:creationId xmlns:a16="http://schemas.microsoft.com/office/drawing/2014/main" id="{6EA5D477-95BC-8DBA-6412-45453AF6F6C4}"/>
                </a:ext>
              </a:extLst>
            </p:cNvPr>
            <p:cNvSpPr/>
            <p:nvPr/>
          </p:nvSpPr>
          <p:spPr>
            <a:xfrm>
              <a:off x="1987154" y="5029932"/>
              <a:ext cx="90000" cy="9000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15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CD6AFA88-040A-B88A-DDB9-DBE585CB21A5}"/>
                </a:ext>
              </a:extLst>
            </p:cNvPr>
            <p:cNvSpPr txBox="1"/>
            <p:nvPr/>
          </p:nvSpPr>
          <p:spPr>
            <a:xfrm>
              <a:off x="1754995" y="5207733"/>
              <a:ext cx="554318" cy="36973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1108" spc="-49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테마 관광</a:t>
              </a:r>
              <a:endParaRPr lang="en-US" altLang="ko-KR" sz="1108" spc="-49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algn="ctr">
                <a:lnSpc>
                  <a:spcPct val="110000"/>
                </a:lnSpc>
              </a:pPr>
              <a:r>
                <a:rPr lang="ko-KR" altLang="en-US" sz="1108" spc="-49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개발 지역</a:t>
              </a:r>
              <a:endParaRPr lang="en-US" sz="1108" spc="-49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</p:grpSp>
      <p:grpSp>
        <p:nvGrpSpPr>
          <p:cNvPr id="31" name="그룹 30">
            <a:extLst>
              <a:ext uri="{FF2B5EF4-FFF2-40B4-BE49-F238E27FC236}">
                <a16:creationId xmlns:a16="http://schemas.microsoft.com/office/drawing/2014/main" id="{86597516-A88D-92DB-A325-FFE1CE787F8D}"/>
              </a:ext>
            </a:extLst>
          </p:cNvPr>
          <p:cNvGrpSpPr/>
          <p:nvPr/>
        </p:nvGrpSpPr>
        <p:grpSpPr>
          <a:xfrm>
            <a:off x="4768742" y="4661031"/>
            <a:ext cx="1208793" cy="486341"/>
            <a:chOff x="2466039" y="5790455"/>
            <a:chExt cx="982144" cy="395152"/>
          </a:xfrm>
        </p:grpSpPr>
        <p:sp>
          <p:nvSpPr>
            <p:cNvPr id="32" name="타원 31">
              <a:extLst>
                <a:ext uri="{FF2B5EF4-FFF2-40B4-BE49-F238E27FC236}">
                  <a16:creationId xmlns:a16="http://schemas.microsoft.com/office/drawing/2014/main" id="{066C3CA6-1525-16EB-426C-F2B9CE4FA3EA}"/>
                </a:ext>
              </a:extLst>
            </p:cNvPr>
            <p:cNvSpPr/>
            <p:nvPr/>
          </p:nvSpPr>
          <p:spPr>
            <a:xfrm>
              <a:off x="2912111" y="5790455"/>
              <a:ext cx="90000" cy="9000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15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55CDC94E-B265-1D8A-E8AB-C69CB406DE92}"/>
                </a:ext>
              </a:extLst>
            </p:cNvPr>
            <p:cNvSpPr txBox="1"/>
            <p:nvPr/>
          </p:nvSpPr>
          <p:spPr>
            <a:xfrm>
              <a:off x="2466039" y="5968256"/>
              <a:ext cx="982144" cy="21735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1108" spc="-49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안전 </a:t>
              </a:r>
              <a:r>
                <a:rPr lang="ko-KR" altLang="en-US" sz="1108" spc="-49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부지 주입 체계</a:t>
              </a:r>
              <a:endParaRPr lang="en-US" sz="1108" spc="-49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</p:grpSp>
      <p:grpSp>
        <p:nvGrpSpPr>
          <p:cNvPr id="34" name="그룹 33">
            <a:extLst>
              <a:ext uri="{FF2B5EF4-FFF2-40B4-BE49-F238E27FC236}">
                <a16:creationId xmlns:a16="http://schemas.microsoft.com/office/drawing/2014/main" id="{D6D058BD-E725-EFC1-9E2C-7919EC0F1232}"/>
              </a:ext>
            </a:extLst>
          </p:cNvPr>
          <p:cNvGrpSpPr/>
          <p:nvPr/>
        </p:nvGrpSpPr>
        <p:grpSpPr>
          <a:xfrm>
            <a:off x="2684471" y="4671475"/>
            <a:ext cx="916533" cy="673893"/>
            <a:chOff x="1012733" y="5721210"/>
            <a:chExt cx="744683" cy="547538"/>
          </a:xfrm>
        </p:grpSpPr>
        <p:sp>
          <p:nvSpPr>
            <p:cNvPr id="35" name="타원 34">
              <a:extLst>
                <a:ext uri="{FF2B5EF4-FFF2-40B4-BE49-F238E27FC236}">
                  <a16:creationId xmlns:a16="http://schemas.microsoft.com/office/drawing/2014/main" id="{A2856FFD-4824-E0EC-C48F-7DA82F6D2534}"/>
                </a:ext>
              </a:extLst>
            </p:cNvPr>
            <p:cNvSpPr/>
            <p:nvPr/>
          </p:nvSpPr>
          <p:spPr>
            <a:xfrm>
              <a:off x="1340073" y="5721210"/>
              <a:ext cx="90000" cy="9000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15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4CB44331-14DE-ACB0-8CFC-E12A13161ED1}"/>
                </a:ext>
              </a:extLst>
            </p:cNvPr>
            <p:cNvSpPr txBox="1"/>
            <p:nvPr/>
          </p:nvSpPr>
          <p:spPr>
            <a:xfrm>
              <a:off x="1012733" y="5899011"/>
              <a:ext cx="744683" cy="36973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1108" spc="-49" dirty="0" err="1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목습입대</a:t>
              </a:r>
              <a:r>
                <a:rPr lang="ko-KR" altLang="en-US" sz="1108" spc="-49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및</a:t>
              </a:r>
              <a:endParaRPr lang="en-US" altLang="ko-KR" sz="1108" spc="-49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algn="ctr">
                <a:lnSpc>
                  <a:spcPct val="110000"/>
                </a:lnSpc>
              </a:pPr>
              <a:r>
                <a:rPr lang="ko-KR" altLang="en-US" sz="1108" spc="-49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아티스트 확보</a:t>
              </a:r>
              <a:endParaRPr lang="en-US" sz="1108" spc="-49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</p:grp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91F6CE23-A40D-8BE6-1CA3-BE2950327494}"/>
              </a:ext>
            </a:extLst>
          </p:cNvPr>
          <p:cNvGrpSpPr/>
          <p:nvPr/>
        </p:nvGrpSpPr>
        <p:grpSpPr>
          <a:xfrm>
            <a:off x="2993362" y="2140546"/>
            <a:ext cx="1325940" cy="673893"/>
            <a:chOff x="1197056" y="4046882"/>
            <a:chExt cx="1077326" cy="547538"/>
          </a:xfrm>
        </p:grpSpPr>
        <p:sp>
          <p:nvSpPr>
            <p:cNvPr id="38" name="타원 37">
              <a:extLst>
                <a:ext uri="{FF2B5EF4-FFF2-40B4-BE49-F238E27FC236}">
                  <a16:creationId xmlns:a16="http://schemas.microsoft.com/office/drawing/2014/main" id="{F9E566AA-1B23-AED3-646D-14F153CCF501}"/>
                </a:ext>
              </a:extLst>
            </p:cNvPr>
            <p:cNvSpPr/>
            <p:nvPr/>
          </p:nvSpPr>
          <p:spPr>
            <a:xfrm>
              <a:off x="1690717" y="4046882"/>
              <a:ext cx="90000" cy="9000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15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BCE515DD-3053-FF5B-C908-BC4BD72DD637}"/>
                </a:ext>
              </a:extLst>
            </p:cNvPr>
            <p:cNvSpPr txBox="1"/>
            <p:nvPr/>
          </p:nvSpPr>
          <p:spPr>
            <a:xfrm>
              <a:off x="1197056" y="4224683"/>
              <a:ext cx="1077326" cy="36973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1108" spc="-49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기후 변화 대응</a:t>
              </a:r>
              <a:endParaRPr lang="en-US" altLang="ko-KR" sz="1108" spc="-49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algn="ctr">
                <a:lnSpc>
                  <a:spcPct val="110000"/>
                </a:lnSpc>
              </a:pPr>
              <a:r>
                <a:rPr lang="ko-KR" altLang="en-US" sz="1108" spc="-49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리스크 관리 체계 구축</a:t>
              </a:r>
              <a:endParaRPr lang="en-US" sz="1108" spc="-49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</p:grpSp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16082966-EC85-1B44-BC6C-C35E4DD7CC94}"/>
              </a:ext>
            </a:extLst>
          </p:cNvPr>
          <p:cNvCxnSpPr>
            <a:cxnSpLocks/>
          </p:cNvCxnSpPr>
          <p:nvPr/>
        </p:nvCxnSpPr>
        <p:spPr>
          <a:xfrm>
            <a:off x="2201955" y="304636"/>
            <a:ext cx="7178462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7D196FE0-3456-730B-31A9-22A574FCD1EF}"/>
              </a:ext>
            </a:extLst>
          </p:cNvPr>
          <p:cNvCxnSpPr>
            <a:cxnSpLocks/>
          </p:cNvCxnSpPr>
          <p:nvPr/>
        </p:nvCxnSpPr>
        <p:spPr>
          <a:xfrm>
            <a:off x="9380417" y="304636"/>
            <a:ext cx="0" cy="564049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083918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그룹 21">
            <a:extLst>
              <a:ext uri="{FF2B5EF4-FFF2-40B4-BE49-F238E27FC236}">
                <a16:creationId xmlns:a16="http://schemas.microsoft.com/office/drawing/2014/main" id="{4E72B082-DF0E-3F50-C8C7-A24952403DE6}"/>
              </a:ext>
            </a:extLst>
          </p:cNvPr>
          <p:cNvGrpSpPr/>
          <p:nvPr/>
        </p:nvGrpSpPr>
        <p:grpSpPr>
          <a:xfrm>
            <a:off x="310661" y="-494443"/>
            <a:ext cx="7444155" cy="4076761"/>
            <a:chOff x="404812" y="2197003"/>
            <a:chExt cx="6048376" cy="3312368"/>
          </a:xfrm>
        </p:grpSpPr>
        <p:sp>
          <p:nvSpPr>
            <p:cNvPr id="2" name="직사각형 1">
              <a:extLst>
                <a:ext uri="{FF2B5EF4-FFF2-40B4-BE49-F238E27FC236}">
                  <a16:creationId xmlns:a16="http://schemas.microsoft.com/office/drawing/2014/main" id="{73580699-39AC-689F-8AFB-96EB9AAA8E25}"/>
                </a:ext>
              </a:extLst>
            </p:cNvPr>
            <p:cNvSpPr/>
            <p:nvPr/>
          </p:nvSpPr>
          <p:spPr>
            <a:xfrm>
              <a:off x="404812" y="2197003"/>
              <a:ext cx="3024188" cy="1656184"/>
            </a:xfrm>
            <a:prstGeom prst="rect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2215"/>
            </a:p>
          </p:txBody>
        </p:sp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48B5BBF5-76C5-BBC1-CB79-D8CDE68CEB0E}"/>
                </a:ext>
              </a:extLst>
            </p:cNvPr>
            <p:cNvSpPr/>
            <p:nvPr/>
          </p:nvSpPr>
          <p:spPr>
            <a:xfrm>
              <a:off x="3429000" y="2197003"/>
              <a:ext cx="3024188" cy="1656184"/>
            </a:xfrm>
            <a:prstGeom prst="rect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2215"/>
            </a:p>
          </p:txBody>
        </p:sp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8280B289-F302-CD0A-7779-A5D30CBE509B}"/>
                </a:ext>
              </a:extLst>
            </p:cNvPr>
            <p:cNvSpPr/>
            <p:nvPr/>
          </p:nvSpPr>
          <p:spPr>
            <a:xfrm>
              <a:off x="404812" y="3853187"/>
              <a:ext cx="3024188" cy="1656184"/>
            </a:xfrm>
            <a:prstGeom prst="rect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2215"/>
            </a:p>
          </p:txBody>
        </p:sp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AE0F11C8-237F-1718-4C88-647F0E0B6675}"/>
                </a:ext>
              </a:extLst>
            </p:cNvPr>
            <p:cNvSpPr/>
            <p:nvPr/>
          </p:nvSpPr>
          <p:spPr>
            <a:xfrm>
              <a:off x="3429000" y="3853187"/>
              <a:ext cx="3024188" cy="1656184"/>
            </a:xfrm>
            <a:prstGeom prst="rect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2215"/>
            </a:p>
          </p:txBody>
        </p:sp>
        <p:pic>
          <p:nvPicPr>
            <p:cNvPr id="6" name="그림 5" descr="블랙, 어둠이(가) 표시된 사진&#10;&#10;자동 생성된 설명">
              <a:extLst>
                <a:ext uri="{FF2B5EF4-FFF2-40B4-BE49-F238E27FC236}">
                  <a16:creationId xmlns:a16="http://schemas.microsoft.com/office/drawing/2014/main" id="{5B6D1BA4-CD90-370A-5106-9189EFA4158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739676" y="4740605"/>
              <a:ext cx="548364" cy="548364"/>
            </a:xfrm>
            <a:prstGeom prst="rect">
              <a:avLst/>
            </a:prstGeom>
          </p:spPr>
        </p:pic>
        <p:pic>
          <p:nvPicPr>
            <p:cNvPr id="7" name="그림 6" descr="블랙, 어둠이(가) 표시된 사진&#10;&#10;자동 생성된 설명">
              <a:extLst>
                <a:ext uri="{FF2B5EF4-FFF2-40B4-BE49-F238E27FC236}">
                  <a16:creationId xmlns:a16="http://schemas.microsoft.com/office/drawing/2014/main" id="{E81AD878-638A-6268-0C6E-18BA7CC37DF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00907" y="3098104"/>
              <a:ext cx="548364" cy="548364"/>
            </a:xfrm>
            <a:prstGeom prst="rect">
              <a:avLst/>
            </a:prstGeom>
          </p:spPr>
        </p:pic>
        <p:pic>
          <p:nvPicPr>
            <p:cNvPr id="8" name="그림 7" descr="블랙, 어둠이(가) 표시된 사진&#10;&#10;자동 생성된 설명">
              <a:extLst>
                <a:ext uri="{FF2B5EF4-FFF2-40B4-BE49-F238E27FC236}">
                  <a16:creationId xmlns:a16="http://schemas.microsoft.com/office/drawing/2014/main" id="{E2E44D07-E44C-321C-962E-ED33D95B588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00907" y="4740605"/>
              <a:ext cx="548364" cy="548364"/>
            </a:xfrm>
            <a:prstGeom prst="rect">
              <a:avLst/>
            </a:prstGeom>
          </p:spPr>
        </p:pic>
        <p:pic>
          <p:nvPicPr>
            <p:cNvPr id="9" name="그림 8" descr="블랙, 어둠이(가) 표시된 사진&#10;&#10;자동 생성된 설명">
              <a:extLst>
                <a:ext uri="{FF2B5EF4-FFF2-40B4-BE49-F238E27FC236}">
                  <a16:creationId xmlns:a16="http://schemas.microsoft.com/office/drawing/2014/main" id="{C4212DB9-3A1C-F1A4-87F5-1E0FFA0EC7C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712258" y="3070686"/>
              <a:ext cx="603201" cy="603201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82D7552-32A1-226B-0062-5DD4C6EA09A2}"/>
                </a:ext>
              </a:extLst>
            </p:cNvPr>
            <p:cNvSpPr txBox="1"/>
            <p:nvPr/>
          </p:nvSpPr>
          <p:spPr>
            <a:xfrm>
              <a:off x="548680" y="2862619"/>
              <a:ext cx="2000392" cy="4832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40000"/>
                </a:lnSpc>
              </a:pPr>
              <a:r>
                <a:rPr lang="ko-KR" alt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신의경영을</a:t>
              </a:r>
              <a:r>
                <a:rPr lang="en-US" altLang="ko-KR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</a:t>
              </a:r>
              <a:r>
                <a:rPr lang="ko-KR" alt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실현하며</a:t>
              </a:r>
              <a:r>
                <a:rPr lang="en-US" altLang="ko-KR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, </a:t>
              </a:r>
              <a:r>
                <a:rPr lang="ko-KR" alt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기업시민의</a:t>
              </a:r>
              <a:r>
                <a:rPr lang="en-US" altLang="ko-KR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</a:t>
              </a:r>
              <a:r>
                <a:rPr lang="ko-KR" alt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사회적</a:t>
              </a:r>
              <a:endParaRPr lang="en-US" altLang="ko-KR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>
                <a:lnSpc>
                  <a:spcPct val="140000"/>
                </a:lnSpc>
              </a:pPr>
              <a:r>
                <a:rPr lang="ko-KR" alt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책임을</a:t>
              </a:r>
              <a:r>
                <a:rPr lang="en-US" altLang="ko-KR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</a:t>
              </a:r>
              <a:r>
                <a:rPr lang="ko-KR" alt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적극 실천하여 상생경영 추구</a:t>
              </a:r>
              <a:endParaRPr lang="en-US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ADF0A20-94C4-E05F-10CB-C5295A830086}"/>
                </a:ext>
              </a:extLst>
            </p:cNvPr>
            <p:cNvSpPr txBox="1"/>
            <p:nvPr/>
          </p:nvSpPr>
          <p:spPr>
            <a:xfrm>
              <a:off x="558502" y="2627054"/>
              <a:ext cx="1307233" cy="2489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>
                <a:lnSpc>
                  <a:spcPct val="110000"/>
                </a:lnSpc>
              </a:pPr>
              <a:r>
                <a:rPr lang="ko-KR" altLang="en-US" sz="1354" spc="-37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전기 자동차 기술 개발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97D913B-FE8D-09F0-4795-4527A454B645}"/>
                </a:ext>
              </a:extLst>
            </p:cNvPr>
            <p:cNvSpPr txBox="1"/>
            <p:nvPr/>
          </p:nvSpPr>
          <p:spPr>
            <a:xfrm>
              <a:off x="566122" y="2367542"/>
              <a:ext cx="362547" cy="2489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>
                <a:lnSpc>
                  <a:spcPct val="110000"/>
                </a:lnSpc>
              </a:pPr>
              <a:r>
                <a:rPr lang="en-US" altLang="ko-KR" sz="1354" spc="-37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01. </a:t>
              </a:r>
              <a:endParaRPr lang="ko-KR" altLang="en-US" sz="1354" spc="-37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87B7C53F-0854-2C57-04F2-99C5FC36423B}"/>
                </a:ext>
              </a:extLst>
            </p:cNvPr>
            <p:cNvSpPr txBox="1"/>
            <p:nvPr/>
          </p:nvSpPr>
          <p:spPr>
            <a:xfrm>
              <a:off x="3590310" y="2862619"/>
              <a:ext cx="2000392" cy="4832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40000"/>
                </a:lnSpc>
              </a:pPr>
              <a:r>
                <a:rPr lang="ko-KR" alt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신의경영을</a:t>
              </a:r>
              <a:r>
                <a:rPr lang="en-US" altLang="ko-KR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</a:t>
              </a:r>
              <a:r>
                <a:rPr lang="ko-KR" alt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실현하며</a:t>
              </a:r>
              <a:r>
                <a:rPr lang="en-US" altLang="ko-KR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, </a:t>
              </a:r>
              <a:r>
                <a:rPr lang="ko-KR" alt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기업시민의</a:t>
              </a:r>
              <a:r>
                <a:rPr lang="en-US" altLang="ko-KR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</a:t>
              </a:r>
              <a:r>
                <a:rPr lang="ko-KR" alt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사회적</a:t>
              </a:r>
              <a:endParaRPr lang="en-US" altLang="ko-KR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>
                <a:lnSpc>
                  <a:spcPct val="140000"/>
                </a:lnSpc>
              </a:pPr>
              <a:r>
                <a:rPr lang="ko-KR" alt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책임을</a:t>
              </a:r>
              <a:r>
                <a:rPr lang="en-US" altLang="ko-KR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</a:t>
              </a:r>
              <a:r>
                <a:rPr lang="ko-KR" alt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적극 실천하여 상생경영 추구</a:t>
              </a:r>
              <a:endParaRPr lang="en-US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F91366EA-EA1A-652A-521A-EC33BEAEC719}"/>
                </a:ext>
              </a:extLst>
            </p:cNvPr>
            <p:cNvSpPr txBox="1"/>
            <p:nvPr/>
          </p:nvSpPr>
          <p:spPr>
            <a:xfrm>
              <a:off x="3600132" y="2627054"/>
              <a:ext cx="1395799" cy="2489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>
                <a:lnSpc>
                  <a:spcPct val="110000"/>
                </a:lnSpc>
              </a:pPr>
              <a:r>
                <a:rPr lang="ko-KR" altLang="en-US" sz="1354" spc="-37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친환경 에너지 프로젝트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7AA0B822-4F55-3856-5214-2D058691D098}"/>
                </a:ext>
              </a:extLst>
            </p:cNvPr>
            <p:cNvSpPr txBox="1"/>
            <p:nvPr/>
          </p:nvSpPr>
          <p:spPr>
            <a:xfrm>
              <a:off x="3607752" y="2367542"/>
              <a:ext cx="382084" cy="2489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>
                <a:lnSpc>
                  <a:spcPct val="110000"/>
                </a:lnSpc>
              </a:pPr>
              <a:r>
                <a:rPr lang="en-US" altLang="ko-KR" sz="1354" spc="-37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02. </a:t>
              </a:r>
              <a:endParaRPr lang="ko-KR" altLang="en-US" sz="1354" spc="-37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A8C26CC4-F2FB-CE81-FA59-B3F352E28E90}"/>
                </a:ext>
              </a:extLst>
            </p:cNvPr>
            <p:cNvSpPr txBox="1"/>
            <p:nvPr/>
          </p:nvSpPr>
          <p:spPr>
            <a:xfrm>
              <a:off x="548680" y="4549465"/>
              <a:ext cx="2000392" cy="4832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40000"/>
                </a:lnSpc>
              </a:pPr>
              <a:r>
                <a:rPr lang="ko-KR" alt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신의경영을</a:t>
              </a:r>
              <a:r>
                <a:rPr lang="en-US" altLang="ko-KR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</a:t>
              </a:r>
              <a:r>
                <a:rPr lang="ko-KR" alt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실현하며</a:t>
              </a:r>
              <a:r>
                <a:rPr lang="en-US" altLang="ko-KR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, </a:t>
              </a:r>
              <a:r>
                <a:rPr lang="ko-KR" alt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기업시민의</a:t>
              </a:r>
              <a:r>
                <a:rPr lang="en-US" altLang="ko-KR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</a:t>
              </a:r>
              <a:r>
                <a:rPr lang="ko-KR" alt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사회적</a:t>
              </a:r>
              <a:endParaRPr lang="en-US" altLang="ko-KR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>
                <a:lnSpc>
                  <a:spcPct val="140000"/>
                </a:lnSpc>
              </a:pPr>
              <a:r>
                <a:rPr lang="ko-KR" alt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책임을</a:t>
              </a:r>
              <a:r>
                <a:rPr lang="en-US" altLang="ko-KR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</a:t>
              </a:r>
              <a:r>
                <a:rPr lang="ko-KR" alt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적극 실천하여 상생경영 추구</a:t>
              </a:r>
              <a:endParaRPr lang="en-US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CCD4E2D5-4947-15A0-E8D1-D496FF446A65}"/>
                </a:ext>
              </a:extLst>
            </p:cNvPr>
            <p:cNvSpPr txBox="1"/>
            <p:nvPr/>
          </p:nvSpPr>
          <p:spPr>
            <a:xfrm>
              <a:off x="558502" y="4313900"/>
              <a:ext cx="1307233" cy="2489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>
                <a:lnSpc>
                  <a:spcPct val="110000"/>
                </a:lnSpc>
              </a:pPr>
              <a:r>
                <a:rPr lang="ko-KR" altLang="en-US" sz="1354" spc="-37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친환경 식물 배합 조절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FE0D59D5-A0EC-2298-FC97-A0FDD0070506}"/>
                </a:ext>
              </a:extLst>
            </p:cNvPr>
            <p:cNvSpPr txBox="1"/>
            <p:nvPr/>
          </p:nvSpPr>
          <p:spPr>
            <a:xfrm>
              <a:off x="566122" y="4054388"/>
              <a:ext cx="385991" cy="2489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>
                <a:lnSpc>
                  <a:spcPct val="110000"/>
                </a:lnSpc>
              </a:pPr>
              <a:r>
                <a:rPr lang="en-US" altLang="ko-KR" sz="1354" spc="-37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03. </a:t>
              </a:r>
              <a:endParaRPr lang="ko-KR" altLang="en-US" sz="1354" spc="-37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391EBB23-BDBA-FBA9-F016-15D92D0C41D0}"/>
                </a:ext>
              </a:extLst>
            </p:cNvPr>
            <p:cNvSpPr txBox="1"/>
            <p:nvPr/>
          </p:nvSpPr>
          <p:spPr>
            <a:xfrm>
              <a:off x="3590310" y="4549465"/>
              <a:ext cx="2000392" cy="4832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40000"/>
                </a:lnSpc>
              </a:pPr>
              <a:r>
                <a:rPr lang="ko-KR" alt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신의경영을</a:t>
              </a:r>
              <a:r>
                <a:rPr lang="en-US" altLang="ko-KR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</a:t>
              </a:r>
              <a:r>
                <a:rPr lang="ko-KR" alt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실현하며</a:t>
              </a:r>
              <a:r>
                <a:rPr lang="en-US" altLang="ko-KR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, </a:t>
              </a:r>
              <a:r>
                <a:rPr lang="ko-KR" alt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기업시민의</a:t>
              </a:r>
              <a:r>
                <a:rPr lang="en-US" altLang="ko-KR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</a:t>
              </a:r>
              <a:r>
                <a:rPr lang="ko-KR" alt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사회적</a:t>
              </a:r>
              <a:endParaRPr lang="en-US" altLang="ko-KR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>
                <a:lnSpc>
                  <a:spcPct val="140000"/>
                </a:lnSpc>
              </a:pPr>
              <a:r>
                <a:rPr lang="ko-KR" alt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책임을</a:t>
              </a:r>
              <a:r>
                <a:rPr lang="en-US" altLang="ko-KR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</a:t>
              </a:r>
              <a:r>
                <a:rPr lang="ko-KR" altLang="en-US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적극 실천하여 상생경영 추구</a:t>
              </a:r>
              <a:endParaRPr lang="en-US" sz="1231" spc="-74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151A4B4F-A79D-A75E-8153-93BC0E4FF524}"/>
                </a:ext>
              </a:extLst>
            </p:cNvPr>
            <p:cNvSpPr txBox="1"/>
            <p:nvPr/>
          </p:nvSpPr>
          <p:spPr>
            <a:xfrm>
              <a:off x="3600132" y="4313900"/>
              <a:ext cx="1307233" cy="2489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>
                <a:lnSpc>
                  <a:spcPct val="110000"/>
                </a:lnSpc>
              </a:pPr>
              <a:r>
                <a:rPr lang="ko-KR" altLang="en-US" sz="1354" spc="-37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친환경 공장 수주 건설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46B073CD-B5B6-2FF1-8D0E-22B06E7A6E81}"/>
                </a:ext>
              </a:extLst>
            </p:cNvPr>
            <p:cNvSpPr txBox="1"/>
            <p:nvPr/>
          </p:nvSpPr>
          <p:spPr>
            <a:xfrm>
              <a:off x="3607752" y="4054388"/>
              <a:ext cx="388596" cy="2489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>
                <a:lnSpc>
                  <a:spcPct val="110000"/>
                </a:lnSpc>
              </a:pPr>
              <a:r>
                <a:rPr lang="en-US" altLang="ko-KR" sz="1354" spc="-37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04. </a:t>
              </a:r>
              <a:endParaRPr lang="ko-KR" altLang="en-US" sz="1354" spc="-37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</p:grp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11886132-B11B-307D-A445-1354D73D1F57}"/>
              </a:ext>
            </a:extLst>
          </p:cNvPr>
          <p:cNvGrpSpPr/>
          <p:nvPr/>
        </p:nvGrpSpPr>
        <p:grpSpPr>
          <a:xfrm>
            <a:off x="4713456" y="3670592"/>
            <a:ext cx="7444155" cy="3900213"/>
            <a:chOff x="404812" y="6321152"/>
            <a:chExt cx="6048376" cy="3168923"/>
          </a:xfrm>
        </p:grpSpPr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CAF91B93-48CE-0D8B-67A9-4415DBB713D6}"/>
                </a:ext>
              </a:extLst>
            </p:cNvPr>
            <p:cNvSpPr/>
            <p:nvPr/>
          </p:nvSpPr>
          <p:spPr>
            <a:xfrm>
              <a:off x="404812" y="6321152"/>
              <a:ext cx="6048376" cy="3168923"/>
            </a:xfrm>
            <a:prstGeom prst="rect">
              <a:avLst/>
            </a:prstGeom>
            <a:solidFill>
              <a:srgbClr val="FBFBF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15"/>
            </a:p>
          </p:txBody>
        </p:sp>
        <p:grpSp>
          <p:nvGrpSpPr>
            <p:cNvPr id="25" name="그룹 24">
              <a:extLst>
                <a:ext uri="{FF2B5EF4-FFF2-40B4-BE49-F238E27FC236}">
                  <a16:creationId xmlns:a16="http://schemas.microsoft.com/office/drawing/2014/main" id="{E31BE6E3-BCFA-6D56-E58D-486C1636528E}"/>
                </a:ext>
              </a:extLst>
            </p:cNvPr>
            <p:cNvGrpSpPr/>
            <p:nvPr/>
          </p:nvGrpSpPr>
          <p:grpSpPr>
            <a:xfrm>
              <a:off x="2054300" y="6562627"/>
              <a:ext cx="2749401" cy="2685972"/>
              <a:chOff x="2054299" y="6643970"/>
              <a:chExt cx="2749401" cy="2685972"/>
            </a:xfrm>
          </p:grpSpPr>
          <p:sp>
            <p:nvSpPr>
              <p:cNvPr id="50" name="타원 49">
                <a:extLst>
                  <a:ext uri="{FF2B5EF4-FFF2-40B4-BE49-F238E27FC236}">
                    <a16:creationId xmlns:a16="http://schemas.microsoft.com/office/drawing/2014/main" id="{AB232EF8-7220-255A-4E20-57D7920E4F6A}"/>
                  </a:ext>
                </a:extLst>
              </p:cNvPr>
              <p:cNvSpPr/>
              <p:nvPr/>
            </p:nvSpPr>
            <p:spPr>
              <a:xfrm>
                <a:off x="2135110" y="6742164"/>
                <a:ext cx="2587778" cy="2587778"/>
              </a:xfrm>
              <a:prstGeom prst="ellipse">
                <a:avLst/>
              </a:prstGeom>
              <a:solidFill>
                <a:schemeClr val="bg1"/>
              </a:solidFill>
              <a:ln w="6350"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215"/>
              </a:p>
            </p:txBody>
          </p:sp>
          <p:sp>
            <p:nvSpPr>
              <p:cNvPr id="51" name="타원 50">
                <a:extLst>
                  <a:ext uri="{FF2B5EF4-FFF2-40B4-BE49-F238E27FC236}">
                    <a16:creationId xmlns:a16="http://schemas.microsoft.com/office/drawing/2014/main" id="{21BD6AE5-B851-ABCE-7951-1CD8663FF0DC}"/>
                  </a:ext>
                </a:extLst>
              </p:cNvPr>
              <p:cNvSpPr/>
              <p:nvPr/>
            </p:nvSpPr>
            <p:spPr>
              <a:xfrm>
                <a:off x="2431824" y="7038878"/>
                <a:ext cx="1994350" cy="1994350"/>
              </a:xfrm>
              <a:prstGeom prst="ellipse">
                <a:avLst/>
              </a:prstGeom>
              <a:solidFill>
                <a:schemeClr val="bg1"/>
              </a:solidFill>
              <a:ln w="6350">
                <a:solidFill>
                  <a:schemeClr val="bg1">
                    <a:lumMod val="6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215"/>
              </a:p>
            </p:txBody>
          </p:sp>
          <p:sp>
            <p:nvSpPr>
              <p:cNvPr id="52" name="타원 51">
                <a:extLst>
                  <a:ext uri="{FF2B5EF4-FFF2-40B4-BE49-F238E27FC236}">
                    <a16:creationId xmlns:a16="http://schemas.microsoft.com/office/drawing/2014/main" id="{2B5AD819-0E89-78C5-8EBD-040D2F8251E6}"/>
                  </a:ext>
                </a:extLst>
              </p:cNvPr>
              <p:cNvSpPr/>
              <p:nvPr/>
            </p:nvSpPr>
            <p:spPr>
              <a:xfrm>
                <a:off x="2780927" y="7387981"/>
                <a:ext cx="1296144" cy="1296144"/>
              </a:xfrm>
              <a:prstGeom prst="ellipse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 w="6350"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215"/>
              </a:p>
            </p:txBody>
          </p:sp>
          <p:sp>
            <p:nvSpPr>
              <p:cNvPr id="53" name="타원 52">
                <a:extLst>
                  <a:ext uri="{FF2B5EF4-FFF2-40B4-BE49-F238E27FC236}">
                    <a16:creationId xmlns:a16="http://schemas.microsoft.com/office/drawing/2014/main" id="{6EBA711A-CBD0-791C-F636-B4C2F360135B}"/>
                  </a:ext>
                </a:extLst>
              </p:cNvPr>
              <p:cNvSpPr/>
              <p:nvPr/>
            </p:nvSpPr>
            <p:spPr>
              <a:xfrm>
                <a:off x="2893402" y="6643970"/>
                <a:ext cx="1071194" cy="1071194"/>
              </a:xfrm>
              <a:prstGeom prst="ellipse">
                <a:avLst/>
              </a:prstGeom>
              <a:solidFill>
                <a:schemeClr val="bg1"/>
              </a:solidFill>
              <a:ln w="6350"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215"/>
              </a:p>
            </p:txBody>
          </p:sp>
          <p:sp>
            <p:nvSpPr>
              <p:cNvPr id="54" name="타원 53">
                <a:extLst>
                  <a:ext uri="{FF2B5EF4-FFF2-40B4-BE49-F238E27FC236}">
                    <a16:creationId xmlns:a16="http://schemas.microsoft.com/office/drawing/2014/main" id="{0067046F-7747-D2F1-96D5-B258554BAB40}"/>
                  </a:ext>
                </a:extLst>
              </p:cNvPr>
              <p:cNvSpPr/>
              <p:nvPr/>
            </p:nvSpPr>
            <p:spPr>
              <a:xfrm>
                <a:off x="2054299" y="7993547"/>
                <a:ext cx="1071194" cy="1071194"/>
              </a:xfrm>
              <a:prstGeom prst="ellipse">
                <a:avLst/>
              </a:prstGeom>
              <a:solidFill>
                <a:schemeClr val="bg1"/>
              </a:solidFill>
              <a:ln w="6350"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215"/>
              </a:p>
            </p:txBody>
          </p:sp>
          <p:sp>
            <p:nvSpPr>
              <p:cNvPr id="55" name="타원 54">
                <a:extLst>
                  <a:ext uri="{FF2B5EF4-FFF2-40B4-BE49-F238E27FC236}">
                    <a16:creationId xmlns:a16="http://schemas.microsoft.com/office/drawing/2014/main" id="{23619964-3BDD-7929-ECDC-ACB45844DCC4}"/>
                  </a:ext>
                </a:extLst>
              </p:cNvPr>
              <p:cNvSpPr/>
              <p:nvPr/>
            </p:nvSpPr>
            <p:spPr>
              <a:xfrm>
                <a:off x="3732506" y="7993547"/>
                <a:ext cx="1071194" cy="1071194"/>
              </a:xfrm>
              <a:prstGeom prst="ellipse">
                <a:avLst/>
              </a:prstGeom>
              <a:solidFill>
                <a:schemeClr val="bg1"/>
              </a:solidFill>
              <a:ln w="6350"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215"/>
              </a:p>
            </p:txBody>
          </p:sp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85430FAA-8633-4396-E05A-1DB3B8DA8E75}"/>
                  </a:ext>
                </a:extLst>
              </p:cNvPr>
              <p:cNvSpPr txBox="1"/>
              <p:nvPr/>
            </p:nvSpPr>
            <p:spPr>
              <a:xfrm>
                <a:off x="3103129" y="7809837"/>
                <a:ext cx="651741" cy="43522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>
                  <a:lnSpc>
                    <a:spcPct val="110000"/>
                  </a:lnSpc>
                </a:pPr>
                <a:r>
                  <a:rPr lang="ko-KR" altLang="en-US" sz="1354" spc="-37" dirty="0">
                    <a:ln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Pretendard ExtraBold" panose="02000903000000020004" pitchFamily="50" charset="-127"/>
                    <a:ea typeface="Pretendard ExtraBold" panose="02000903000000020004" pitchFamily="50" charset="-127"/>
                    <a:cs typeface="Pretendard ExtraBold" panose="02000903000000020004" pitchFamily="50" charset="-127"/>
                  </a:rPr>
                  <a:t>기업 관리</a:t>
                </a:r>
                <a:endParaRPr lang="en-US" altLang="ko-KR" sz="1354" spc="-37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Pretendard ExtraBold" panose="02000903000000020004" pitchFamily="50" charset="-127"/>
                  <a:ea typeface="Pretendard ExtraBold" panose="02000903000000020004" pitchFamily="50" charset="-127"/>
                  <a:cs typeface="Pretendard ExtraBold" panose="02000903000000020004" pitchFamily="50" charset="-127"/>
                </a:endParaRPr>
              </a:p>
              <a:p>
                <a:pPr algn="ctr">
                  <a:lnSpc>
                    <a:spcPct val="110000"/>
                  </a:lnSpc>
                </a:pPr>
                <a:r>
                  <a:rPr lang="ko-KR" altLang="en-US" sz="1354" spc="-37" dirty="0">
                    <a:ln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Pretendard ExtraBold" panose="02000903000000020004" pitchFamily="50" charset="-127"/>
                    <a:ea typeface="Pretendard ExtraBold" panose="02000903000000020004" pitchFamily="50" charset="-127"/>
                    <a:cs typeface="Pretendard ExtraBold" panose="02000903000000020004" pitchFamily="50" charset="-127"/>
                  </a:rPr>
                  <a:t>롭 기준</a:t>
                </a:r>
                <a:endParaRPr lang="en-US" altLang="ko-KR" sz="1354" spc="-37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Pretendard ExtraBold" panose="02000903000000020004" pitchFamily="50" charset="-127"/>
                  <a:ea typeface="Pretendard ExtraBold" panose="02000903000000020004" pitchFamily="50" charset="-127"/>
                  <a:cs typeface="Pretendard ExtraBold" panose="02000903000000020004" pitchFamily="50" charset="-127"/>
                </a:endParaRPr>
              </a:p>
            </p:txBody>
          </p:sp>
          <p:sp>
            <p:nvSpPr>
              <p:cNvPr id="57" name="타원 56">
                <a:extLst>
                  <a:ext uri="{FF2B5EF4-FFF2-40B4-BE49-F238E27FC236}">
                    <a16:creationId xmlns:a16="http://schemas.microsoft.com/office/drawing/2014/main" id="{8DF36CDF-B3CB-21D7-C06D-FB4E7AAF6754}"/>
                  </a:ext>
                </a:extLst>
              </p:cNvPr>
              <p:cNvSpPr/>
              <p:nvPr/>
            </p:nvSpPr>
            <p:spPr>
              <a:xfrm>
                <a:off x="2862098" y="7168966"/>
                <a:ext cx="72000" cy="72000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215"/>
              </a:p>
            </p:txBody>
          </p:sp>
          <p:sp>
            <p:nvSpPr>
              <p:cNvPr id="58" name="타원 57">
                <a:extLst>
                  <a:ext uri="{FF2B5EF4-FFF2-40B4-BE49-F238E27FC236}">
                    <a16:creationId xmlns:a16="http://schemas.microsoft.com/office/drawing/2014/main" id="{6CA65886-8629-B4B7-6628-9EB6ED0143CD}"/>
                  </a:ext>
                </a:extLst>
              </p:cNvPr>
              <p:cNvSpPr/>
              <p:nvPr/>
            </p:nvSpPr>
            <p:spPr>
              <a:xfrm>
                <a:off x="4388591" y="7986404"/>
                <a:ext cx="72000" cy="72000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215"/>
              </a:p>
            </p:txBody>
          </p:sp>
          <p:sp>
            <p:nvSpPr>
              <p:cNvPr id="59" name="타원 58">
                <a:extLst>
                  <a:ext uri="{FF2B5EF4-FFF2-40B4-BE49-F238E27FC236}">
                    <a16:creationId xmlns:a16="http://schemas.microsoft.com/office/drawing/2014/main" id="{325E7F88-D85E-6B92-54DE-E3DD83022540}"/>
                  </a:ext>
                </a:extLst>
              </p:cNvPr>
              <p:cNvSpPr/>
              <p:nvPr/>
            </p:nvSpPr>
            <p:spPr>
              <a:xfrm>
                <a:off x="2933669" y="8872843"/>
                <a:ext cx="72000" cy="72000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215"/>
              </a:p>
            </p:txBody>
          </p: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C1A81902-7C3B-395F-9BA4-D3D0EA5742D9}"/>
                  </a:ext>
                </a:extLst>
              </p:cNvPr>
              <p:cNvSpPr txBox="1"/>
              <p:nvPr/>
            </p:nvSpPr>
            <p:spPr>
              <a:xfrm>
                <a:off x="3137565" y="6976018"/>
                <a:ext cx="582868" cy="24100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>
                  <a:lnSpc>
                    <a:spcPct val="110000"/>
                  </a:lnSpc>
                </a:pPr>
                <a:r>
                  <a:rPr lang="ko-KR" altLang="en-US" sz="1292" spc="-74" dirty="0">
                    <a:ln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상생경영</a:t>
                </a:r>
                <a:endParaRPr lang="en-US" sz="1292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endParaRPr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F07C136-4415-055F-E915-D7F70AFB39D6}"/>
                  </a:ext>
                </a:extLst>
              </p:cNvPr>
              <p:cNvSpPr txBox="1"/>
              <p:nvPr/>
            </p:nvSpPr>
            <p:spPr>
              <a:xfrm>
                <a:off x="2969107" y="7155105"/>
                <a:ext cx="919783" cy="21078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>
                  <a:lnSpc>
                    <a:spcPct val="120000"/>
                  </a:lnSpc>
                </a:pPr>
                <a:r>
                  <a:rPr lang="en-US" altLang="ko-KR" sz="985" spc="-25" dirty="0">
                    <a:ln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  <a:alpha val="40000"/>
                      </a:schemeClr>
                    </a:solidFill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Social Awareness</a:t>
                </a:r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DC52127B-229A-C93B-F90A-D69D7B41B252}"/>
                  </a:ext>
                </a:extLst>
              </p:cNvPr>
              <p:cNvSpPr txBox="1"/>
              <p:nvPr/>
            </p:nvSpPr>
            <p:spPr>
              <a:xfrm>
                <a:off x="2298463" y="8318063"/>
                <a:ext cx="582868" cy="24100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>
                  <a:lnSpc>
                    <a:spcPct val="110000"/>
                  </a:lnSpc>
                </a:pPr>
                <a:r>
                  <a:rPr lang="ko-KR" altLang="en-US" sz="1292" spc="-74" dirty="0">
                    <a:ln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신의경영</a:t>
                </a:r>
                <a:endParaRPr lang="en-US" sz="1292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endParaRPr>
              </a:p>
            </p:txBody>
          </p:sp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A00D970E-3724-C3B2-BF1D-E81D418129E4}"/>
                  </a:ext>
                </a:extLst>
              </p:cNvPr>
              <p:cNvSpPr txBox="1"/>
              <p:nvPr/>
            </p:nvSpPr>
            <p:spPr>
              <a:xfrm>
                <a:off x="2307788" y="8512214"/>
                <a:ext cx="564217" cy="21078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>
                  <a:lnSpc>
                    <a:spcPct val="120000"/>
                  </a:lnSpc>
                </a:pPr>
                <a:r>
                  <a:rPr lang="en-US" altLang="ko-KR" sz="985" dirty="0" err="1">
                    <a:ln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  <a:alpha val="40000"/>
                      </a:schemeClr>
                    </a:solidFill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Reliabilty</a:t>
                </a:r>
                <a:endParaRPr lang="en-US" altLang="ko-KR" sz="985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4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endParaRPr>
              </a:p>
            </p:txBody>
          </p:sp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F4B22BD1-2AAF-D434-52B7-FA80D12D40BE}"/>
                  </a:ext>
                </a:extLst>
              </p:cNvPr>
              <p:cNvSpPr txBox="1"/>
              <p:nvPr/>
            </p:nvSpPr>
            <p:spPr>
              <a:xfrm>
                <a:off x="3976670" y="8318063"/>
                <a:ext cx="582868" cy="24100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>
                  <a:lnSpc>
                    <a:spcPct val="110000"/>
                  </a:lnSpc>
                </a:pPr>
                <a:r>
                  <a:rPr lang="ko-KR" altLang="en-US" sz="1292" spc="-74" dirty="0">
                    <a:ln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공생경영</a:t>
                </a:r>
                <a:endParaRPr lang="en-US" sz="1292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endParaRPr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9C2A4D54-8DDB-4BD9-F610-5167E6BE7088}"/>
                  </a:ext>
                </a:extLst>
              </p:cNvPr>
              <p:cNvSpPr txBox="1"/>
              <p:nvPr/>
            </p:nvSpPr>
            <p:spPr>
              <a:xfrm>
                <a:off x="3890266" y="8512214"/>
                <a:ext cx="755676" cy="21078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>
                  <a:lnSpc>
                    <a:spcPct val="120000"/>
                  </a:lnSpc>
                </a:pPr>
                <a:r>
                  <a:rPr lang="en-US" altLang="ko-KR" sz="985" spc="-25" dirty="0">
                    <a:ln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  <a:alpha val="40000"/>
                      </a:schemeClr>
                    </a:solidFill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Transparency</a:t>
                </a:r>
              </a:p>
            </p:txBody>
          </p:sp>
        </p:grpSp>
        <p:grpSp>
          <p:nvGrpSpPr>
            <p:cNvPr id="26" name="그룹 25">
              <a:extLst>
                <a:ext uri="{FF2B5EF4-FFF2-40B4-BE49-F238E27FC236}">
                  <a16:creationId xmlns:a16="http://schemas.microsoft.com/office/drawing/2014/main" id="{DE475D8E-F438-2892-A774-326766C4DADC}"/>
                </a:ext>
              </a:extLst>
            </p:cNvPr>
            <p:cNvGrpSpPr/>
            <p:nvPr/>
          </p:nvGrpSpPr>
          <p:grpSpPr>
            <a:xfrm>
              <a:off x="4432887" y="6764862"/>
              <a:ext cx="410770" cy="183711"/>
              <a:chOff x="4388591" y="6846205"/>
              <a:chExt cx="410770" cy="183711"/>
            </a:xfrm>
          </p:grpSpPr>
          <p:cxnSp>
            <p:nvCxnSpPr>
              <p:cNvPr id="48" name="직선 연결선 47">
                <a:extLst>
                  <a:ext uri="{FF2B5EF4-FFF2-40B4-BE49-F238E27FC236}">
                    <a16:creationId xmlns:a16="http://schemas.microsoft.com/office/drawing/2014/main" id="{4F9C9ADE-A259-F95E-7A5A-088AE19F23E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570338" y="6846205"/>
                <a:ext cx="229023" cy="0"/>
              </a:xfrm>
              <a:prstGeom prst="line">
                <a:avLst/>
              </a:prstGeom>
              <a:solidFill>
                <a:schemeClr val="bg1"/>
              </a:solidFill>
              <a:ln w="635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49" name="직선 연결선 48">
                <a:extLst>
                  <a:ext uri="{FF2B5EF4-FFF2-40B4-BE49-F238E27FC236}">
                    <a16:creationId xmlns:a16="http://schemas.microsoft.com/office/drawing/2014/main" id="{0D3C4A66-95D2-F9B0-E4CA-F24A5A4397C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388591" y="6846205"/>
                <a:ext cx="181747" cy="183711"/>
              </a:xfrm>
              <a:prstGeom prst="line">
                <a:avLst/>
              </a:prstGeom>
              <a:solidFill>
                <a:schemeClr val="bg1"/>
              </a:solidFill>
              <a:ln w="635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grpSp>
          <p:nvGrpSpPr>
            <p:cNvPr id="27" name="그룹 26">
              <a:extLst>
                <a:ext uri="{FF2B5EF4-FFF2-40B4-BE49-F238E27FC236}">
                  <a16:creationId xmlns:a16="http://schemas.microsoft.com/office/drawing/2014/main" id="{BB32531F-C73C-A58F-82F7-0C59C629FBD6}"/>
                </a:ext>
              </a:extLst>
            </p:cNvPr>
            <p:cNvGrpSpPr/>
            <p:nvPr/>
          </p:nvGrpSpPr>
          <p:grpSpPr>
            <a:xfrm flipH="1">
              <a:off x="2014343" y="6764862"/>
              <a:ext cx="410770" cy="183711"/>
              <a:chOff x="4388591" y="6846205"/>
              <a:chExt cx="410770" cy="183711"/>
            </a:xfrm>
          </p:grpSpPr>
          <p:cxnSp>
            <p:nvCxnSpPr>
              <p:cNvPr id="46" name="직선 연결선 45">
                <a:extLst>
                  <a:ext uri="{FF2B5EF4-FFF2-40B4-BE49-F238E27FC236}">
                    <a16:creationId xmlns:a16="http://schemas.microsoft.com/office/drawing/2014/main" id="{FC72B071-0AE5-C8B8-142B-C543A9C4ABE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570338" y="6846205"/>
                <a:ext cx="229023" cy="0"/>
              </a:xfrm>
              <a:prstGeom prst="line">
                <a:avLst/>
              </a:prstGeom>
              <a:solidFill>
                <a:schemeClr val="bg1"/>
              </a:solidFill>
              <a:ln w="635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47" name="직선 연결선 46">
                <a:extLst>
                  <a:ext uri="{FF2B5EF4-FFF2-40B4-BE49-F238E27FC236}">
                    <a16:creationId xmlns:a16="http://schemas.microsoft.com/office/drawing/2014/main" id="{3197806B-847F-8FA0-2380-E28CEF49C04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388591" y="6846205"/>
                <a:ext cx="181747" cy="183711"/>
              </a:xfrm>
              <a:prstGeom prst="line">
                <a:avLst/>
              </a:prstGeom>
              <a:solidFill>
                <a:schemeClr val="bg1"/>
              </a:solidFill>
              <a:ln w="635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grpSp>
          <p:nvGrpSpPr>
            <p:cNvPr id="28" name="그룹 27">
              <a:extLst>
                <a:ext uri="{FF2B5EF4-FFF2-40B4-BE49-F238E27FC236}">
                  <a16:creationId xmlns:a16="http://schemas.microsoft.com/office/drawing/2014/main" id="{E1A47967-CC75-FB46-5356-5ED4855A0E95}"/>
                </a:ext>
              </a:extLst>
            </p:cNvPr>
            <p:cNvGrpSpPr/>
            <p:nvPr/>
          </p:nvGrpSpPr>
          <p:grpSpPr>
            <a:xfrm>
              <a:off x="4914259" y="6578691"/>
              <a:ext cx="1460556" cy="711336"/>
              <a:chOff x="4914259" y="6689225"/>
              <a:chExt cx="1460556" cy="711336"/>
            </a:xfrm>
          </p:grpSpPr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16823018-7766-D407-4257-0B79E1F8CC09}"/>
                  </a:ext>
                </a:extLst>
              </p:cNvPr>
              <p:cNvSpPr txBox="1"/>
              <p:nvPr/>
            </p:nvSpPr>
            <p:spPr>
              <a:xfrm>
                <a:off x="4923119" y="6689225"/>
                <a:ext cx="1237058" cy="26476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en-US"/>
                </a:defPPr>
                <a:lvl1pPr marL="171450" indent="-171450">
                  <a:lnSpc>
                    <a:spcPct val="110000"/>
                  </a:lnSpc>
                  <a:buFont typeface="Wingdings" panose="05000000000000000000" pitchFamily="2" charset="2"/>
                  <a:buChar char="§"/>
                  <a:defRPr sz="1200" spc="-80">
                    <a:ln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defRPr>
                </a:lvl1pPr>
              </a:lstStyle>
              <a:p>
                <a:pPr marL="0" indent="0">
                  <a:buNone/>
                </a:pPr>
                <a:r>
                  <a:rPr lang="ko-KR" altLang="en-US" sz="1477" dirty="0"/>
                  <a:t>투명</a:t>
                </a:r>
                <a:r>
                  <a:rPr lang="en-US" altLang="ko-KR" sz="1477" dirty="0"/>
                  <a:t>,</a:t>
                </a:r>
                <a:r>
                  <a:rPr lang="ko-KR" altLang="en-US" sz="1477" dirty="0"/>
                  <a:t> 수평적인 문화</a:t>
                </a:r>
                <a:endParaRPr lang="en-US" sz="1477" dirty="0"/>
              </a:p>
            </p:txBody>
          </p:sp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5B9C8ECD-375E-EBF1-6A3E-49B27C6E206C}"/>
                  </a:ext>
                </a:extLst>
              </p:cNvPr>
              <p:cNvSpPr txBox="1"/>
              <p:nvPr/>
            </p:nvSpPr>
            <p:spPr>
              <a:xfrm>
                <a:off x="4914259" y="6971225"/>
                <a:ext cx="1460556" cy="42933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ko-KR" altLang="en-US" sz="1231" spc="-74" dirty="0">
                    <a:ln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  <a:alpha val="60000"/>
                      </a:schemeClr>
                    </a:solidFill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구성원 간 수평적이고 투명한</a:t>
                </a:r>
                <a:endParaRPr lang="en-US" altLang="ko-KR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endParaRPr>
              </a:p>
              <a:p>
                <a:pPr>
                  <a:lnSpc>
                    <a:spcPct val="120000"/>
                  </a:lnSpc>
                </a:pPr>
                <a:r>
                  <a:rPr lang="ko-KR" altLang="en-US" sz="1231" spc="-74" dirty="0">
                    <a:ln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  <a:alpha val="60000"/>
                      </a:schemeClr>
                    </a:solidFill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의사소통을 통한 공개경영</a:t>
                </a:r>
                <a:endParaRPr lang="en-US" altLang="ko-KR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endParaRPr>
              </a:p>
            </p:txBody>
          </p:sp>
        </p:grpSp>
        <p:grpSp>
          <p:nvGrpSpPr>
            <p:cNvPr id="29" name="그룹 28">
              <a:extLst>
                <a:ext uri="{FF2B5EF4-FFF2-40B4-BE49-F238E27FC236}">
                  <a16:creationId xmlns:a16="http://schemas.microsoft.com/office/drawing/2014/main" id="{E67A1B49-B56B-B104-847B-D8DCE56A76BA}"/>
                </a:ext>
              </a:extLst>
            </p:cNvPr>
            <p:cNvGrpSpPr/>
            <p:nvPr/>
          </p:nvGrpSpPr>
          <p:grpSpPr>
            <a:xfrm>
              <a:off x="483186" y="6578691"/>
              <a:ext cx="1460555" cy="711336"/>
              <a:chOff x="459387" y="6689225"/>
              <a:chExt cx="1460555" cy="711336"/>
            </a:xfrm>
          </p:grpSpPr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E5E06AA2-E496-A497-0588-862AD5223EFC}"/>
                  </a:ext>
                </a:extLst>
              </p:cNvPr>
              <p:cNvSpPr txBox="1"/>
              <p:nvPr/>
            </p:nvSpPr>
            <p:spPr>
              <a:xfrm>
                <a:off x="682884" y="6689225"/>
                <a:ext cx="1237058" cy="26476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en-US"/>
                </a:defPPr>
                <a:lvl1pPr marL="171450" indent="-171450">
                  <a:lnSpc>
                    <a:spcPct val="110000"/>
                  </a:lnSpc>
                  <a:buFont typeface="Wingdings" panose="05000000000000000000" pitchFamily="2" charset="2"/>
                  <a:buChar char="§"/>
                  <a:defRPr sz="1200" spc="-80">
                    <a:ln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defRPr>
                </a:lvl1pPr>
              </a:lstStyle>
              <a:p>
                <a:pPr marL="0" indent="0" algn="r">
                  <a:buNone/>
                </a:pPr>
                <a:r>
                  <a:rPr lang="ko-KR" altLang="en-US" sz="1477" dirty="0"/>
                  <a:t>투명</a:t>
                </a:r>
                <a:r>
                  <a:rPr lang="en-US" altLang="ko-KR" sz="1477" dirty="0"/>
                  <a:t>,</a:t>
                </a:r>
                <a:r>
                  <a:rPr lang="ko-KR" altLang="en-US" sz="1477" dirty="0"/>
                  <a:t> 수평적인 문화</a:t>
                </a:r>
                <a:endParaRPr lang="en-US" sz="1477" dirty="0"/>
              </a:p>
            </p:txBody>
          </p: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26ECD55A-E464-2D8D-1A6E-B81EFE0F1807}"/>
                  </a:ext>
                </a:extLst>
              </p:cNvPr>
              <p:cNvSpPr txBox="1"/>
              <p:nvPr/>
            </p:nvSpPr>
            <p:spPr>
              <a:xfrm>
                <a:off x="459387" y="6971225"/>
                <a:ext cx="1460555" cy="42933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>
                  <a:lnSpc>
                    <a:spcPct val="120000"/>
                  </a:lnSpc>
                </a:pPr>
                <a:r>
                  <a:rPr lang="ko-KR" altLang="en-US" sz="1231" spc="-74" dirty="0">
                    <a:ln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  <a:alpha val="60000"/>
                      </a:schemeClr>
                    </a:solidFill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구성원 간 수평적이고 투명한</a:t>
                </a:r>
                <a:endParaRPr lang="en-US" altLang="ko-KR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endParaRPr>
              </a:p>
              <a:p>
                <a:pPr algn="r">
                  <a:lnSpc>
                    <a:spcPct val="120000"/>
                  </a:lnSpc>
                </a:pPr>
                <a:r>
                  <a:rPr lang="ko-KR" altLang="en-US" sz="1231" spc="-74" dirty="0">
                    <a:ln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  <a:alpha val="60000"/>
                      </a:schemeClr>
                    </a:solidFill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의사소통을 통한 공개경영</a:t>
                </a:r>
                <a:endParaRPr lang="en-US" altLang="ko-KR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endParaRPr>
              </a:p>
            </p:txBody>
          </p:sp>
        </p:grpSp>
        <p:grpSp>
          <p:nvGrpSpPr>
            <p:cNvPr id="30" name="그룹 29">
              <a:extLst>
                <a:ext uri="{FF2B5EF4-FFF2-40B4-BE49-F238E27FC236}">
                  <a16:creationId xmlns:a16="http://schemas.microsoft.com/office/drawing/2014/main" id="{6AA6D839-40D8-ACCE-E1DE-E12B40EBECAD}"/>
                </a:ext>
              </a:extLst>
            </p:cNvPr>
            <p:cNvGrpSpPr/>
            <p:nvPr/>
          </p:nvGrpSpPr>
          <p:grpSpPr>
            <a:xfrm>
              <a:off x="4914259" y="8485269"/>
              <a:ext cx="1460556" cy="711336"/>
              <a:chOff x="4914259" y="6689225"/>
              <a:chExt cx="1460556" cy="711336"/>
            </a:xfrm>
          </p:grpSpPr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0F39A99A-BB4A-FF57-48DE-66EE03FA7C6C}"/>
                  </a:ext>
                </a:extLst>
              </p:cNvPr>
              <p:cNvSpPr txBox="1"/>
              <p:nvPr/>
            </p:nvSpPr>
            <p:spPr>
              <a:xfrm>
                <a:off x="4923119" y="6689225"/>
                <a:ext cx="1237058" cy="26476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en-US"/>
                </a:defPPr>
                <a:lvl1pPr marL="171450" indent="-171450">
                  <a:lnSpc>
                    <a:spcPct val="110000"/>
                  </a:lnSpc>
                  <a:buFont typeface="Wingdings" panose="05000000000000000000" pitchFamily="2" charset="2"/>
                  <a:buChar char="§"/>
                  <a:defRPr sz="1200" spc="-80">
                    <a:ln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defRPr>
                </a:lvl1pPr>
              </a:lstStyle>
              <a:p>
                <a:pPr marL="0" indent="0">
                  <a:buNone/>
                </a:pPr>
                <a:r>
                  <a:rPr lang="ko-KR" altLang="en-US" sz="1477" dirty="0"/>
                  <a:t>투명</a:t>
                </a:r>
                <a:r>
                  <a:rPr lang="en-US" altLang="ko-KR" sz="1477" dirty="0"/>
                  <a:t>,</a:t>
                </a:r>
                <a:r>
                  <a:rPr lang="ko-KR" altLang="en-US" sz="1477" dirty="0"/>
                  <a:t> 수평적인 문화</a:t>
                </a:r>
                <a:endParaRPr lang="en-US" sz="1477" dirty="0"/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A144DBB8-BB0F-68A4-E6F4-62A19A4451D4}"/>
                  </a:ext>
                </a:extLst>
              </p:cNvPr>
              <p:cNvSpPr txBox="1"/>
              <p:nvPr/>
            </p:nvSpPr>
            <p:spPr>
              <a:xfrm>
                <a:off x="4914259" y="6971225"/>
                <a:ext cx="1460556" cy="42933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ko-KR" altLang="en-US" sz="1231" spc="-74" dirty="0">
                    <a:ln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  <a:alpha val="60000"/>
                      </a:schemeClr>
                    </a:solidFill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구성원 간 수평적이고 투명한</a:t>
                </a:r>
                <a:endParaRPr lang="en-US" altLang="ko-KR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endParaRPr>
              </a:p>
              <a:p>
                <a:pPr>
                  <a:lnSpc>
                    <a:spcPct val="120000"/>
                  </a:lnSpc>
                </a:pPr>
                <a:r>
                  <a:rPr lang="ko-KR" altLang="en-US" sz="1231" spc="-74" dirty="0">
                    <a:ln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  <a:alpha val="60000"/>
                      </a:schemeClr>
                    </a:solidFill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의사소통을 통한 공개경영</a:t>
                </a:r>
                <a:endParaRPr lang="en-US" altLang="ko-KR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endParaRPr>
              </a:p>
            </p:txBody>
          </p:sp>
        </p:grpSp>
        <p:grpSp>
          <p:nvGrpSpPr>
            <p:cNvPr id="31" name="그룹 30">
              <a:extLst>
                <a:ext uri="{FF2B5EF4-FFF2-40B4-BE49-F238E27FC236}">
                  <a16:creationId xmlns:a16="http://schemas.microsoft.com/office/drawing/2014/main" id="{0739C2F5-9E47-24AD-A528-6EEB89D5A04A}"/>
                </a:ext>
              </a:extLst>
            </p:cNvPr>
            <p:cNvGrpSpPr/>
            <p:nvPr/>
          </p:nvGrpSpPr>
          <p:grpSpPr>
            <a:xfrm>
              <a:off x="483186" y="8485269"/>
              <a:ext cx="1460555" cy="711336"/>
              <a:chOff x="459387" y="6689225"/>
              <a:chExt cx="1460555" cy="711336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CFCA1D0C-9DD6-A36C-A813-1E0A10FDF120}"/>
                  </a:ext>
                </a:extLst>
              </p:cNvPr>
              <p:cNvSpPr txBox="1"/>
              <p:nvPr/>
            </p:nvSpPr>
            <p:spPr>
              <a:xfrm>
                <a:off x="682884" y="6689225"/>
                <a:ext cx="1237058" cy="26476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en-US"/>
                </a:defPPr>
                <a:lvl1pPr marL="171450" indent="-171450">
                  <a:lnSpc>
                    <a:spcPct val="110000"/>
                  </a:lnSpc>
                  <a:buFont typeface="Wingdings" panose="05000000000000000000" pitchFamily="2" charset="2"/>
                  <a:buChar char="§"/>
                  <a:defRPr sz="1200" spc="-80">
                    <a:ln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defRPr>
                </a:lvl1pPr>
              </a:lstStyle>
              <a:p>
                <a:pPr marL="0" indent="0" algn="r">
                  <a:buNone/>
                </a:pPr>
                <a:r>
                  <a:rPr lang="ko-KR" altLang="en-US" sz="1477" dirty="0"/>
                  <a:t>투명</a:t>
                </a:r>
                <a:r>
                  <a:rPr lang="en-US" altLang="ko-KR" sz="1477" dirty="0"/>
                  <a:t>,</a:t>
                </a:r>
                <a:r>
                  <a:rPr lang="ko-KR" altLang="en-US" sz="1477" dirty="0"/>
                  <a:t> 수평적인 문화</a:t>
                </a:r>
                <a:endParaRPr lang="en-US" sz="1477" dirty="0"/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69524FB0-58C5-B497-5410-570EA1A1D907}"/>
                  </a:ext>
                </a:extLst>
              </p:cNvPr>
              <p:cNvSpPr txBox="1"/>
              <p:nvPr/>
            </p:nvSpPr>
            <p:spPr>
              <a:xfrm>
                <a:off x="459387" y="6971225"/>
                <a:ext cx="1460555" cy="42933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>
                  <a:lnSpc>
                    <a:spcPct val="120000"/>
                  </a:lnSpc>
                </a:pPr>
                <a:r>
                  <a:rPr lang="ko-KR" altLang="en-US" sz="1231" spc="-74" dirty="0">
                    <a:ln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  <a:alpha val="60000"/>
                      </a:schemeClr>
                    </a:solidFill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구성원 간 수평적이고 투명한</a:t>
                </a:r>
                <a:endParaRPr lang="en-US" altLang="ko-KR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endParaRPr>
              </a:p>
              <a:p>
                <a:pPr algn="r">
                  <a:lnSpc>
                    <a:spcPct val="120000"/>
                  </a:lnSpc>
                </a:pPr>
                <a:r>
                  <a:rPr lang="ko-KR" altLang="en-US" sz="1231" spc="-74" dirty="0">
                    <a:ln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  <a:alpha val="60000"/>
                      </a:schemeClr>
                    </a:solidFill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의사소통을 통한 공개경영</a:t>
                </a:r>
                <a:endParaRPr lang="en-US" altLang="ko-KR" sz="1231" spc="-74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  <a:alpha val="60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endParaRPr>
              </a:p>
            </p:txBody>
          </p:sp>
        </p:grpSp>
        <p:grpSp>
          <p:nvGrpSpPr>
            <p:cNvPr id="32" name="그룹 31">
              <a:extLst>
                <a:ext uri="{FF2B5EF4-FFF2-40B4-BE49-F238E27FC236}">
                  <a16:creationId xmlns:a16="http://schemas.microsoft.com/office/drawing/2014/main" id="{6FE61163-D675-65E4-C828-BC75D3BCCC86}"/>
                </a:ext>
              </a:extLst>
            </p:cNvPr>
            <p:cNvGrpSpPr/>
            <p:nvPr/>
          </p:nvGrpSpPr>
          <p:grpSpPr>
            <a:xfrm flipH="1">
              <a:off x="4895720" y="8236720"/>
              <a:ext cx="410770" cy="183711"/>
              <a:chOff x="4388591" y="6846205"/>
              <a:chExt cx="410770" cy="183711"/>
            </a:xfrm>
          </p:grpSpPr>
          <p:cxnSp>
            <p:nvCxnSpPr>
              <p:cNvPr id="36" name="직선 연결선 35">
                <a:extLst>
                  <a:ext uri="{FF2B5EF4-FFF2-40B4-BE49-F238E27FC236}">
                    <a16:creationId xmlns:a16="http://schemas.microsoft.com/office/drawing/2014/main" id="{3458EB07-4617-058C-F150-32D2BA368F4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570338" y="6846205"/>
                <a:ext cx="229023" cy="0"/>
              </a:xfrm>
              <a:prstGeom prst="line">
                <a:avLst/>
              </a:prstGeom>
              <a:solidFill>
                <a:schemeClr val="bg1"/>
              </a:solidFill>
              <a:ln w="635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37" name="직선 연결선 36">
                <a:extLst>
                  <a:ext uri="{FF2B5EF4-FFF2-40B4-BE49-F238E27FC236}">
                    <a16:creationId xmlns:a16="http://schemas.microsoft.com/office/drawing/2014/main" id="{B69AA8A8-37EB-D5BF-AE3A-4689DCB596E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388591" y="6846205"/>
                <a:ext cx="181747" cy="183711"/>
              </a:xfrm>
              <a:prstGeom prst="line">
                <a:avLst/>
              </a:prstGeom>
              <a:solidFill>
                <a:schemeClr val="bg1"/>
              </a:solidFill>
              <a:ln w="635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grpSp>
          <p:nvGrpSpPr>
            <p:cNvPr id="33" name="그룹 32">
              <a:extLst>
                <a:ext uri="{FF2B5EF4-FFF2-40B4-BE49-F238E27FC236}">
                  <a16:creationId xmlns:a16="http://schemas.microsoft.com/office/drawing/2014/main" id="{09469ED4-C68B-C0A2-8474-A9469A9BB85F}"/>
                </a:ext>
              </a:extLst>
            </p:cNvPr>
            <p:cNvGrpSpPr/>
            <p:nvPr/>
          </p:nvGrpSpPr>
          <p:grpSpPr>
            <a:xfrm>
              <a:off x="1551510" y="8236720"/>
              <a:ext cx="410770" cy="183711"/>
              <a:chOff x="4388591" y="6846205"/>
              <a:chExt cx="410770" cy="183711"/>
            </a:xfrm>
          </p:grpSpPr>
          <p:cxnSp>
            <p:nvCxnSpPr>
              <p:cNvPr id="34" name="직선 연결선 33">
                <a:extLst>
                  <a:ext uri="{FF2B5EF4-FFF2-40B4-BE49-F238E27FC236}">
                    <a16:creationId xmlns:a16="http://schemas.microsoft.com/office/drawing/2014/main" id="{DAF0BFF4-73F4-76BF-EC10-43A74F6F9A1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570338" y="6846205"/>
                <a:ext cx="229023" cy="0"/>
              </a:xfrm>
              <a:prstGeom prst="line">
                <a:avLst/>
              </a:prstGeom>
              <a:solidFill>
                <a:schemeClr val="bg1"/>
              </a:solidFill>
              <a:ln w="635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35" name="직선 연결선 34">
                <a:extLst>
                  <a:ext uri="{FF2B5EF4-FFF2-40B4-BE49-F238E27FC236}">
                    <a16:creationId xmlns:a16="http://schemas.microsoft.com/office/drawing/2014/main" id="{A8CA9A1F-3C69-9429-5932-83C7A2D13EA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388591" y="6846205"/>
                <a:ext cx="181747" cy="183711"/>
              </a:xfrm>
              <a:prstGeom prst="line">
                <a:avLst/>
              </a:prstGeom>
              <a:solidFill>
                <a:schemeClr val="bg1"/>
              </a:solidFill>
              <a:ln w="635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95275382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C0GxMVwQ0GOqJLazWd3jKQ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C0GxMVwQ0GOqJLazWd3jKQ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WiF6gaEHp4DmiD_8LojhSA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HorURyB5sALXjhTSbKIH_Q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J92C_X7OQCuuw1KKruhhHA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J92C_X7OQCuuw1KKruhhHA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J92C_X7OQCuuw1KKruhhHA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J92C_X7OQCuuw1KKruhhHA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J92C_X7OQCuuw1KKruhhHA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J92C_X7OQCuuw1KKruhhHA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fhiWhHoDWkOkCoq.aiu2rA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fhiWhHoDWkOkCoq.aiu2rA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fhiWhHoDWkOkCoq.aiu2rA"/>
</p:tagLst>
</file>

<file path=ppt/theme/theme1.xml><?xml version="1.0" encoding="utf-8"?>
<a:theme xmlns:a="http://schemas.openxmlformats.org/drawingml/2006/main" name="Office 테마">
  <a:themeElements>
    <a:clrScheme name="2025 DT">
      <a:dk1>
        <a:sysClr val="windowText" lastClr="000000"/>
      </a:dk1>
      <a:lt1>
        <a:sysClr val="window" lastClr="FFFFFF"/>
      </a:lt1>
      <a:dk2>
        <a:srgbClr val="1E2B3D"/>
      </a:dk2>
      <a:lt2>
        <a:srgbClr val="E3E1E1"/>
      </a:lt2>
      <a:accent1>
        <a:srgbClr val="ADD0DD"/>
      </a:accent1>
      <a:accent2>
        <a:srgbClr val="E4EDF2"/>
      </a:accent2>
      <a:accent3>
        <a:srgbClr val="436175"/>
      </a:accent3>
      <a:accent4>
        <a:srgbClr val="61A5C2"/>
      </a:accent4>
      <a:accent5>
        <a:srgbClr val="295D8A"/>
      </a:accent5>
      <a:accent6>
        <a:srgbClr val="01497C"/>
      </a:accent6>
      <a:hlink>
        <a:srgbClr val="0563C1"/>
      </a:hlink>
      <a:folHlink>
        <a:srgbClr val="954F72"/>
      </a:folHlink>
    </a:clrScheme>
    <a:fontScheme name="사용자 지정 2">
      <a:majorFont>
        <a:latin typeface="Pretendard"/>
        <a:ea typeface="Pretendard"/>
        <a:cs typeface=""/>
      </a:majorFont>
      <a:minorFont>
        <a:latin typeface="Pretendard"/>
        <a:ea typeface="Pretendard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lnDef>
      <a:spPr>
        <a:ln w="12700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/>
      <a:bodyPr vert="horz" wrap="square" lIns="0" tIns="0" rIns="0" bIns="0" rtlCol="0" anchor="t" anchorCtr="0">
        <a:spAutoFit/>
      </a:bodyPr>
      <a:lstStyle>
        <a:defPPr algn="l">
          <a:buFont typeface="Arial" panose="020B0604020202020204" pitchFamily="34" charset="0"/>
          <a:buChar char="•"/>
          <a:defRPr b="1" dirty="0">
            <a:latin typeface="Pretendard" panose="02000503000000020004" pitchFamily="50" charset="-127"/>
            <a:ea typeface="Pretendard" panose="02000503000000020004" pitchFamily="50" charset="-127"/>
            <a:cs typeface="Pretendard" panose="02000503000000020004" pitchFamily="50" charset="-127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나눔스퀘어_ac">
      <a:majorFont>
        <a:latin typeface="나눔스퀘어_ac ExtraBold"/>
        <a:ea typeface="나눔스퀘어_ac ExtraBold"/>
        <a:cs typeface=""/>
      </a:majorFont>
      <a:minorFont>
        <a:latin typeface="나눔스퀘어_ac"/>
        <a:ea typeface="나눔스퀘어_ac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17B31B3C75758247A6085F68B1F7249F" ma:contentTypeVersion="13" ma:contentTypeDescription="새 문서를 만듭니다." ma:contentTypeScope="" ma:versionID="28125495ca782a4e0e47e0f06118b28a">
  <xsd:schema xmlns:xsd="http://www.w3.org/2001/XMLSchema" xmlns:xs="http://www.w3.org/2001/XMLSchema" xmlns:p="http://schemas.microsoft.com/office/2006/metadata/properties" xmlns:ns2="b8657d39-236f-42d7-bacc-7d8eb95f4b7a" xmlns:ns3="d78f9f96-c453-4347-aebf-02e8dfda6997" targetNamespace="http://schemas.microsoft.com/office/2006/metadata/properties" ma:root="true" ma:fieldsID="dda6f50bc4c70a5d6ec02bd6fc813587" ns2:_="" ns3:_="">
    <xsd:import namespace="b8657d39-236f-42d7-bacc-7d8eb95f4b7a"/>
    <xsd:import namespace="d78f9f96-c453-4347-aebf-02e8dfda6997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BillingMetadata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8657d39-236f-42d7-bacc-7d8eb95f4b7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11" nillable="true" ma:displayName="MediaServiceBillingMetadata" ma:hidden="true" ma:internalName="MediaServiceBillingMetadata" ma:readOnly="true">
      <xsd:simpleType>
        <xsd:restriction base="dms:Note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4" nillable="true" ma:taxonomy="true" ma:internalName="lcf76f155ced4ddcb4097134ff3c332f" ma:taxonomyFieldName="MediaServiceImageTags" ma:displayName="이미지 태그" ma:readOnly="false" ma:fieldId="{5cf76f15-5ced-4ddc-b409-7134ff3c332f}" ma:taxonomyMulti="true" ma:sspId="cf2537ba-3ca5-4ae4-a91c-8f8a4925866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9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78f9f96-c453-4347-aebf-02e8dfda6997" elementFormDefault="qualified">
    <xsd:import namespace="http://schemas.microsoft.com/office/2006/documentManagement/types"/>
    <xsd:import namespace="http://schemas.microsoft.com/office/infopath/2007/PartnerControls"/>
    <xsd:element name="TaxCatchAll" ma:index="15" nillable="true" ma:displayName="Taxonomy Catch All Column" ma:hidden="true" ma:list="{77154a82-fcba-4cad-91d1-335d5e8bac85}" ma:internalName="TaxCatchAll" ma:showField="CatchAllData" ma:web="d78f9f96-c453-4347-aebf-02e8dfda699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b8657d39-236f-42d7-bacc-7d8eb95f4b7a">
      <Terms xmlns="http://schemas.microsoft.com/office/infopath/2007/PartnerControls"/>
    </lcf76f155ced4ddcb4097134ff3c332f>
    <TaxCatchAll xmlns="d78f9f96-c453-4347-aebf-02e8dfda6997" xsi:nil="true"/>
  </documentManagement>
</p:properties>
</file>

<file path=customXml/itemProps1.xml><?xml version="1.0" encoding="utf-8"?>
<ds:datastoreItem xmlns:ds="http://schemas.openxmlformats.org/officeDocument/2006/customXml" ds:itemID="{9AAD41AA-8BC2-4C22-B4C7-D530DE71887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8657d39-236f-42d7-bacc-7d8eb95f4b7a"/>
    <ds:schemaRef ds:uri="d78f9f96-c453-4347-aebf-02e8dfda699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CC16DF8C-79AB-4364-9DB0-E64A9167766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696085C-40CE-4F70-9944-F01E5747AE39}">
  <ds:schemaRefs>
    <ds:schemaRef ds:uri="d78f9f96-c453-4347-aebf-02e8dfda6997"/>
    <ds:schemaRef ds:uri="http://www.w3.org/XML/1998/namespace"/>
    <ds:schemaRef ds:uri="http://purl.org/dc/elements/1.1/"/>
    <ds:schemaRef ds:uri="http://schemas.microsoft.com/office/2006/documentManagement/types"/>
    <ds:schemaRef ds:uri="b8657d39-236f-42d7-bacc-7d8eb95f4b7a"/>
    <ds:schemaRef ds:uri="http://purl.org/dc/terms/"/>
    <ds:schemaRef ds:uri="http://schemas.microsoft.com/office/2006/metadata/properties"/>
    <ds:schemaRef ds:uri="http://purl.org/dc/dcmitype/"/>
    <ds:schemaRef ds:uri="http://schemas.microsoft.com/office/infopath/2007/PartnerControls"/>
    <ds:schemaRef ds:uri="http://schemas.openxmlformats.org/package/2006/metadata/core-properties"/>
  </ds:schemaRefs>
</ds:datastoreItem>
</file>

<file path=docMetadata/LabelInfo.xml><?xml version="1.0" encoding="utf-8"?>
<clbl:labelList xmlns:clbl="http://schemas.microsoft.com/office/2020/mipLabelMetadata">
  <clbl:label id="{43d7489c-57ce-4967-b332-b53a94d66806}" enabled="0" method="" siteId="{43d7489c-57ce-4967-b332-b53a94d66806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1127</TotalTime>
  <Words>5162</Words>
  <Application>Microsoft Office PowerPoint</Application>
  <PresentationFormat>와이드스크린</PresentationFormat>
  <Paragraphs>1436</Paragraphs>
  <Slides>50</Slides>
  <Notes>19</Notes>
  <HiddenSlides>1</HiddenSlides>
  <MMClips>0</MMClips>
  <ScaleCrop>false</ScaleCrop>
  <HeadingPairs>
    <vt:vector size="6" baseType="variant">
      <vt:variant>
        <vt:lpstr>사용한 글꼴</vt:lpstr>
      </vt:variant>
      <vt:variant>
        <vt:i4>15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50</vt:i4>
      </vt:variant>
    </vt:vector>
  </HeadingPairs>
  <TitlesOfParts>
    <vt:vector size="66" baseType="lpstr">
      <vt:lpstr>??</vt:lpstr>
      <vt:lpstr>Pretendard</vt:lpstr>
      <vt:lpstr>Pretendard ExtraBold</vt:lpstr>
      <vt:lpstr>Pretendard Medium</vt:lpstr>
      <vt:lpstr>Pretendard SemiBold</vt:lpstr>
      <vt:lpstr>Pretendard Variable</vt:lpstr>
      <vt:lpstr>바탕</vt:lpstr>
      <vt:lpstr>카이겐고딕 KR Medium</vt:lpstr>
      <vt:lpstr>Arial</vt:lpstr>
      <vt:lpstr>JetBrains Mono</vt:lpstr>
      <vt:lpstr>Montserrat</vt:lpstr>
      <vt:lpstr>Montserrat ExtraBold</vt:lpstr>
      <vt:lpstr>Montserrat SemiBold</vt:lpstr>
      <vt:lpstr>Trebuchet MS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CONTENT</vt:lpstr>
      <vt:lpstr>타이틀 폰트 사이즈는 14pt 입니다.</vt:lpstr>
      <vt:lpstr>Color Guide</vt:lpstr>
      <vt:lpstr>페이지 타이틀 자리 입니다</vt:lpstr>
      <vt:lpstr>각종 Sample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DT플랫폼 </dc:title>
  <dc:creator/>
  <cp:lastModifiedBy>hyung jun jo</cp:lastModifiedBy>
  <cp:revision>544</cp:revision>
  <dcterms:created xsi:type="dcterms:W3CDTF">2020-11-23T10:53:39Z</dcterms:created>
  <dcterms:modified xsi:type="dcterms:W3CDTF">2026-05-31T08:58:55Z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0x01010017B31B3C75758247A6085F68B1F7249F</vt:lpwstr>
  </property>
  <property fmtid="{D5CDD505-2E9C-101B-9397-08002B2CF9AE}" pid="3" name="MediaServiceImageTags">
    <vt:lpwstr/>
  </property>
</Properties>
</file>