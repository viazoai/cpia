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12832" r:id="rId5"/>
    <p:sldId id="12834" r:id="rId6"/>
    <p:sldId id="12833" r:id="rId7"/>
    <p:sldId id="12835" r:id="rId8"/>
    <p:sldId id="12837" r:id="rId9"/>
    <p:sldId id="12839" r:id="rId10"/>
    <p:sldId id="12841" r:id="rId11"/>
    <p:sldId id="12846" r:id="rId12"/>
    <p:sldId id="12847" r:id="rId13"/>
    <p:sldId id="12848" r:id="rId14"/>
    <p:sldId id="12840" r:id="rId15"/>
    <p:sldId id="12843" r:id="rId16"/>
    <p:sldId id="12844" r:id="rId17"/>
    <p:sldId id="12845" r:id="rId18"/>
    <p:sldId id="12817" r:id="rId19"/>
    <p:sldId id="12818" r:id="rId20"/>
    <p:sldId id="12828" r:id="rId21"/>
    <p:sldId id="12823" r:id="rId22"/>
    <p:sldId id="12824" r:id="rId23"/>
    <p:sldId id="12829" r:id="rId24"/>
    <p:sldId id="12826" r:id="rId25"/>
    <p:sldId id="12825" r:id="rId26"/>
    <p:sldId id="12827" r:id="rId27"/>
    <p:sldId id="12830" r:id="rId28"/>
    <p:sldId id="12820" r:id="rId29"/>
    <p:sldId id="12816" r:id="rId30"/>
    <p:sldId id="12822" r:id="rId31"/>
    <p:sldId id="12821" r:id="rId32"/>
    <p:sldId id="12793" r:id="rId33"/>
    <p:sldId id="12800" r:id="rId34"/>
    <p:sldId id="12812" r:id="rId35"/>
    <p:sldId id="12799" r:id="rId36"/>
    <p:sldId id="12813" r:id="rId37"/>
    <p:sldId id="12807" r:id="rId38"/>
    <p:sldId id="12814" r:id="rId39"/>
    <p:sldId id="12808" r:id="rId40"/>
    <p:sldId id="12809" r:id="rId41"/>
    <p:sldId id="12811" r:id="rId42"/>
    <p:sldId id="12772" r:id="rId43"/>
    <p:sldId id="12781" r:id="rId44"/>
    <p:sldId id="12780" r:id="rId45"/>
    <p:sldId id="284" r:id="rId46"/>
    <p:sldId id="12774" r:id="rId47"/>
    <p:sldId id="12782" r:id="rId48"/>
    <p:sldId id="12783" r:id="rId49"/>
    <p:sldId id="12778" r:id="rId50"/>
    <p:sldId id="12779" r:id="rId51"/>
    <p:sldId id="12784" r:id="rId52"/>
    <p:sldId id="12785" r:id="rId53"/>
    <p:sldId id="12786" r:id="rId54"/>
    <p:sldId id="12787" r:id="rId55"/>
    <p:sldId id="12788" r:id="rId56"/>
    <p:sldId id="12789" r:id="rId57"/>
    <p:sldId id="12790" r:id="rId58"/>
    <p:sldId id="12791" r:id="rId59"/>
    <p:sldId id="12792" r:id="rId60"/>
  </p:sldIdLst>
  <p:sldSz cx="12192000" cy="6858000"/>
  <p:notesSz cx="6797675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nts" id="{01987817-5420-4DE9-BCEF-19850F8105C3}">
          <p14:sldIdLst>
            <p14:sldId id="12832"/>
            <p14:sldId id="12834"/>
            <p14:sldId id="12833"/>
            <p14:sldId id="12835"/>
            <p14:sldId id="12837"/>
            <p14:sldId id="12839"/>
            <p14:sldId id="12841"/>
            <p14:sldId id="12846"/>
            <p14:sldId id="12847"/>
            <p14:sldId id="12848"/>
            <p14:sldId id="12840"/>
            <p14:sldId id="12843"/>
            <p14:sldId id="12844"/>
            <p14:sldId id="12845"/>
          </p14:sldIdLst>
        </p14:section>
        <p14:section name="v01" id="{431A593B-6C01-404B-816F-60EAD2E169AC}">
          <p14:sldIdLst>
            <p14:sldId id="12817"/>
            <p14:sldId id="12818"/>
            <p14:sldId id="12828"/>
            <p14:sldId id="12823"/>
            <p14:sldId id="12824"/>
            <p14:sldId id="12829"/>
            <p14:sldId id="12826"/>
            <p14:sldId id="12825"/>
            <p14:sldId id="12827"/>
            <p14:sldId id="12830"/>
          </p14:sldIdLst>
        </p14:section>
        <p14:section name="ref" id="{C2032A16-16D4-455D-9AC2-7263F4BFDC5C}">
          <p14:sldIdLst>
            <p14:sldId id="12820"/>
            <p14:sldId id="12816"/>
            <p14:sldId id="12822"/>
            <p14:sldId id="12821"/>
            <p14:sldId id="12793"/>
            <p14:sldId id="12800"/>
            <p14:sldId id="12812"/>
            <p14:sldId id="12799"/>
            <p14:sldId id="12813"/>
            <p14:sldId id="12807"/>
            <p14:sldId id="12814"/>
            <p14:sldId id="12808"/>
            <p14:sldId id="12809"/>
            <p14:sldId id="12811"/>
          </p14:sldIdLst>
        </p14:section>
        <p14:section name="template" id="{FBA5ED95-E93D-47C1-94C3-D417B5A45BD8}">
          <p14:sldIdLst>
            <p14:sldId id="12772"/>
            <p14:sldId id="12781"/>
            <p14:sldId id="12780"/>
            <p14:sldId id="284"/>
            <p14:sldId id="12774"/>
          </p14:sldIdLst>
        </p14:section>
        <p14:section name="SAMPLE" id="{E922A470-60F1-42D3-96E1-463A0CA13394}">
          <p14:sldIdLst>
            <p14:sldId id="12782"/>
            <p14:sldId id="12783"/>
            <p14:sldId id="12778"/>
            <p14:sldId id="12779"/>
            <p14:sldId id="12784"/>
            <p14:sldId id="12785"/>
            <p14:sldId id="12786"/>
            <p14:sldId id="12787"/>
            <p14:sldId id="12788"/>
            <p14:sldId id="12789"/>
            <p14:sldId id="12790"/>
            <p14:sldId id="12791"/>
            <p14:sldId id="127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orient="horz" pos="164" userDrawn="1">
          <p15:clr>
            <a:srgbClr val="A4A3A4"/>
          </p15:clr>
        </p15:guide>
        <p15:guide id="3" orient="horz" pos="4150" userDrawn="1">
          <p15:clr>
            <a:srgbClr val="A4A3A4"/>
          </p15:clr>
        </p15:guide>
        <p15:guide id="7" pos="7525" userDrawn="1">
          <p15:clr>
            <a:srgbClr val="A4A3A4"/>
          </p15:clr>
        </p15:guide>
        <p15:guide id="8" pos="3840" userDrawn="1">
          <p15:clr>
            <a:srgbClr val="A4A3A4"/>
          </p15:clr>
        </p15:guide>
        <p15:guide id="9" pos="1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E0EB"/>
    <a:srgbClr val="15233A"/>
    <a:srgbClr val="1C2D47"/>
    <a:srgbClr val="4ADE80"/>
    <a:srgbClr val="5CC4D9"/>
    <a:srgbClr val="16294A"/>
    <a:srgbClr val="081224"/>
    <a:srgbClr val="A8B5C7"/>
    <a:srgbClr val="0A1628"/>
    <a:srgbClr val="5FC7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24E61B-4B3E-4613-8480-0B1427D3190D}" v="780" dt="2026-06-08T02:20:24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1" autoAdjust="0"/>
    <p:restoredTop sz="92197" autoAdjust="0"/>
  </p:normalViewPr>
  <p:slideViewPr>
    <p:cSldViewPr snapToGrid="0">
      <p:cViewPr>
        <p:scale>
          <a:sx n="75" d="100"/>
          <a:sy n="75" d="100"/>
        </p:scale>
        <p:origin x="1902" y="606"/>
      </p:cViewPr>
      <p:guideLst>
        <p:guide orient="horz" pos="572"/>
        <p:guide orient="horz" pos="164"/>
        <p:guide orient="horz" pos="4150"/>
        <p:guide pos="7525"/>
        <p:guide pos="3840"/>
        <p:guide pos="16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6468" y="20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ung jun jo" userId="eecbfa9617bcf066" providerId="LiveId" clId="{CED4A83C-449D-4884-BBE3-D1C96CDA3770}"/>
    <pc:docChg chg="undo custSel addSld delSld modSld sldOrd modMainMaster addSection modSection modNotesMaster modHandout">
      <pc:chgData name="hyung jun jo" userId="eecbfa9617bcf066" providerId="LiveId" clId="{CED4A83C-449D-4884-BBE3-D1C96CDA3770}" dt="2026-06-08T02:20:24.765" v="7435"/>
      <pc:docMkLst>
        <pc:docMk/>
      </pc:docMkLst>
      <pc:sldChg chg="modSp modNotes">
        <pc:chgData name="hyung jun jo" userId="eecbfa9617bcf066" providerId="LiveId" clId="{CED4A83C-449D-4884-BBE3-D1C96CDA3770}" dt="2026-06-08T02:20:24.765" v="7435"/>
        <pc:sldMkLst>
          <pc:docMk/>
          <pc:sldMk cId="55147835" sldId="284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55147835" sldId="284"/>
            <ac:spMk id="2" creationId="{A39A9A69-873D-634C-7788-94935E6704A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55147835" sldId="284"/>
            <ac:spMk id="16" creationId="{07B6E715-637F-9275-FB59-2C7C5668D53D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55147835" sldId="284"/>
            <ac:spMk id="20" creationId="{C047D835-CE9A-E65D-2D40-2E95282A98A5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55147835" sldId="284"/>
            <ac:spMk id="25" creationId="{1185BC29-22B8-0988-C979-1C4C785826C1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55147835" sldId="284"/>
            <ac:spMk id="42" creationId="{47348647-BDB8-1650-401D-090EA3445C4B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55147835" sldId="284"/>
            <ac:spMk id="48" creationId="{B592695D-58B9-8C52-68A1-C0BAF8DB7D5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55147835" sldId="284"/>
            <ac:spMk id="59" creationId="{43684BC2-B743-45E6-D828-D1179E355582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55147835" sldId="284"/>
            <ac:spMk id="72" creationId="{34F945DD-7C83-05D2-1F90-2A5A26D84E4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55147835" sldId="284"/>
            <ac:spMk id="79" creationId="{48ED1F07-B488-E09A-4087-0343822FD41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55147835" sldId="284"/>
            <ac:spMk id="80" creationId="{70CAB2DB-B385-F2CE-BC08-755815D6EE89}"/>
          </ac:spMkLst>
        </pc:spChg>
      </pc:sldChg>
      <pc:sldChg chg="modSp modNotes">
        <pc:chgData name="hyung jun jo" userId="eecbfa9617bcf066" providerId="LiveId" clId="{CED4A83C-449D-4884-BBE3-D1C96CDA3770}" dt="2026-06-08T02:20:24.765" v="7435"/>
        <pc:sldMkLst>
          <pc:docMk/>
          <pc:sldMk cId="1145893927" sldId="12772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1145893927" sldId="12772"/>
            <ac:spMk id="7" creationId="{71DDB92C-2FB4-42C6-94D8-1360A530D39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45893927" sldId="12772"/>
            <ac:spMk id="19" creationId="{BD6BF05A-7A46-4216-9A3D-CEFDC84B4733}"/>
          </ac:spMkLst>
        </pc:spChg>
      </pc:sldChg>
      <pc:sldChg chg="modSp modNotes">
        <pc:chgData name="hyung jun jo" userId="eecbfa9617bcf066" providerId="LiveId" clId="{CED4A83C-449D-4884-BBE3-D1C96CDA3770}" dt="2026-06-08T02:20:24.765" v="7435"/>
        <pc:sldMkLst>
          <pc:docMk/>
          <pc:sldMk cId="4244536655" sldId="12774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4244536655" sldId="12774"/>
            <ac:spMk id="7" creationId="{97C1D730-EFEA-B0D4-DDB3-919A3524496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44536655" sldId="12774"/>
            <ac:spMk id="24" creationId="{95BD3062-4279-98A6-A5EB-08A6425311D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44536655" sldId="12774"/>
            <ac:spMk id="26" creationId="{9B29DD7D-CB77-4E8E-9EE1-392B7D86DB52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44536655" sldId="12774"/>
            <ac:spMk id="34" creationId="{210BD514-A47C-45BC-97DF-62C213AA143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44536655" sldId="12774"/>
            <ac:spMk id="37" creationId="{2F181642-690B-4944-B39E-4F5C3A9903CF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44536655" sldId="12774"/>
            <ac:spMk id="39" creationId="{95F4A69A-8452-42C2-BC14-7CCEEEDC750B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44536655" sldId="12774"/>
            <ac:spMk id="42" creationId="{AD15642B-C868-D2C9-9B3F-A1C653ABD59D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44536655" sldId="12774"/>
            <ac:spMk id="52" creationId="{CBEC167E-0921-111E-599C-BBD904C1FF7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44536655" sldId="12774"/>
            <ac:spMk id="60" creationId="{2BC0EB81-D8DA-44CB-B1D4-952B62E5934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44536655" sldId="12774"/>
            <ac:spMk id="82" creationId="{FAD42232-8C35-4306-F0CB-23CF2C004B4A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3141625965" sldId="12778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3141625965" sldId="12778"/>
            <ac:spMk id="21" creationId="{527E11CB-DFC7-D519-EC2A-EE5E9B524683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141625965" sldId="12778"/>
            <ac:spMk id="27" creationId="{00BE1D6A-3E2C-C555-135C-507F0F12BEB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141625965" sldId="12778"/>
            <ac:spMk id="110" creationId="{9427316E-1AAE-AF50-4F49-A30AFED12DF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141625965" sldId="12778"/>
            <ac:spMk id="111" creationId="{A8972A27-D940-AB9C-2FBA-BB494ABFE7E3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141625965" sldId="12778"/>
            <ac:spMk id="113" creationId="{6C06C84B-7211-CA80-5BD9-2FB2CD11906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141625965" sldId="12778"/>
            <ac:spMk id="119" creationId="{881D3F94-0762-A0C5-D1AB-277E7490D1F5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141625965" sldId="12778"/>
            <ac:spMk id="123" creationId="{FA4EE54C-400D-22CB-49DE-592AF61B307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141625965" sldId="12778"/>
            <ac:spMk id="132" creationId="{C81626B9-E2BE-77DD-12D4-7A986E8E510F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141625965" sldId="12778"/>
            <ac:spMk id="134" creationId="{4FDCBAFF-AA77-A072-E53F-2690780F060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141625965" sldId="12778"/>
            <ac:spMk id="137" creationId="{C4101A19-AC14-EA83-3FD1-F1D7D8AB1637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753409892" sldId="12779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753409892" sldId="12779"/>
            <ac:spMk id="2" creationId="{BBCFF1BB-7987-1A54-3284-CB375BF9DD0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3409892" sldId="12779"/>
            <ac:spMk id="4" creationId="{B9768A85-1A29-4B5A-4333-24DEA38D37CD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3409892" sldId="12779"/>
            <ac:spMk id="7" creationId="{02FFBE4A-2C8F-296E-A4C3-DD7E7B6FFDD1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3409892" sldId="12779"/>
            <ac:spMk id="12" creationId="{99BDA016-7D06-7A86-8B5F-EB85A1F0903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3409892" sldId="12779"/>
            <ac:spMk id="19" creationId="{CA9CE299-6E04-5E5C-15E4-1B2FB1DCE8AD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3409892" sldId="12779"/>
            <ac:spMk id="24" creationId="{4F0C1F61-CE13-CE68-5299-A73F3B462112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3409892" sldId="12779"/>
            <ac:spMk id="25" creationId="{760015DD-DB3C-10C3-B908-30631E9807C2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3409892" sldId="12779"/>
            <ac:spMk id="27" creationId="{F5EB250D-1E3F-E115-029C-1046D36EE8C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3409892" sldId="12779"/>
            <ac:spMk id="31" creationId="{0295D685-81FD-5E18-196C-9F5937A84DF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3409892" sldId="12779"/>
            <ac:spMk id="44" creationId="{D10F8541-6DE9-FA34-5D6A-33D80265D15C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3557250074" sldId="12780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3557250074" sldId="12780"/>
            <ac:spMk id="2" creationId="{87FFA92C-EB32-2EEF-CD2A-89197113AE2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557250074" sldId="12780"/>
            <ac:spMk id="14" creationId="{37FDC5A1-E2AC-0E90-3147-B6653574BCF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557250074" sldId="12780"/>
            <ac:spMk id="15" creationId="{F222F1ED-4D68-F771-23AA-E29F23467EC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557250074" sldId="12780"/>
            <ac:spMk id="18" creationId="{075C7822-2C03-DD2F-4CCE-CAD916283C11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557250074" sldId="12780"/>
            <ac:spMk id="34" creationId="{9D084E30-C87D-BBCA-C85C-45264281C8E4}"/>
          </ac:spMkLst>
        </pc:spChg>
        <pc:cxnChg chg="mod">
          <ac:chgData name="hyung jun jo" userId="eecbfa9617bcf066" providerId="LiveId" clId="{CED4A83C-449D-4884-BBE3-D1C96CDA3770}" dt="2026-05-31T02:59:28.581" v="1"/>
          <ac:cxnSpMkLst>
            <pc:docMk/>
            <pc:sldMk cId="3557250074" sldId="12780"/>
            <ac:cxnSpMk id="9" creationId="{47FFABBA-8DC8-0363-E0AF-9557061D8B02}"/>
          </ac:cxnSpMkLst>
        </pc:cxnChg>
        <pc:cxnChg chg="mod">
          <ac:chgData name="hyung jun jo" userId="eecbfa9617bcf066" providerId="LiveId" clId="{CED4A83C-449D-4884-BBE3-D1C96CDA3770}" dt="2026-05-31T02:59:28.581" v="1"/>
          <ac:cxnSpMkLst>
            <pc:docMk/>
            <pc:sldMk cId="3557250074" sldId="12780"/>
            <ac:cxnSpMk id="10" creationId="{BC1EAFEB-1950-0AE0-8739-7B8F3F2CB683}"/>
          </ac:cxnSpMkLst>
        </pc:cxnChg>
        <pc:cxnChg chg="mod">
          <ac:chgData name="hyung jun jo" userId="eecbfa9617bcf066" providerId="LiveId" clId="{CED4A83C-449D-4884-BBE3-D1C96CDA3770}" dt="2026-05-31T02:59:28.581" v="1"/>
          <ac:cxnSpMkLst>
            <pc:docMk/>
            <pc:sldMk cId="3557250074" sldId="12780"/>
            <ac:cxnSpMk id="11" creationId="{4FB8E3A0-5E44-E6D3-9320-6E32AC0917AE}"/>
          </ac:cxnSpMkLst>
        </pc:cxnChg>
        <pc:cxnChg chg="mod">
          <ac:chgData name="hyung jun jo" userId="eecbfa9617bcf066" providerId="LiveId" clId="{CED4A83C-449D-4884-BBE3-D1C96CDA3770}" dt="2026-05-31T02:59:28.581" v="1"/>
          <ac:cxnSpMkLst>
            <pc:docMk/>
            <pc:sldMk cId="3557250074" sldId="12780"/>
            <ac:cxnSpMk id="12" creationId="{03A83D45-6477-B36C-3F7D-3158E569E76E}"/>
          </ac:cxnSpMkLst>
        </pc:cxnChg>
        <pc:cxnChg chg="mod">
          <ac:chgData name="hyung jun jo" userId="eecbfa9617bcf066" providerId="LiveId" clId="{CED4A83C-449D-4884-BBE3-D1C96CDA3770}" dt="2026-05-31T02:59:28.581" v="1"/>
          <ac:cxnSpMkLst>
            <pc:docMk/>
            <pc:sldMk cId="3557250074" sldId="12780"/>
            <ac:cxnSpMk id="13" creationId="{F89ABDDF-6604-80A6-777B-DCEE1AADA7F5}"/>
          </ac:cxnSpMkLst>
        </pc:cxn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3462130015" sldId="12781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3462130015" sldId="12781"/>
            <ac:spMk id="5" creationId="{58632B48-F1FB-E7F6-BF5C-35FCAD1D0EA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62130015" sldId="12781"/>
            <ac:spMk id="16" creationId="{18CFBCC9-E046-5349-CDDC-597BAE968A0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62130015" sldId="12781"/>
            <ac:spMk id="18" creationId="{2712FF19-41E0-C40D-A7D6-33E9B97129F2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3737956980" sldId="12782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3737956980" sldId="12782"/>
            <ac:spMk id="8" creationId="{896FDF7A-C355-79BE-568D-213FC9E676B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737956980" sldId="12782"/>
            <ac:spMk id="12" creationId="{E3E4FC2D-A12C-CA03-D66F-D27C8650843D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737956980" sldId="12782"/>
            <ac:spMk id="23" creationId="{FD18E40F-768D-293C-0172-271E2C26863F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737956980" sldId="12782"/>
            <ac:spMk id="26" creationId="{4E4A6FC5-B7CC-8FF1-287F-7470EC41031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737956980" sldId="12782"/>
            <ac:spMk id="29" creationId="{C41FB3F1-F3D9-D2A2-2E9A-3813E6B4093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737956980" sldId="12782"/>
            <ac:spMk id="31" creationId="{E305CFBC-5953-0919-E533-8ACBD6FFDA4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737956980" sldId="12782"/>
            <ac:spMk id="39" creationId="{C240F843-BEF7-B96B-5852-61A6110D5A6D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737956980" sldId="12782"/>
            <ac:spMk id="62" creationId="{A75A2B5B-0483-62D4-C4E6-6BDB76278C8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737956980" sldId="12782"/>
            <ac:spMk id="73" creationId="{CF3B0ECA-70A9-BBD5-C512-12640F950B2D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737956980" sldId="12782"/>
            <ac:spMk id="88" creationId="{E62B4997-1E8A-215F-F24B-14C616031CE8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2113876" sldId="12783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2113876" sldId="12783"/>
            <ac:spMk id="5" creationId="{DD6DB781-4156-20D9-DB8B-AC1BED6C0FC5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113876" sldId="12783"/>
            <ac:spMk id="11" creationId="{83B63E56-DACB-04C7-01B7-336CBBEA37A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113876" sldId="12783"/>
            <ac:spMk id="15" creationId="{4EDBB26D-F134-6821-1150-4C20F6693821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113876" sldId="12783"/>
            <ac:spMk id="18" creationId="{1011C32A-1084-F878-540C-1443ED1FDE5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113876" sldId="12783"/>
            <ac:spMk id="26" creationId="{3B021798-7C13-3E35-CB21-DA1C6ACA411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113876" sldId="12783"/>
            <ac:spMk id="39" creationId="{5F6B5D2E-DA03-0A0C-3D3A-ED2E0C9CE65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113876" sldId="12783"/>
            <ac:spMk id="42" creationId="{AF98861E-D40A-3FCA-46A4-2D41F019FF2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113876" sldId="12783"/>
            <ac:spMk id="55" creationId="{7A0E44CB-B739-A643-1836-C8C139746A9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113876" sldId="12783"/>
            <ac:spMk id="73" creationId="{6A517ED2-FCCF-19CC-64EF-1A1EBCADAB75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113876" sldId="12783"/>
            <ac:spMk id="75" creationId="{3BB05D61-573A-3B8A-CB4D-AF9F961651D5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1736579766" sldId="12784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1736579766" sldId="12784"/>
            <ac:spMk id="4" creationId="{1B2F07E1-2930-50FC-46FD-6F4E08FE6D1F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736579766" sldId="12784"/>
            <ac:spMk id="9" creationId="{5B6B4E90-8FB5-A63F-BC01-F3B0674C814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736579766" sldId="12784"/>
            <ac:spMk id="11" creationId="{B9F777FE-C99E-6CF5-2E6D-A2ECF41E0411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736579766" sldId="12784"/>
            <ac:spMk id="14" creationId="{021B9B20-646F-F506-3C36-A0FD5EBE6EB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736579766" sldId="12784"/>
            <ac:spMk id="18" creationId="{85E375A5-87DB-7D56-005B-8934FB31F2C1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736579766" sldId="12784"/>
            <ac:spMk id="20" creationId="{A7EEC86C-6327-052F-38B9-FCB157F3C32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736579766" sldId="12784"/>
            <ac:spMk id="24" creationId="{291B42A3-1A55-A780-C762-2ABB728BB153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736579766" sldId="12784"/>
            <ac:spMk id="25" creationId="{0E5263BA-6F80-C8EB-D424-A12BFD97D2B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736579766" sldId="12784"/>
            <ac:spMk id="29" creationId="{6AA2C14C-28C6-2B61-2F55-2176F33B7F2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736579766" sldId="12784"/>
            <ac:spMk id="30" creationId="{0C44C12F-C7F6-BC4A-39F6-B0D40861C10F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1428800592" sldId="12785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1428800592" sldId="12785"/>
            <ac:spMk id="2" creationId="{BA32A7CF-F874-3323-8570-CAFBAFEF3E5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428800592" sldId="12785"/>
            <ac:spMk id="3" creationId="{0FDE27D4-3E2B-D838-7BF1-FB6358B84D85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428800592" sldId="12785"/>
            <ac:spMk id="4" creationId="{DF6D0058-49F9-10EE-8C0A-2C7FCED44AC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428800592" sldId="12785"/>
            <ac:spMk id="8" creationId="{134D5575-D833-F1A5-2413-9633DA5A09C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428800592" sldId="12785"/>
            <ac:spMk id="10" creationId="{363C4589-B885-59F6-B649-A7F7E55EB83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428800592" sldId="12785"/>
            <ac:spMk id="12" creationId="{12828CCC-EC62-409F-DC40-43DF33AE597D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428800592" sldId="12785"/>
            <ac:spMk id="14" creationId="{EFB17457-8525-2F38-1AFB-5F9F006CEC71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428800592" sldId="12785"/>
            <ac:spMk id="15" creationId="{8663CEF7-C978-23E8-4915-96CEFDA33CEF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428800592" sldId="12785"/>
            <ac:spMk id="16" creationId="{C7ACB391-1D00-A332-DE1C-6B66921557EA}"/>
          </ac:spMkLst>
        </pc:sp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1428800592" sldId="12785"/>
            <ac:picMk id="6" creationId="{9DD6CE60-77E4-F33A-6AFD-9A822BCAB649}"/>
          </ac:picMkLst>
        </pc:pic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3253887122" sldId="12786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3253887122" sldId="12786"/>
            <ac:spMk id="3" creationId="{93FFE738-B727-09D9-731D-43B641CAF23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253887122" sldId="12786"/>
            <ac:spMk id="4" creationId="{897B7DC7-7201-734D-EC6B-566E4C6BD49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253887122" sldId="12786"/>
            <ac:spMk id="5" creationId="{B9541D26-0031-3700-7058-52ED68AF25E2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253887122" sldId="12786"/>
            <ac:spMk id="9" creationId="{0DF0B570-35FA-570E-5219-BC9B427B2D2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253887122" sldId="12786"/>
            <ac:spMk id="11" creationId="{5ADE4E91-4AA2-C410-1D77-04A2DCD588D3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253887122" sldId="12786"/>
            <ac:spMk id="21" creationId="{8D393138-8896-6240-4F19-66329088C61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253887122" sldId="12786"/>
            <ac:spMk id="22" creationId="{9BF60AD3-5EBB-8A7F-386A-D224C0FC45B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253887122" sldId="12786"/>
            <ac:spMk id="23" creationId="{4921D4F2-F0B6-1ABB-C928-2F7F99C1C2B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253887122" sldId="12786"/>
            <ac:spMk id="24" creationId="{62CAB29E-8D0D-7F81-5537-3FB39398A333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253887122" sldId="12786"/>
            <ac:spMk id="33" creationId="{DF90E414-92A7-4FF4-5EC0-678420CE55C7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1185812049" sldId="12787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1185812049" sldId="12787"/>
            <ac:spMk id="32" creationId="{5240B7B6-4189-294D-9DCD-85EB772FF2F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85812049" sldId="12787"/>
            <ac:spMk id="34" creationId="{17553561-2E79-DC70-5554-392D627D8FE2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85812049" sldId="12787"/>
            <ac:spMk id="37" creationId="{9A978288-66A7-83C4-71ED-F9F9395F69BB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85812049" sldId="12787"/>
            <ac:spMk id="39" creationId="{CD425813-D9F6-1584-3198-E8DA639F5B7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85812049" sldId="12787"/>
            <ac:spMk id="42" creationId="{204F9EB9-5725-13C7-11EF-D545DCA300C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85812049" sldId="12787"/>
            <ac:spMk id="47" creationId="{655D82C6-7CAE-A355-57F1-993FEA90BCF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85812049" sldId="12787"/>
            <ac:spMk id="50" creationId="{F44A434A-621B-8165-BE81-5642CD71F3DD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85812049" sldId="12787"/>
            <ac:spMk id="51" creationId="{9098B4C2-ADD2-0EEE-0F15-840F0FB52A7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85812049" sldId="12787"/>
            <ac:spMk id="52" creationId="{802B14F6-B40B-A847-432A-02814929DED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85812049" sldId="12787"/>
            <ac:spMk id="54" creationId="{6BB0210F-E2DD-A77E-8E6A-9BC5DC91C975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1900710329" sldId="12788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1900710329" sldId="12788"/>
            <ac:spMk id="2" creationId="{83BFAB0E-1950-535E-4933-7D401FFAB7B2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900710329" sldId="12788"/>
            <ac:spMk id="4" creationId="{DE9E6EFB-1B4A-355D-7B79-0F620742E53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900710329" sldId="12788"/>
            <ac:spMk id="13" creationId="{AC7AC464-0E18-7231-4A03-7DA895A1B79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900710329" sldId="12788"/>
            <ac:spMk id="15" creationId="{477ED685-EF06-E4C2-C339-83D18C9E1E3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900710329" sldId="12788"/>
            <ac:spMk id="16" creationId="{CDC816A4-0149-F8B9-78EB-9370F183F45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900710329" sldId="12788"/>
            <ac:spMk id="17" creationId="{4F340EFC-918D-F605-6E13-860E21A7990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900710329" sldId="12788"/>
            <ac:spMk id="20" creationId="{48F06C47-A7B7-B120-A5EB-831D28EDC2ED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900710329" sldId="12788"/>
            <ac:spMk id="27" creationId="{29DC2F1F-5D9B-C187-0F1E-BCED2C06FED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900710329" sldId="12788"/>
            <ac:spMk id="30" creationId="{A4886BE2-EDD2-3E52-8DE7-0D33704D850D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900710329" sldId="12788"/>
            <ac:spMk id="33" creationId="{4BCD8380-0B84-1639-89D3-ECE2B3949612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2737685132" sldId="12789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2737685132" sldId="12789"/>
            <ac:spMk id="6" creationId="{6D0B255A-B566-A8E0-EABB-B5480DBC79E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737685132" sldId="12789"/>
            <ac:spMk id="20" creationId="{A36CFAAA-A864-99B7-8A59-B4FB9394668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737685132" sldId="12789"/>
            <ac:spMk id="22" creationId="{70ECCB5E-F34E-ECB7-DB45-3EF8C6FB301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737685132" sldId="12789"/>
            <ac:spMk id="26" creationId="{09E0323E-7637-9AEB-C034-A4559A6E0C3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737685132" sldId="12789"/>
            <ac:spMk id="40" creationId="{D6A93C5C-8265-9DE1-425E-A9E04E6D479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737685132" sldId="12789"/>
            <ac:spMk id="55" creationId="{2ECE48AA-0CF3-B0F7-1F92-F1B92F9D1C0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737685132" sldId="12789"/>
            <ac:spMk id="57" creationId="{F335188E-EE57-759F-4F73-A048B069A3A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737685132" sldId="12789"/>
            <ac:spMk id="65" creationId="{0625DF80-4242-8333-505A-811D00A32BE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737685132" sldId="12789"/>
            <ac:spMk id="68" creationId="{E9B3E2B2-152B-DB76-7788-B5E303DDEFE5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737685132" sldId="12789"/>
            <ac:spMk id="84" creationId="{2D59C663-C0D9-0CB4-CA65-CD7C7AAA58E3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2041716004" sldId="12790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2041716004" sldId="12790"/>
            <ac:spMk id="4" creationId="{72668775-7104-76BF-BBE1-42438E935E1D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041716004" sldId="12790"/>
            <ac:spMk id="5" creationId="{724C1BAB-F22E-493A-2E77-3B384604264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041716004" sldId="12790"/>
            <ac:spMk id="7" creationId="{9ADE4F36-87E5-F4C6-DB49-4C9669A37A0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041716004" sldId="12790"/>
            <ac:spMk id="8" creationId="{BCF21715-32CC-963F-4289-93364DF1F3F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041716004" sldId="12790"/>
            <ac:spMk id="10" creationId="{91779E38-3E3B-D836-4D32-24D1ADACB82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041716004" sldId="12790"/>
            <ac:spMk id="11" creationId="{9CD114FC-B18C-A603-5480-2BE02FF80B25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041716004" sldId="12790"/>
            <ac:spMk id="13" creationId="{D560A49F-3E22-1058-6CF7-3C6B25274E51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041716004" sldId="12790"/>
            <ac:spMk id="14" creationId="{BD0D3F01-2451-6007-0691-2BB6EA982FA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041716004" sldId="12790"/>
            <ac:spMk id="15" creationId="{1603B2D6-55E5-33FC-3DAF-28B07FD8C3A7}"/>
          </ac:spMkLst>
        </pc:spChg>
        <pc:graphicFrameChg chg="mod">
          <ac:chgData name="hyung jun jo" userId="eecbfa9617bcf066" providerId="LiveId" clId="{CED4A83C-449D-4884-BBE3-D1C96CDA3770}" dt="2026-05-31T02:59:28.581" v="1"/>
          <ac:graphicFrameMkLst>
            <pc:docMk/>
            <pc:sldMk cId="2041716004" sldId="12790"/>
            <ac:graphicFrameMk id="2" creationId="{442EED9B-CF4F-218E-FBE9-E93E5A35551A}"/>
          </ac:graphicFrameMkLst>
        </pc:graphicFrame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3400839180" sldId="12791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3400839180" sldId="12791"/>
            <ac:spMk id="2" creationId="{4D728DDB-623B-CC60-8D61-BF040BCB3A31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00839180" sldId="12791"/>
            <ac:spMk id="7" creationId="{0A91582B-1CFC-F8E3-7873-A4095F36CF4B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00839180" sldId="12791"/>
            <ac:spMk id="18" creationId="{0576BD2C-3EFA-304A-B8A5-F965C0D3A25F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00839180" sldId="12791"/>
            <ac:spMk id="21" creationId="{C72DD066-C792-77F9-ADC8-7DC8D8B3A7D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00839180" sldId="12791"/>
            <ac:spMk id="23" creationId="{A09F5FB8-8318-6EE5-98AC-AFAFBC22F98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00839180" sldId="12791"/>
            <ac:spMk id="27" creationId="{F4444A2E-CA5A-078F-2C40-456CED14599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00839180" sldId="12791"/>
            <ac:spMk id="29" creationId="{6EA5D477-95BC-8DBA-6412-45453AF6F6C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00839180" sldId="12791"/>
            <ac:spMk id="33" creationId="{55CDC94E-B265-1D8A-E8AB-C69CB406DE92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00839180" sldId="12791"/>
            <ac:spMk id="35" creationId="{A2856FFD-4824-E0EC-C48F-7DA82F6D253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00839180" sldId="12791"/>
            <ac:spMk id="36" creationId="{4CB44331-14DE-ACB0-8CFC-E12A13161ED1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952753822" sldId="12792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952753822" sldId="12792"/>
            <ac:spMk id="2" creationId="{73580699-39AC-689F-8AFB-96EB9AAA8E25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952753822" sldId="12792"/>
            <ac:spMk id="11" creationId="{2ADF0A20-94C4-E05F-10CB-C5295A83008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952753822" sldId="12792"/>
            <ac:spMk id="12" creationId="{D97D913B-FE8D-09F0-4795-4527A454B645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952753822" sldId="12792"/>
            <ac:spMk id="17" creationId="{CCD4E2D5-4947-15A0-E8D1-D496FF446A65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952753822" sldId="12792"/>
            <ac:spMk id="39" creationId="{69524FB0-58C5-B497-5410-570EA1A1D90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952753822" sldId="12792"/>
            <ac:spMk id="42" creationId="{E5E06AA2-E496-A497-0588-862AD5223EF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952753822" sldId="12792"/>
            <ac:spMk id="43" creationId="{26ECD55A-E464-2D8D-1A6E-B81EFE0F180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952753822" sldId="12792"/>
            <ac:spMk id="58" creationId="{6CA65886-8629-B4B7-6628-9EB6ED0143CD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952753822" sldId="12792"/>
            <ac:spMk id="61" creationId="{7F07C136-4415-055F-E915-D7F70AFB39D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952753822" sldId="12792"/>
            <ac:spMk id="62" creationId="{DC52127B-229A-C93B-F90A-D69D7B41B252}"/>
          </ac:spMkLst>
        </pc:spChg>
      </pc:sldChg>
      <pc:sldChg chg="modSp modNotes">
        <pc:chgData name="hyung jun jo" userId="eecbfa9617bcf066" providerId="LiveId" clId="{CED4A83C-449D-4884-BBE3-D1C96CDA3770}" dt="2026-06-08T02:20:24.765" v="7435"/>
        <pc:sldMkLst>
          <pc:docMk/>
          <pc:sldMk cId="3407252431" sldId="12793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3407252431" sldId="12793"/>
            <ac:spMk id="3" creationId="{A09E31A1-00E6-483A-E6D2-36ABEE1EFAC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07252431" sldId="12793"/>
            <ac:spMk id="7" creationId="{71DDB92C-2FB4-42C6-94D8-1360A530D39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07252431" sldId="12793"/>
            <ac:spMk id="19" creationId="{BD6BF05A-7A46-4216-9A3D-CEFDC84B4733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648122183" sldId="12799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648122183" sldId="12799"/>
            <ac:spMk id="6" creationId="{1363DD10-EEA7-A9EF-793D-E927C05E5CE3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648122183" sldId="12799"/>
            <ac:spMk id="8" creationId="{902056F4-E216-AC78-2D1A-CBE476BE568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648122183" sldId="12799"/>
            <ac:spMk id="22" creationId="{698C89C0-B952-23E9-3079-10035B2D63E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648122183" sldId="12799"/>
            <ac:spMk id="25" creationId="{BE2D3ED6-8DD1-3CE5-F1B2-A9F576767F6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648122183" sldId="12799"/>
            <ac:spMk id="36" creationId="{8B9870BE-BA76-C79B-13F5-17925D35C5A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648122183" sldId="12799"/>
            <ac:spMk id="38" creationId="{542E4479-09B8-65E5-8A9D-EF1B303371BB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648122183" sldId="12799"/>
            <ac:spMk id="40" creationId="{ED59B6DA-AD7E-1D9C-52CC-5955ED7EE94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648122183" sldId="12799"/>
            <ac:spMk id="44" creationId="{C8634F40-54A5-EE3E-9A76-BCD5D02F203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648122183" sldId="12799"/>
            <ac:spMk id="53" creationId="{898D6D0C-39B1-D1F4-DF39-BCC81E5E4F0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648122183" sldId="12799"/>
            <ac:spMk id="68" creationId="{1A1D7BDB-DC4E-E7CA-F1ED-70BF9540B121}"/>
          </ac:spMkLst>
        </pc:spChg>
      </pc:sldChg>
      <pc:sldChg chg="modSp modNotes">
        <pc:chgData name="hyung jun jo" userId="eecbfa9617bcf066" providerId="LiveId" clId="{CED4A83C-449D-4884-BBE3-D1C96CDA3770}" dt="2026-06-08T02:20:24.765" v="7435"/>
        <pc:sldMkLst>
          <pc:docMk/>
          <pc:sldMk cId="1172785327" sldId="12800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1172785327" sldId="12800"/>
            <ac:spMk id="6" creationId="{6250BED2-15F6-B926-8C26-42D9D7A83D55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72785327" sldId="12800"/>
            <ac:spMk id="8" creationId="{09835CD6-FC93-757E-5B88-8D095C3AE443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72785327" sldId="12800"/>
            <ac:spMk id="13" creationId="{12D2C852-6F53-8E9E-825A-70D87C0BAE0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72785327" sldId="12800"/>
            <ac:spMk id="22" creationId="{C36C9611-6DA1-2847-83FD-4CD225BB749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72785327" sldId="12800"/>
            <ac:spMk id="28" creationId="{4EA30E56-FF82-B954-DFE3-D8CA2AA8371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72785327" sldId="12800"/>
            <ac:spMk id="40" creationId="{A74C0DD7-C98D-48E0-C5CB-0FFC3C98AB4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72785327" sldId="12800"/>
            <ac:spMk id="43" creationId="{7675FCFD-157E-8881-B465-BE974410DD11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72785327" sldId="12800"/>
            <ac:spMk id="47" creationId="{B2226820-5890-2543-38FF-A57349A5A33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72785327" sldId="12800"/>
            <ac:spMk id="98" creationId="{9E4C400F-00D7-7356-5934-C2DEBA3ED2D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172785327" sldId="12800"/>
            <ac:spMk id="99" creationId="{18C24A58-E073-B292-D358-BA12E8304E80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4042651301" sldId="12807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4042651301" sldId="12807"/>
            <ac:spMk id="9" creationId="{20840250-A786-62E8-C520-CB6C9A0900F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42651301" sldId="12807"/>
            <ac:spMk id="14" creationId="{D3BA6FAC-B2FE-76E6-0F9D-6F5F93D362D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42651301" sldId="12807"/>
            <ac:spMk id="16" creationId="{4AADAA96-F5D6-A53A-99E8-215A05DFB95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42651301" sldId="12807"/>
            <ac:spMk id="18" creationId="{859589D9-BC79-60FB-C687-23B2EEDE2BD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42651301" sldId="12807"/>
            <ac:spMk id="20" creationId="{320F5465-32FC-0606-5A4C-BABB1657029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42651301" sldId="12807"/>
            <ac:spMk id="21" creationId="{9E381163-A032-B5F7-679F-538E57159E73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42651301" sldId="12807"/>
            <ac:spMk id="22" creationId="{E0BE5762-799D-EB7D-FFCF-E07C23EBC99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42651301" sldId="12807"/>
            <ac:spMk id="27" creationId="{08C1684F-6B02-AC63-518C-5E79F1B53DF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42651301" sldId="12807"/>
            <ac:spMk id="29" creationId="{D1007DF3-6508-A6B6-2F91-AEC76EC668D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42651301" sldId="12807"/>
            <ac:spMk id="46" creationId="{B9015E00-AAAF-CFDE-0845-A7345035C20C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3539700473" sldId="12808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3539700473" sldId="12808"/>
            <ac:spMk id="32" creationId="{991CE54D-4F58-39DC-AB9A-7A7F910A9DA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539700473" sldId="12808"/>
            <ac:spMk id="35" creationId="{06D51061-5906-2416-0270-AFA39A284ED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539700473" sldId="12808"/>
            <ac:spMk id="41" creationId="{2B231CD3-C89E-A740-620E-F59E29FCEC2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539700473" sldId="12808"/>
            <ac:spMk id="45" creationId="{C97D32B1-8EF0-0E0F-1DEB-FBF10B68C2F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539700473" sldId="12808"/>
            <ac:spMk id="46" creationId="{35F6E159-29B2-FF29-0D18-BE0E0A87A55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539700473" sldId="12808"/>
            <ac:spMk id="51" creationId="{7AA5F530-FE60-F0B7-0334-6464C38C833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539700473" sldId="12808"/>
            <ac:spMk id="74" creationId="{33DE765A-C5F6-A32E-432D-A15048A91A7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539700473" sldId="12808"/>
            <ac:spMk id="75" creationId="{A97D5B8B-48FE-D4EF-A31E-AA67D693986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539700473" sldId="12808"/>
            <ac:spMk id="76" creationId="{716E95C2-04E1-2683-D79A-C330DE14AC31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539700473" sldId="12808"/>
            <ac:spMk id="77" creationId="{CC706368-6B78-11FA-2895-21CA517DF46C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3367668591" sldId="12809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3367668591" sldId="12809"/>
            <ac:spMk id="27" creationId="{4803E8D2-5F48-A839-497A-4D11AEE48B7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367668591" sldId="12809"/>
            <ac:spMk id="30" creationId="{987B136F-445B-3F04-A8BD-EA17A720C9C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367668591" sldId="12809"/>
            <ac:spMk id="34" creationId="{CF634C61-4BEC-E55A-FD3D-E8D1B3F0BB4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367668591" sldId="12809"/>
            <ac:spMk id="35" creationId="{BE113427-0388-D904-A0AF-5CFF2489124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367668591" sldId="12809"/>
            <ac:spMk id="40" creationId="{79B9B801-34BA-D63D-3515-966B2473A0E5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367668591" sldId="12809"/>
            <ac:spMk id="42" creationId="{E110C4B9-D5C0-9938-A0C9-6E825FC5CA8B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367668591" sldId="12809"/>
            <ac:spMk id="54" creationId="{E5E885B0-185F-A10A-DE4E-4BB6597E28A5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367668591" sldId="12809"/>
            <ac:spMk id="57" creationId="{FBF5E4C4-033D-6919-E969-8800C61F486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367668591" sldId="12809"/>
            <ac:spMk id="61" creationId="{4EC8B5BD-E4BB-8A14-C315-A607E413C66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367668591" sldId="12809"/>
            <ac:spMk id="66" creationId="{72D98219-6EEB-BF95-CD5A-E3BB2E3C8D15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372056170" sldId="12811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372056170" sldId="12811"/>
            <ac:spMk id="2" creationId="{12C3491E-37D3-CC7D-9B2D-E248C8BA322C}"/>
          </ac:spMkLst>
        </pc:spChg>
      </pc:sldChg>
      <pc:sldChg chg="modSp modNotes">
        <pc:chgData name="hyung jun jo" userId="eecbfa9617bcf066" providerId="LiveId" clId="{CED4A83C-449D-4884-BBE3-D1C96CDA3770}" dt="2026-06-08T02:20:24.765" v="7435"/>
        <pc:sldMkLst>
          <pc:docMk/>
          <pc:sldMk cId="3655661518" sldId="12812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3655661518" sldId="12812"/>
            <ac:spMk id="4" creationId="{4834CAE0-D1DD-E6ED-B7CA-B9BE120AD94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655661518" sldId="12812"/>
            <ac:spMk id="6" creationId="{EE7C5F98-DEBB-320F-7108-C55E7CF7D75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655661518" sldId="12812"/>
            <ac:spMk id="7" creationId="{96F8B04F-D89E-19FA-F10E-118D34042D0B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655661518" sldId="12812"/>
            <ac:spMk id="10" creationId="{47C79E96-8D9A-8728-88DC-11A108C59A2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655661518" sldId="12812"/>
            <ac:spMk id="14" creationId="{2D54CC1E-F310-9A4F-1F01-2F07CB13D50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655661518" sldId="12812"/>
            <ac:spMk id="17" creationId="{A79EABF7-C2AE-F26C-7663-4A31642B4AF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655661518" sldId="12812"/>
            <ac:spMk id="20" creationId="{0307439E-A854-75F3-F50D-7590A656C94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655661518" sldId="12812"/>
            <ac:spMk id="21" creationId="{A041C70A-853B-7B4C-7902-6420F7B7DD4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655661518" sldId="12812"/>
            <ac:spMk id="22" creationId="{3B645633-931E-3A0E-32EC-33BE0A6CBF42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655661518" sldId="12812"/>
            <ac:spMk id="24" creationId="{FF328187-977F-2F26-AA2B-1604884DE385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1551805465" sldId="12813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1551805465" sldId="12813"/>
            <ac:spMk id="2" creationId="{6A6FF934-9B1B-F209-5146-385164CDB9A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551805465" sldId="12813"/>
            <ac:spMk id="5" creationId="{6E30C49A-2204-9667-672C-4CD084098AD2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551805465" sldId="12813"/>
            <ac:spMk id="11" creationId="{EEDD09D5-8CC8-0B84-3055-4E3D0019BC1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551805465" sldId="12813"/>
            <ac:spMk id="15" creationId="{8BF30EE4-7FF7-2C1D-5D52-1E47E1B73F6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551805465" sldId="12813"/>
            <ac:spMk id="17" creationId="{2BD5455B-10E8-2721-73AA-130ECE7C8B13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551805465" sldId="12813"/>
            <ac:spMk id="24" creationId="{4253F59E-D6A8-4CFB-33D2-24962CC14DA1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551805465" sldId="12813"/>
            <ac:spMk id="33" creationId="{CCC5681D-70D8-F4CA-496E-2C7A7777043B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551805465" sldId="12813"/>
            <ac:spMk id="42" creationId="{5E79C595-0C7A-CB55-E50C-06DE55E4468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551805465" sldId="12813"/>
            <ac:spMk id="54" creationId="{A0FFD4EC-59E8-9E53-C2AB-3ADDFE9F80AF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551805465" sldId="12813"/>
            <ac:spMk id="55" creationId="{3C7ABE1E-4095-C75B-2EEA-7934DC3A62F6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2199337911" sldId="12814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2199337911" sldId="12814"/>
            <ac:spMk id="4" creationId="{D6423925-C260-9EAC-9182-F25CB7532D25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199337911" sldId="12814"/>
            <ac:spMk id="5" creationId="{53070BDF-709D-C5C0-F69F-D9AA867239B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199337911" sldId="12814"/>
            <ac:spMk id="35" creationId="{F547DA24-E9F4-F2AE-5A15-BFC722D69D9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199337911" sldId="12814"/>
            <ac:spMk id="36" creationId="{47249839-74A8-44BF-C686-CCE0D2E44FCC}"/>
          </ac:spMkLst>
        </pc:sp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2199337911" sldId="12814"/>
            <ac:picMk id="2050" creationId="{ED919762-D677-13BA-4855-20DF9C9FB2F7}"/>
          </ac:picMkLst>
        </pc:pic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2199337911" sldId="12814"/>
            <ac:picMk id="2052" creationId="{4B202F48-DCB1-C798-BC8F-6B125C14451A}"/>
          </ac:picMkLst>
        </pc:pic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2199337911" sldId="12814"/>
            <ac:picMk id="2058" creationId="{382801E0-D050-217D-629A-3828DECBFAFA}"/>
          </ac:picMkLst>
        </pc:pic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2199337911" sldId="12814"/>
            <ac:picMk id="2062" creationId="{64BD25D4-B478-445E-8276-1F3BC77EEC60}"/>
          </ac:picMkLst>
        </pc:picChg>
      </pc:sldChg>
      <pc:sldChg chg="modSp modNotes">
        <pc:chgData name="hyung jun jo" userId="eecbfa9617bcf066" providerId="LiveId" clId="{CED4A83C-449D-4884-BBE3-D1C96CDA3770}" dt="2026-06-08T02:20:24.765" v="7435"/>
        <pc:sldMkLst>
          <pc:docMk/>
          <pc:sldMk cId="754792702" sldId="12816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754792702" sldId="12816"/>
            <ac:spMk id="9" creationId="{D1B0627C-EF06-42D3-5E09-3FFCC71EAB4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4792702" sldId="12816"/>
            <ac:spMk id="11" creationId="{8989E05C-BAC7-8657-A37C-52105C5889D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4792702" sldId="12816"/>
            <ac:spMk id="18" creationId="{FF61AFC6-C051-691F-7E30-C70BA7AA69D3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4792702" sldId="12816"/>
            <ac:spMk id="24" creationId="{0CEF600E-4B7B-849F-1D66-61525EA6C70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4792702" sldId="12816"/>
            <ac:spMk id="28" creationId="{3F50D2C4-E386-19A6-4753-1AF94F1948B1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4792702" sldId="12816"/>
            <ac:spMk id="39" creationId="{B4D68355-9FA4-C645-CAAB-32D7EC44CF0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4792702" sldId="12816"/>
            <ac:spMk id="40" creationId="{88FEC576-37C8-E769-F1A1-02AAD6A30F1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4792702" sldId="12816"/>
            <ac:spMk id="47" creationId="{4F5C0BE8-3475-42A9-EB09-EB32562BD72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4792702" sldId="12816"/>
            <ac:spMk id="72" creationId="{6D530A01-0C0D-E1DF-84D2-26DB15AC294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754792702" sldId="12816"/>
            <ac:spMk id="94" creationId="{A6233BDD-AF08-342B-8455-81806120D3A5}"/>
          </ac:spMkLst>
        </pc:spChg>
      </pc:sldChg>
      <pc:sldChg chg="addSp modSp mod modNotes">
        <pc:chgData name="hyung jun jo" userId="eecbfa9617bcf066" providerId="LiveId" clId="{CED4A83C-449D-4884-BBE3-D1C96CDA3770}" dt="2026-06-08T02:20:24.765" v="7435"/>
        <pc:sldMkLst>
          <pc:docMk/>
          <pc:sldMk cId="1021901479" sldId="12817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1021901479" sldId="12817"/>
            <ac:spMk id="3" creationId="{1C9F85E8-8C41-C85F-17EB-58AD6943B57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021901479" sldId="12817"/>
            <ac:spMk id="7" creationId="{6C2FF8CF-642D-7B6B-67BB-F66F605CC802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021901479" sldId="12817"/>
            <ac:spMk id="19" creationId="{E240C1AA-D2CA-02FE-6CF3-E9168B2FB48B}"/>
          </ac:spMkLst>
        </pc:spChg>
        <pc:picChg chg="add mod">
          <ac:chgData name="hyung jun jo" userId="eecbfa9617bcf066" providerId="LiveId" clId="{CED4A83C-449D-4884-BBE3-D1C96CDA3770}" dt="2026-05-31T03:03:19.773" v="7" actId="1076"/>
          <ac:picMkLst>
            <pc:docMk/>
            <pc:sldMk cId="1021901479" sldId="12817"/>
            <ac:picMk id="2" creationId="{B1D1D6E4-9533-E9F0-976E-26EEF8FE5067}"/>
          </ac:picMkLst>
        </pc:picChg>
        <pc:picChg chg="mod">
          <ac:chgData name="hyung jun jo" userId="eecbfa9617bcf066" providerId="LiveId" clId="{CED4A83C-449D-4884-BBE3-D1C96CDA3770}" dt="2026-05-31T03:02:36.976" v="5" actId="1076"/>
          <ac:picMkLst>
            <pc:docMk/>
            <pc:sldMk cId="1021901479" sldId="12817"/>
            <ac:picMk id="4" creationId="{469666DC-521A-FD65-2E4A-AB47AE0ABC2D}"/>
          </ac:picMkLst>
        </pc:picChg>
      </pc:sldChg>
      <pc:sldChg chg="delSp modSp mod modNotes">
        <pc:chgData name="hyung jun jo" userId="eecbfa9617bcf066" providerId="LiveId" clId="{CED4A83C-449D-4884-BBE3-D1C96CDA3770}" dt="2026-06-08T02:20:24.765" v="7435"/>
        <pc:sldMkLst>
          <pc:docMk/>
          <pc:sldMk cId="3450571864" sldId="12818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3450571864" sldId="12818"/>
            <ac:spMk id="4" creationId="{87763A8A-747B-B4BF-0797-1FF9E4FAC933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50571864" sldId="12818"/>
            <ac:spMk id="21" creationId="{04D2C950-C712-6AC0-4E64-195D0D2799E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50571864" sldId="12818"/>
            <ac:spMk id="34" creationId="{2A81BAB4-5278-266B-BC6D-CFBFC5C7C732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50571864" sldId="12818"/>
            <ac:spMk id="35" creationId="{7CDA1F14-2A97-2728-9A00-3B7BA52BD2B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50571864" sldId="12818"/>
            <ac:spMk id="48" creationId="{67F74498-1808-C993-2934-28E5B089B48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50571864" sldId="12818"/>
            <ac:spMk id="49" creationId="{CF76A4F9-DB3F-4554-7873-BADA8C60E6E2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50571864" sldId="12818"/>
            <ac:spMk id="51" creationId="{9578D282-C4E7-474E-8050-00B84B594F5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50571864" sldId="12818"/>
            <ac:spMk id="52" creationId="{925C61FC-D354-DD9D-2CD5-9CA4E3CE0E7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50571864" sldId="12818"/>
            <ac:spMk id="53" creationId="{3E35E049-9410-64B7-8E27-BDA5E1131A3B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450571864" sldId="12818"/>
            <ac:spMk id="56" creationId="{BA66670A-6ACC-A8F1-B608-CF784384D23F}"/>
          </ac:spMkLst>
        </pc:spChg>
      </pc:sldChg>
      <pc:sldChg chg="modSp modNotes">
        <pc:chgData name="hyung jun jo" userId="eecbfa9617bcf066" providerId="LiveId" clId="{CED4A83C-449D-4884-BBE3-D1C96CDA3770}" dt="2026-06-08T02:20:24.765" v="7435"/>
        <pc:sldMkLst>
          <pc:docMk/>
          <pc:sldMk cId="1246262345" sldId="12820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1246262345" sldId="12820"/>
            <ac:spMk id="4" creationId="{50A9C450-A36C-8C75-13D8-6912D6B8853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246262345" sldId="12820"/>
            <ac:spMk id="21" creationId="{6A60C2C1-6B72-4ABB-1198-28FE8F6192B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246262345" sldId="12820"/>
            <ac:spMk id="23" creationId="{04247ABD-789A-7D3F-06EF-1A3E2B63454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246262345" sldId="12820"/>
            <ac:spMk id="67" creationId="{EAE19157-2D6C-A28D-6F4A-7CCA78C0ED6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246262345" sldId="12820"/>
            <ac:spMk id="71" creationId="{ADDAC440-D77E-B2A6-F9CC-15B04CA5E13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246262345" sldId="12820"/>
            <ac:spMk id="75" creationId="{534DFB52-21B8-5E84-9DA2-B8883C5B41BF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246262345" sldId="12820"/>
            <ac:spMk id="78" creationId="{326A2168-AC04-C6BA-CCA2-42A12DD96A93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246262345" sldId="12820"/>
            <ac:spMk id="82" creationId="{40431A89-79C2-72D7-A45E-1BBE880B567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246262345" sldId="12820"/>
            <ac:spMk id="88" creationId="{B60D03D7-3DB6-1E58-A84C-A77347DA936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246262345" sldId="12820"/>
            <ac:spMk id="89" creationId="{DB6648F0-9664-8B55-22AE-6E9E6CD6F6EF}"/>
          </ac:spMkLst>
        </pc:sp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14434512" sldId="12821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14434512" sldId="12821"/>
            <ac:spMk id="6" creationId="{E0807159-CEF0-90E9-4F13-2B8D4A44C510}"/>
          </ac:spMkLst>
        </pc:spChg>
        <pc:grpChg chg="mod">
          <ac:chgData name="hyung jun jo" userId="eecbfa9617bcf066" providerId="LiveId" clId="{CED4A83C-449D-4884-BBE3-D1C96CDA3770}" dt="2026-05-31T02:59:28.581" v="1"/>
          <ac:grpSpMkLst>
            <pc:docMk/>
            <pc:sldMk cId="14434512" sldId="12821"/>
            <ac:grpSpMk id="7" creationId="{3728A003-EFF7-BFF0-9FD9-72C1FFA157EC}"/>
          </ac:grpSpMkLst>
        </pc:grp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14434512" sldId="12821"/>
            <ac:picMk id="5" creationId="{78423E29-EDAE-C2D8-9164-727A49D5E106}"/>
          </ac:picMkLst>
        </pc:picChg>
      </pc:sldChg>
      <pc:sldChg chg="modSp">
        <pc:chgData name="hyung jun jo" userId="eecbfa9617bcf066" providerId="LiveId" clId="{CED4A83C-449D-4884-BBE3-D1C96CDA3770}" dt="2026-05-31T02:59:28.581" v="1"/>
        <pc:sldMkLst>
          <pc:docMk/>
          <pc:sldMk cId="4067749534" sldId="12822"/>
        </pc:sldMkLst>
        <pc:picChg chg="mod">
          <ac:chgData name="hyung jun jo" userId="eecbfa9617bcf066" providerId="LiveId" clId="{CED4A83C-449D-4884-BBE3-D1C96CDA3770}" dt="2026-05-31T02:59:28.581" v="1"/>
          <ac:picMkLst>
            <pc:docMk/>
            <pc:sldMk cId="4067749534" sldId="12822"/>
            <ac:picMk id="3" creationId="{F00987FD-154E-691F-31E5-C8F106D43386}"/>
          </ac:picMkLst>
        </pc:picChg>
      </pc:sldChg>
      <pc:sldChg chg="modSp modNotes">
        <pc:chgData name="hyung jun jo" userId="eecbfa9617bcf066" providerId="LiveId" clId="{CED4A83C-449D-4884-BBE3-D1C96CDA3770}" dt="2026-06-08T02:20:24.765" v="7435"/>
        <pc:sldMkLst>
          <pc:docMk/>
          <pc:sldMk cId="4281755693" sldId="12823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4281755693" sldId="12823"/>
            <ac:spMk id="5" creationId="{702ED17A-1B4D-EE8D-FD97-177D1CD60982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81755693" sldId="12823"/>
            <ac:spMk id="11" creationId="{69C11887-A051-5A76-C7F2-E4882D52282F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81755693" sldId="12823"/>
            <ac:spMk id="12" creationId="{D3150B3B-F9F4-4517-7B77-D4E3517D78E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81755693" sldId="12823"/>
            <ac:spMk id="13" creationId="{C05EEB36-9EC0-8BAA-F639-BF3F076001B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81755693" sldId="12823"/>
            <ac:spMk id="16" creationId="{57E0072D-97DC-3623-7122-8CF93DD67E3B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81755693" sldId="12823"/>
            <ac:spMk id="17" creationId="{C978C742-1E53-B467-8DA0-6F58F3DFEF4E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81755693" sldId="12823"/>
            <ac:spMk id="18" creationId="{50E001DE-0855-326D-9B3F-27F32702A66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81755693" sldId="12823"/>
            <ac:spMk id="23" creationId="{56FAD2E9-6DB7-2327-5E9A-9762838F3C6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81755693" sldId="12823"/>
            <ac:spMk id="24" creationId="{BD05468E-37AD-1194-BE47-05388F7A2DB2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281755693" sldId="12823"/>
            <ac:spMk id="25" creationId="{C25D2D2D-D6A2-2CFA-4C16-F87749A290C6}"/>
          </ac:spMkLst>
        </pc:spChg>
      </pc:sldChg>
      <pc:sldChg chg="modSp modNotes">
        <pc:chgData name="hyung jun jo" userId="eecbfa9617bcf066" providerId="LiveId" clId="{CED4A83C-449D-4884-BBE3-D1C96CDA3770}" dt="2026-06-08T02:20:24.765" v="7435"/>
        <pc:sldMkLst>
          <pc:docMk/>
          <pc:sldMk cId="483307465" sldId="12824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483307465" sldId="12824"/>
            <ac:spMk id="4" creationId="{0AE75704-A62E-60D3-6948-547875F4119B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83307465" sldId="12824"/>
            <ac:spMk id="6" creationId="{90AE8642-403D-1BD6-370E-C21844AC50FD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83307465" sldId="12824"/>
            <ac:spMk id="8" creationId="{BC9A0C2E-E2F2-D52E-CA40-04906C5F75E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83307465" sldId="12824"/>
            <ac:spMk id="9" creationId="{224C9CE1-4DF6-8AD4-E5B4-3E56EF00CE9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83307465" sldId="12824"/>
            <ac:spMk id="10" creationId="{B070E059-EFA6-77E5-8401-EA366DDE220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83307465" sldId="12824"/>
            <ac:spMk id="14" creationId="{3F9EDBC8-CECF-3206-49DA-1FFFC1A16DA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83307465" sldId="12824"/>
            <ac:spMk id="16" creationId="{C826F448-D8FD-70CF-747B-0BDB46E9C13B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83307465" sldId="12824"/>
            <ac:spMk id="17" creationId="{1E549F56-2DCF-5394-05D2-7B4562FC33CF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83307465" sldId="12824"/>
            <ac:spMk id="21" creationId="{68839ECA-C138-27A0-58E6-4BF76F67DAF5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83307465" sldId="12824"/>
            <ac:spMk id="23" creationId="{129EBDC6-DC74-87B1-DE18-2373F7145E0B}"/>
          </ac:spMkLst>
        </pc:spChg>
      </pc:sldChg>
      <pc:sldChg chg="modSp modNotes">
        <pc:chgData name="hyung jun jo" userId="eecbfa9617bcf066" providerId="LiveId" clId="{CED4A83C-449D-4884-BBE3-D1C96CDA3770}" dt="2026-06-08T02:20:24.765" v="7435"/>
        <pc:sldMkLst>
          <pc:docMk/>
          <pc:sldMk cId="2728807095" sldId="12825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2728807095" sldId="12825"/>
            <ac:spMk id="4" creationId="{8C77CF8A-42BF-5EFC-CD30-A376F717444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728807095" sldId="12825"/>
            <ac:spMk id="21" creationId="{87038027-D392-A92D-28FC-9854874E5AE1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728807095" sldId="12825"/>
            <ac:spMk id="23" creationId="{4CCBE254-0F6B-A5F9-F79C-C8F216622896}"/>
          </ac:spMkLst>
        </pc:sp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2728807095" sldId="12825"/>
            <ac:picMk id="7" creationId="{7C8F4EE0-3218-080F-FB6B-C7B62D9A8140}"/>
          </ac:picMkLst>
        </pc:pic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2728807095" sldId="12825"/>
            <ac:picMk id="19" creationId="{3D16EAD7-1F51-9983-E052-D93F7ADDBC41}"/>
          </ac:picMkLst>
        </pc:pic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2728807095" sldId="12825"/>
            <ac:picMk id="30" creationId="{805D73ED-7887-5EEA-D261-62052C625A57}"/>
          </ac:picMkLst>
        </pc:pic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2728807095" sldId="12825"/>
            <ac:picMk id="33" creationId="{518675BA-2A21-2E36-0938-F1F27BA2DCCE}"/>
          </ac:picMkLst>
        </pc:picChg>
      </pc:sldChg>
      <pc:sldChg chg="modSp modNotes">
        <pc:chgData name="hyung jun jo" userId="eecbfa9617bcf066" providerId="LiveId" clId="{CED4A83C-449D-4884-BBE3-D1C96CDA3770}" dt="2026-06-08T02:20:24.765" v="7435"/>
        <pc:sldMkLst>
          <pc:docMk/>
          <pc:sldMk cId="2370086771" sldId="12826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2370086771" sldId="12826"/>
            <ac:spMk id="4" creationId="{5C3AE7A5-8030-7954-EF9C-003E6072C7B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370086771" sldId="12826"/>
            <ac:spMk id="21" creationId="{FDE157CC-928D-D954-509A-D5BCDC949761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2370086771" sldId="12826"/>
            <ac:spMk id="23" creationId="{4A184642-B88C-1BEC-706D-067A95C62EC5}"/>
          </ac:spMkLst>
        </pc:sp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2370086771" sldId="12826"/>
            <ac:picMk id="3" creationId="{A2BD76AB-C169-229B-15DE-1C32B0E12BB1}"/>
          </ac:picMkLst>
        </pc:pic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2370086771" sldId="12826"/>
            <ac:picMk id="6" creationId="{760D3E9A-5918-6E46-CDAE-0D6EE4D1AF05}"/>
          </ac:picMkLst>
        </pc:pic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2370086771" sldId="12826"/>
            <ac:picMk id="19" creationId="{46BDD786-31C9-A89A-BA21-A77D0D3E94CF}"/>
          </ac:picMkLst>
        </pc:pic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2370086771" sldId="12826"/>
            <ac:picMk id="30" creationId="{C1F7E6BD-7AF5-CD0F-ED6D-D8FC9393F544}"/>
          </ac:picMkLst>
        </pc:pic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2370086771" sldId="12826"/>
            <ac:picMk id="33" creationId="{21A2BB7A-336A-871C-5B6C-2CEAB5460391}"/>
          </ac:picMkLst>
        </pc:picChg>
      </pc:sldChg>
      <pc:sldChg chg="modSp modNotes">
        <pc:chgData name="hyung jun jo" userId="eecbfa9617bcf066" providerId="LiveId" clId="{CED4A83C-449D-4884-BBE3-D1C96CDA3770}" dt="2026-06-08T02:20:24.765" v="7435"/>
        <pc:sldMkLst>
          <pc:docMk/>
          <pc:sldMk cId="3694728874" sldId="12827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3694728874" sldId="12827"/>
            <ac:spMk id="4" creationId="{BBE77E11-1F1B-B4E5-C0C5-D70B964BB00F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694728874" sldId="12827"/>
            <ac:spMk id="6" creationId="{2BF39E32-D8DB-1DB4-B73F-EA3671918BA2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694728874" sldId="12827"/>
            <ac:spMk id="8" creationId="{6D984497-19E0-9C0A-DD36-E0E6E17FB5E8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694728874" sldId="12827"/>
            <ac:spMk id="21" creationId="{DCD1DAD2-6576-ACEC-FEA1-DAAF585B78E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3694728874" sldId="12827"/>
            <ac:spMk id="23" creationId="{D645289B-5F5E-254B-1BE6-0CAB99D9DE2A}"/>
          </ac:spMkLst>
        </pc:sp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3694728874" sldId="12827"/>
            <ac:picMk id="3" creationId="{0F0EFF1C-538A-7F30-1B20-FA2F02DCEE6E}"/>
          </ac:picMkLst>
        </pc:pic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3694728874" sldId="12827"/>
            <ac:picMk id="19" creationId="{F8B078BC-6467-AA2C-3E95-7AC36BEE561F}"/>
          </ac:picMkLst>
        </pc:picChg>
        <pc:picChg chg="mod">
          <ac:chgData name="hyung jun jo" userId="eecbfa9617bcf066" providerId="LiveId" clId="{CED4A83C-449D-4884-BBE3-D1C96CDA3770}" dt="2026-05-31T02:59:28.581" v="1"/>
          <ac:picMkLst>
            <pc:docMk/>
            <pc:sldMk cId="3694728874" sldId="12827"/>
            <ac:picMk id="30" creationId="{B6975E38-4831-E8C9-EE01-A03597CA3295}"/>
          </ac:picMkLst>
        </pc:picChg>
      </pc:sldChg>
      <pc:sldChg chg="modSp modNotes">
        <pc:chgData name="hyung jun jo" userId="eecbfa9617bcf066" providerId="LiveId" clId="{CED4A83C-449D-4884-BBE3-D1C96CDA3770}" dt="2026-06-08T02:20:24.765" v="7435"/>
        <pc:sldMkLst>
          <pc:docMk/>
          <pc:sldMk cId="4026977323" sldId="12828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4026977323" sldId="12828"/>
            <ac:spMk id="4" creationId="{A0BE24D1-60A6-4EED-0813-F1187795B727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26977323" sldId="12828"/>
            <ac:spMk id="5" creationId="{AC8CEC5F-8837-44EE-3DE4-E2F1E018B5E6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26977323" sldId="12828"/>
            <ac:spMk id="6" creationId="{47C7FDB6-0DC2-EE81-17C2-C06C02BC416B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26977323" sldId="12828"/>
            <ac:spMk id="7" creationId="{3DCE22DE-BE07-B284-C39C-DF0064F7A19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26977323" sldId="12828"/>
            <ac:spMk id="8" creationId="{C7851D6F-5DFA-923D-FCA0-A814A8FD410B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26977323" sldId="12828"/>
            <ac:spMk id="9" creationId="{C2B314AC-C48D-A2E7-9D09-68F0B562980F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26977323" sldId="12828"/>
            <ac:spMk id="10" creationId="{3A22945D-4AAA-4C68-028B-EF39861BBBD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26977323" sldId="12828"/>
            <ac:spMk id="11" creationId="{5F32DAD5-A678-20AD-3624-DBBAF2FBDF8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26977323" sldId="12828"/>
            <ac:spMk id="21" creationId="{26A5D493-6AA0-61B8-D82B-4E9D77DDD4AC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4026977323" sldId="12828"/>
            <ac:spMk id="34" creationId="{204B7A94-87F1-79B0-CA9A-F3A7F564DCA2}"/>
          </ac:spMkLst>
        </pc:spChg>
      </pc:sldChg>
      <pc:sldChg chg="modSp modNotes">
        <pc:chgData name="hyung jun jo" userId="eecbfa9617bcf066" providerId="LiveId" clId="{CED4A83C-449D-4884-BBE3-D1C96CDA3770}" dt="2026-06-08T02:20:24.765" v="7435"/>
        <pc:sldMkLst>
          <pc:docMk/>
          <pc:sldMk cId="1808704339" sldId="12829"/>
        </pc:sldMkLst>
        <pc:spChg chg="mod">
          <ac:chgData name="hyung jun jo" userId="eecbfa9617bcf066" providerId="LiveId" clId="{CED4A83C-449D-4884-BBE3-D1C96CDA3770}" dt="2026-05-31T02:59:28.581" v="1"/>
          <ac:spMkLst>
            <pc:docMk/>
            <pc:sldMk cId="1808704339" sldId="12829"/>
            <ac:spMk id="20" creationId="{14CFAD9B-FD42-2161-6ED3-123F2B010A7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808704339" sldId="12829"/>
            <ac:spMk id="21" creationId="{ADFA41C2-D4AB-DED8-5D1B-53186B8A3461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808704339" sldId="12829"/>
            <ac:spMk id="22" creationId="{523C01BB-6DAF-1A40-0890-49972285E37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808704339" sldId="12829"/>
            <ac:spMk id="23" creationId="{7B5DEC9C-C285-66EA-1FCE-4BD9BD70FDC9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808704339" sldId="12829"/>
            <ac:spMk id="35" creationId="{A566717C-F699-4563-A050-6C90524BA59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808704339" sldId="12829"/>
            <ac:spMk id="36" creationId="{77761C7E-24DB-BEBC-E457-4D50A07D5AA4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808704339" sldId="12829"/>
            <ac:spMk id="39" creationId="{42C4D57F-9F49-B608-A35D-4B7D1AB65CAA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808704339" sldId="12829"/>
            <ac:spMk id="40" creationId="{223E028E-2BB8-7325-31C7-FB3004E3172D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808704339" sldId="12829"/>
            <ac:spMk id="43" creationId="{C8087BF2-EFA5-09AA-1068-81034870B8DF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k cId="1808704339" sldId="12829"/>
            <ac:spMk id="46" creationId="{DF14990A-2FC3-8B10-7B21-DDEED120CD49}"/>
          </ac:spMkLst>
        </pc:spChg>
      </pc:sldChg>
      <pc:sldChg chg="addSp delSp modSp add mod modNotes">
        <pc:chgData name="hyung jun jo" userId="eecbfa9617bcf066" providerId="LiveId" clId="{CED4A83C-449D-4884-BBE3-D1C96CDA3770}" dt="2026-06-08T02:20:24.765" v="7435"/>
        <pc:sldMkLst>
          <pc:docMk/>
          <pc:sldMk cId="2605024310" sldId="12830"/>
        </pc:sldMkLst>
        <pc:spChg chg="add mod">
          <ac:chgData name="hyung jun jo" userId="eecbfa9617bcf066" providerId="LiveId" clId="{CED4A83C-449D-4884-BBE3-D1C96CDA3770}" dt="2026-05-31T03:20:25.819" v="9" actId="478"/>
          <ac:spMkLst>
            <pc:docMk/>
            <pc:sldMk cId="2605024310" sldId="12830"/>
            <ac:spMk id="5" creationId="{23702A9A-BC70-8079-9626-A759F6B19EC5}"/>
          </ac:spMkLst>
        </pc:spChg>
        <pc:picChg chg="add mod">
          <ac:chgData name="hyung jun jo" userId="eecbfa9617bcf066" providerId="LiveId" clId="{CED4A83C-449D-4884-BBE3-D1C96CDA3770}" dt="2026-05-31T03:20:57.001" v="15" actId="1076"/>
          <ac:picMkLst>
            <pc:docMk/>
            <pc:sldMk cId="2605024310" sldId="12830"/>
            <ac:picMk id="9" creationId="{5E6AFDB4-A214-7726-6ADC-CA456E13F778}"/>
          </ac:picMkLst>
        </pc:picChg>
      </pc:sldChg>
      <pc:sldChg chg="addSp delSp modSp new mod modTransition modClrScheme chgLayout">
        <pc:chgData name="hyung jun jo" userId="eecbfa9617bcf066" providerId="LiveId" clId="{CED4A83C-449D-4884-BBE3-D1C96CDA3770}" dt="2026-06-07T14:01:05.678" v="6023" actId="20577"/>
        <pc:sldMkLst>
          <pc:docMk/>
          <pc:sldMk cId="479654481" sldId="12832"/>
        </pc:sldMkLst>
        <pc:spChg chg="add mod">
          <ac:chgData name="hyung jun jo" userId="eecbfa9617bcf066" providerId="LiveId" clId="{CED4A83C-449D-4884-BBE3-D1C96CDA3770}" dt="2026-05-31T04:22:14.059" v="585" actId="403"/>
          <ac:spMkLst>
            <pc:docMk/>
            <pc:sldMk cId="479654481" sldId="12832"/>
            <ac:spMk id="4" creationId="{5E2FB72D-9C44-FAB8-8BF1-58529E17517F}"/>
          </ac:spMkLst>
        </pc:spChg>
        <pc:spChg chg="add mod">
          <ac:chgData name="hyung jun jo" userId="eecbfa9617bcf066" providerId="LiveId" clId="{CED4A83C-449D-4884-BBE3-D1C96CDA3770}" dt="2026-05-31T04:11:36.264" v="320" actId="1076"/>
          <ac:spMkLst>
            <pc:docMk/>
            <pc:sldMk cId="479654481" sldId="12832"/>
            <ac:spMk id="5" creationId="{1BBECAB1-4C48-9451-B2EA-9E13F33D7895}"/>
          </ac:spMkLst>
        </pc:spChg>
        <pc:spChg chg="add mod">
          <ac:chgData name="hyung jun jo" userId="eecbfa9617bcf066" providerId="LiveId" clId="{CED4A83C-449D-4884-BBE3-D1C96CDA3770}" dt="2026-05-31T04:11:07.229" v="314" actId="947"/>
          <ac:spMkLst>
            <pc:docMk/>
            <pc:sldMk cId="479654481" sldId="12832"/>
            <ac:spMk id="7" creationId="{7A6C36B1-322A-7266-E5D1-75FBA7B5A6C9}"/>
          </ac:spMkLst>
        </pc:spChg>
        <pc:spChg chg="add mod">
          <ac:chgData name="hyung jun jo" userId="eecbfa9617bcf066" providerId="LiveId" clId="{CED4A83C-449D-4884-BBE3-D1C96CDA3770}" dt="2026-05-31T04:18:53.114" v="502" actId="20577"/>
          <ac:spMkLst>
            <pc:docMk/>
            <pc:sldMk cId="479654481" sldId="12832"/>
            <ac:spMk id="25" creationId="{43AC7154-511E-0E78-6248-A6BC92639584}"/>
          </ac:spMkLst>
        </pc:spChg>
        <pc:spChg chg="add mod">
          <ac:chgData name="hyung jun jo" userId="eecbfa9617bcf066" providerId="LiveId" clId="{CED4A83C-449D-4884-BBE3-D1C96CDA3770}" dt="2026-05-31T04:15:50.297" v="449" actId="1076"/>
          <ac:spMkLst>
            <pc:docMk/>
            <pc:sldMk cId="479654481" sldId="12832"/>
            <ac:spMk id="26" creationId="{567FB8D3-EAE0-41AB-7B48-7C8113331709}"/>
          </ac:spMkLst>
        </pc:spChg>
        <pc:spChg chg="add mod">
          <ac:chgData name="hyung jun jo" userId="eecbfa9617bcf066" providerId="LiveId" clId="{CED4A83C-449D-4884-BBE3-D1C96CDA3770}" dt="2026-05-31T04:12:22.705" v="331" actId="207"/>
          <ac:spMkLst>
            <pc:docMk/>
            <pc:sldMk cId="479654481" sldId="12832"/>
            <ac:spMk id="28" creationId="{FC2DF6E1-F622-CA3C-F90B-4E8315BAFB21}"/>
          </ac:spMkLst>
        </pc:spChg>
        <pc:spChg chg="add mod">
          <ac:chgData name="hyung jun jo" userId="eecbfa9617bcf066" providerId="LiveId" clId="{CED4A83C-449D-4884-BBE3-D1C96CDA3770}" dt="2026-05-31T04:12:22.705" v="331" actId="207"/>
          <ac:spMkLst>
            <pc:docMk/>
            <pc:sldMk cId="479654481" sldId="12832"/>
            <ac:spMk id="29" creationId="{0CAD972E-F211-4F99-342C-CB4CE8C9A1D7}"/>
          </ac:spMkLst>
        </pc:spChg>
        <pc:spChg chg="add mod">
          <ac:chgData name="hyung jun jo" userId="eecbfa9617bcf066" providerId="LiveId" clId="{CED4A83C-449D-4884-BBE3-D1C96CDA3770}" dt="2026-05-31T04:19:38.204" v="528" actId="403"/>
          <ac:spMkLst>
            <pc:docMk/>
            <pc:sldMk cId="479654481" sldId="12832"/>
            <ac:spMk id="30" creationId="{F9822EDE-B7FE-9B7B-11CA-2478790B8DE7}"/>
          </ac:spMkLst>
        </pc:spChg>
        <pc:spChg chg="add mod">
          <ac:chgData name="hyung jun jo" userId="eecbfa9617bcf066" providerId="LiveId" clId="{CED4A83C-449D-4884-BBE3-D1C96CDA3770}" dt="2026-05-31T04:19:38.204" v="528" actId="403"/>
          <ac:spMkLst>
            <pc:docMk/>
            <pc:sldMk cId="479654481" sldId="12832"/>
            <ac:spMk id="31" creationId="{E65C1A43-E1FC-F156-511B-1CA9490A90EC}"/>
          </ac:spMkLst>
        </pc:spChg>
        <pc:spChg chg="add mod">
          <ac:chgData name="hyung jun jo" userId="eecbfa9617bcf066" providerId="LiveId" clId="{CED4A83C-449D-4884-BBE3-D1C96CDA3770}" dt="2026-05-31T04:19:38.204" v="528" actId="403"/>
          <ac:spMkLst>
            <pc:docMk/>
            <pc:sldMk cId="479654481" sldId="12832"/>
            <ac:spMk id="32" creationId="{44A3A17D-193E-4256-9049-121BD290B22C}"/>
          </ac:spMkLst>
        </pc:spChg>
        <pc:spChg chg="add mod">
          <ac:chgData name="hyung jun jo" userId="eecbfa9617bcf066" providerId="LiveId" clId="{CED4A83C-449D-4884-BBE3-D1C96CDA3770}" dt="2026-05-31T08:06:04.571" v="4665" actId="108"/>
          <ac:spMkLst>
            <pc:docMk/>
            <pc:sldMk cId="479654481" sldId="12832"/>
            <ac:spMk id="33" creationId="{247010F0-AC66-C733-466A-3E544C5C6ED4}"/>
          </ac:spMkLst>
        </pc:spChg>
        <pc:spChg chg="add mod">
          <ac:chgData name="hyung jun jo" userId="eecbfa9617bcf066" providerId="LiveId" clId="{CED4A83C-449D-4884-BBE3-D1C96CDA3770}" dt="2026-05-31T04:18:24.283" v="483" actId="1076"/>
          <ac:spMkLst>
            <pc:docMk/>
            <pc:sldMk cId="479654481" sldId="12832"/>
            <ac:spMk id="35" creationId="{60C4F24D-883C-8FA6-D84C-7227794F062C}"/>
          </ac:spMkLst>
        </pc:spChg>
        <pc:spChg chg="add mod">
          <ac:chgData name="hyung jun jo" userId="eecbfa9617bcf066" providerId="LiveId" clId="{CED4A83C-449D-4884-BBE3-D1C96CDA3770}" dt="2026-06-07T14:01:05.678" v="6023" actId="20577"/>
          <ac:spMkLst>
            <pc:docMk/>
            <pc:sldMk cId="479654481" sldId="12832"/>
            <ac:spMk id="36" creationId="{D129F432-0E6D-4D0C-1D70-F3FB7A389894}"/>
          </ac:spMkLst>
        </pc:spChg>
        <pc:spChg chg="add mod">
          <ac:chgData name="hyung jun jo" userId="eecbfa9617bcf066" providerId="LiveId" clId="{CED4A83C-449D-4884-BBE3-D1C96CDA3770}" dt="2026-05-31T04:20:09.411" v="546" actId="14100"/>
          <ac:spMkLst>
            <pc:docMk/>
            <pc:sldMk cId="479654481" sldId="12832"/>
            <ac:spMk id="37" creationId="{C1441C4B-DB0F-848E-8D64-F8D5651805C8}"/>
          </ac:spMkLst>
        </pc:spChg>
        <pc:spChg chg="add mod">
          <ac:chgData name="hyung jun jo" userId="eecbfa9617bcf066" providerId="LiveId" clId="{CED4A83C-449D-4884-BBE3-D1C96CDA3770}" dt="2026-05-31T04:21:04.378" v="578" actId="20577"/>
          <ac:spMkLst>
            <pc:docMk/>
            <pc:sldMk cId="479654481" sldId="12832"/>
            <ac:spMk id="38" creationId="{84ECAF93-7609-17E9-0FE1-7560B3551A45}"/>
          </ac:spMkLst>
        </pc:spChg>
        <pc:spChg chg="add mod">
          <ac:chgData name="hyung jun jo" userId="eecbfa9617bcf066" providerId="LiveId" clId="{CED4A83C-449D-4884-BBE3-D1C96CDA3770}" dt="2026-05-31T04:21:26.459" v="581"/>
          <ac:spMkLst>
            <pc:docMk/>
            <pc:sldMk cId="479654481" sldId="12832"/>
            <ac:spMk id="39" creationId="{793B0BD1-EE98-F7DC-BFF8-3F086CA15EE2}"/>
          </ac:spMkLst>
        </pc:spChg>
      </pc:sldChg>
      <pc:sldChg chg="addSp delSp modSp add mod modTransition modClrScheme chgLayout">
        <pc:chgData name="hyung jun jo" userId="eecbfa9617bcf066" providerId="LiveId" clId="{CED4A83C-449D-4884-BBE3-D1C96CDA3770}" dt="2026-06-08T00:02:22.024" v="6036" actId="478"/>
        <pc:sldMkLst>
          <pc:docMk/>
          <pc:sldMk cId="423854809" sldId="12833"/>
        </pc:sldMkLst>
        <pc:spChg chg="add mod">
          <ac:chgData name="hyung jun jo" userId="eecbfa9617bcf066" providerId="LiveId" clId="{CED4A83C-449D-4884-BBE3-D1C96CDA3770}" dt="2026-05-31T04:29:43.063" v="871" actId="207"/>
          <ac:spMkLst>
            <pc:docMk/>
            <pc:sldMk cId="423854809" sldId="12833"/>
            <ac:spMk id="16" creationId="{4C52A64A-8A8B-E2F7-BFBE-48BAC69FBBBD}"/>
          </ac:spMkLst>
        </pc:spChg>
        <pc:spChg chg="add mod">
          <ac:chgData name="hyung jun jo" userId="eecbfa9617bcf066" providerId="LiveId" clId="{CED4A83C-449D-4884-BBE3-D1C96CDA3770}" dt="2026-05-31T05:31:26.600" v="1070" actId="1076"/>
          <ac:spMkLst>
            <pc:docMk/>
            <pc:sldMk cId="423854809" sldId="12833"/>
            <ac:spMk id="17" creationId="{20C47100-8A25-4803-29F4-CD65A4C53775}"/>
          </ac:spMkLst>
        </pc:spChg>
        <pc:spChg chg="add mod">
          <ac:chgData name="hyung jun jo" userId="eecbfa9617bcf066" providerId="LiveId" clId="{CED4A83C-449D-4884-BBE3-D1C96CDA3770}" dt="2026-05-31T05:33:47.353" v="1126" actId="1076"/>
          <ac:spMkLst>
            <pc:docMk/>
            <pc:sldMk cId="423854809" sldId="12833"/>
            <ac:spMk id="18" creationId="{53007317-7254-0CF2-FB13-5C61C1735EF5}"/>
          </ac:spMkLst>
        </pc:spChg>
        <pc:spChg chg="add mod">
          <ac:chgData name="hyung jun jo" userId="eecbfa9617bcf066" providerId="LiveId" clId="{CED4A83C-449D-4884-BBE3-D1C96CDA3770}" dt="2026-05-31T04:25:55.952" v="633" actId="14100"/>
          <ac:spMkLst>
            <pc:docMk/>
            <pc:sldMk cId="423854809" sldId="12833"/>
            <ac:spMk id="19" creationId="{8FE6717C-6FE7-C1A7-A3B6-2FD882BA550B}"/>
          </ac:spMkLst>
        </pc:spChg>
        <pc:spChg chg="add mod ord topLvl">
          <ac:chgData name="hyung jun jo" userId="eecbfa9617bcf066" providerId="LiveId" clId="{CED4A83C-449D-4884-BBE3-D1C96CDA3770}" dt="2026-05-31T08:40:57.361" v="5506" actId="1076"/>
          <ac:spMkLst>
            <pc:docMk/>
            <pc:sldMk cId="423854809" sldId="12833"/>
            <ac:spMk id="29" creationId="{A54552D9-41BF-B072-A727-E3EB5297AE83}"/>
          </ac:spMkLst>
        </pc:spChg>
        <pc:spChg chg="add mod ord topLvl">
          <ac:chgData name="hyung jun jo" userId="eecbfa9617bcf066" providerId="LiveId" clId="{CED4A83C-449D-4884-BBE3-D1C96CDA3770}" dt="2026-05-31T06:07:42.680" v="1814" actId="165"/>
          <ac:spMkLst>
            <pc:docMk/>
            <pc:sldMk cId="423854809" sldId="12833"/>
            <ac:spMk id="30" creationId="{FD1FF799-64D5-06A4-8996-2A7B17659652}"/>
          </ac:spMkLst>
        </pc:spChg>
        <pc:spChg chg="add del mod ord">
          <ac:chgData name="hyung jun jo" userId="eecbfa9617bcf066" providerId="LiveId" clId="{CED4A83C-449D-4884-BBE3-D1C96CDA3770}" dt="2026-06-08T00:02:22.024" v="6036" actId="478"/>
          <ac:spMkLst>
            <pc:docMk/>
            <pc:sldMk cId="423854809" sldId="12833"/>
            <ac:spMk id="31" creationId="{3D6A1DEC-7BED-36B5-AD49-2BE6A68CD0DA}"/>
          </ac:spMkLst>
        </pc:spChg>
        <pc:spChg chg="mod">
          <ac:chgData name="hyung jun jo" userId="eecbfa9617bcf066" providerId="LiveId" clId="{CED4A83C-449D-4884-BBE3-D1C96CDA3770}" dt="2026-05-31T04:24:57.422" v="623" actId="207"/>
          <ac:spMkLst>
            <pc:docMk/>
            <pc:sldMk cId="423854809" sldId="12833"/>
            <ac:spMk id="33" creationId="{BFAA7CAC-0786-AD6D-C728-989B11B93174}"/>
          </ac:spMkLst>
        </pc:spChg>
        <pc:spChg chg="mod">
          <ac:chgData name="hyung jun jo" userId="eecbfa9617bcf066" providerId="LiveId" clId="{CED4A83C-449D-4884-BBE3-D1C96CDA3770}" dt="2026-05-31T04:24:57.422" v="623" actId="207"/>
          <ac:spMkLst>
            <pc:docMk/>
            <pc:sldMk cId="423854809" sldId="12833"/>
            <ac:spMk id="34" creationId="{1CE1F159-FF73-4F3D-58DF-3CE037CD6A38}"/>
          </ac:spMkLst>
        </pc:spChg>
        <pc:spChg chg="mod">
          <ac:chgData name="hyung jun jo" userId="eecbfa9617bcf066" providerId="LiveId" clId="{CED4A83C-449D-4884-BBE3-D1C96CDA3770}" dt="2026-05-31T06:07:42.680" v="1814" actId="165"/>
          <ac:spMkLst>
            <pc:docMk/>
            <pc:sldMk cId="423854809" sldId="12833"/>
            <ac:spMk id="36" creationId="{0B15D146-0A8F-B3F1-69D4-B3E0CB47AC71}"/>
          </ac:spMkLst>
        </pc:spChg>
        <pc:spChg chg="mod">
          <ac:chgData name="hyung jun jo" userId="eecbfa9617bcf066" providerId="LiveId" clId="{CED4A83C-449D-4884-BBE3-D1C96CDA3770}" dt="2026-05-31T06:07:42.680" v="1814" actId="165"/>
          <ac:spMkLst>
            <pc:docMk/>
            <pc:sldMk cId="423854809" sldId="12833"/>
            <ac:spMk id="37" creationId="{CA1CB597-8BB8-9ADC-FC8B-2C4BC0A227F6}"/>
          </ac:spMkLst>
        </pc:spChg>
        <pc:spChg chg="add mod ord topLvl">
          <ac:chgData name="hyung jun jo" userId="eecbfa9617bcf066" providerId="LiveId" clId="{CED4A83C-449D-4884-BBE3-D1C96CDA3770}" dt="2026-05-31T06:07:42.680" v="1814" actId="165"/>
          <ac:spMkLst>
            <pc:docMk/>
            <pc:sldMk cId="423854809" sldId="12833"/>
            <ac:spMk id="39" creationId="{563AA213-E6DD-4F31-8021-1FD2D91C2E37}"/>
          </ac:spMkLst>
        </pc:spChg>
        <pc:spChg chg="add mod ord topLvl">
          <ac:chgData name="hyung jun jo" userId="eecbfa9617bcf066" providerId="LiveId" clId="{CED4A83C-449D-4884-BBE3-D1C96CDA3770}" dt="2026-05-31T06:07:42.680" v="1814" actId="165"/>
          <ac:spMkLst>
            <pc:docMk/>
            <pc:sldMk cId="423854809" sldId="12833"/>
            <ac:spMk id="40" creationId="{D4E6830C-D34B-79A5-EAEA-093290842364}"/>
          </ac:spMkLst>
        </pc:spChg>
        <pc:spChg chg="add mod ord">
          <ac:chgData name="hyung jun jo" userId="eecbfa9617bcf066" providerId="LiveId" clId="{CED4A83C-449D-4884-BBE3-D1C96CDA3770}" dt="2026-05-31T06:07:38.956" v="1812" actId="164"/>
          <ac:spMkLst>
            <pc:docMk/>
            <pc:sldMk cId="423854809" sldId="12833"/>
            <ac:spMk id="41" creationId="{BFF68843-71DA-BCAB-16BC-FD853ADC0639}"/>
          </ac:spMkLst>
        </pc:spChg>
        <pc:spChg chg="add mod ord topLvl">
          <ac:chgData name="hyung jun jo" userId="eecbfa9617bcf066" providerId="LiveId" clId="{CED4A83C-449D-4884-BBE3-D1C96CDA3770}" dt="2026-05-31T06:07:42.680" v="1814" actId="165"/>
          <ac:spMkLst>
            <pc:docMk/>
            <pc:sldMk cId="423854809" sldId="12833"/>
            <ac:spMk id="43" creationId="{7E07867E-4665-CB2C-6AFE-71D517C034CF}"/>
          </ac:spMkLst>
        </pc:spChg>
        <pc:spChg chg="add del mod ord">
          <ac:chgData name="hyung jun jo" userId="eecbfa9617bcf066" providerId="LiveId" clId="{CED4A83C-449D-4884-BBE3-D1C96CDA3770}" dt="2026-05-31T04:34:44.766" v="928" actId="12788"/>
          <ac:spMkLst>
            <pc:docMk/>
            <pc:sldMk cId="423854809" sldId="12833"/>
            <ac:spMk id="44" creationId="{06ECA157-5168-00FB-40CC-76721D50DFE6}"/>
          </ac:spMkLst>
        </pc:spChg>
        <pc:spChg chg="add mod ord">
          <ac:chgData name="hyung jun jo" userId="eecbfa9617bcf066" providerId="LiveId" clId="{CED4A83C-449D-4884-BBE3-D1C96CDA3770}" dt="2026-05-31T08:41:15.676" v="5509" actId="1076"/>
          <ac:spMkLst>
            <pc:docMk/>
            <pc:sldMk cId="423854809" sldId="12833"/>
            <ac:spMk id="47" creationId="{6F078F9A-E661-1332-8860-FB94E1F56E34}"/>
          </ac:spMkLst>
        </pc:spChg>
        <pc:spChg chg="add mod">
          <ac:chgData name="hyung jun jo" userId="eecbfa9617bcf066" providerId="LiveId" clId="{CED4A83C-449D-4884-BBE3-D1C96CDA3770}" dt="2026-05-31T08:41:23.985" v="5511" actId="1076"/>
          <ac:spMkLst>
            <pc:docMk/>
            <pc:sldMk cId="423854809" sldId="12833"/>
            <ac:spMk id="50" creationId="{D89ABCB4-6A36-DED2-A119-27ED4E1D496F}"/>
          </ac:spMkLst>
        </pc:spChg>
        <pc:spChg chg="add mod topLvl">
          <ac:chgData name="hyung jun jo" userId="eecbfa9617bcf066" providerId="LiveId" clId="{CED4A83C-449D-4884-BBE3-D1C96CDA3770}" dt="2026-05-31T08:41:15.676" v="5509" actId="1076"/>
          <ac:spMkLst>
            <pc:docMk/>
            <pc:sldMk cId="423854809" sldId="12833"/>
            <ac:spMk id="56" creationId="{4151F7F7-7618-D3BD-E5A8-DB17CDBBE474}"/>
          </ac:spMkLst>
        </pc:spChg>
        <pc:spChg chg="add mod">
          <ac:chgData name="hyung jun jo" userId="eecbfa9617bcf066" providerId="LiveId" clId="{CED4A83C-449D-4884-BBE3-D1C96CDA3770}" dt="2026-05-31T08:41:20.470" v="5510" actId="1076"/>
          <ac:spMkLst>
            <pc:docMk/>
            <pc:sldMk cId="423854809" sldId="12833"/>
            <ac:spMk id="57" creationId="{6EE4AA31-D715-1475-4DC5-C3ED5216742C}"/>
          </ac:spMkLst>
        </pc:spChg>
        <pc:spChg chg="add mod topLvl">
          <ac:chgData name="hyung jun jo" userId="eecbfa9617bcf066" providerId="LiveId" clId="{CED4A83C-449D-4884-BBE3-D1C96CDA3770}" dt="2026-06-02T14:37:19.956" v="5543" actId="20577"/>
          <ac:spMkLst>
            <pc:docMk/>
            <pc:sldMk cId="423854809" sldId="12833"/>
            <ac:spMk id="62" creationId="{532B185C-4FFD-9856-6528-E7919C1094F4}"/>
          </ac:spMkLst>
        </pc:spChg>
        <pc:spChg chg="add mod topLvl">
          <ac:chgData name="hyung jun jo" userId="eecbfa9617bcf066" providerId="LiveId" clId="{CED4A83C-449D-4884-BBE3-D1C96CDA3770}" dt="2026-05-31T06:07:42.680" v="1814" actId="165"/>
          <ac:spMkLst>
            <pc:docMk/>
            <pc:sldMk cId="423854809" sldId="12833"/>
            <ac:spMk id="63" creationId="{A3927ACD-C02F-4277-DFC5-FC82B0091835}"/>
          </ac:spMkLst>
        </pc:spChg>
        <pc:grpChg chg="add mod ord">
          <ac:chgData name="hyung jun jo" userId="eecbfa9617bcf066" providerId="LiveId" clId="{CED4A83C-449D-4884-BBE3-D1C96CDA3770}" dt="2026-06-07T10:25:45.764" v="5970" actId="1076"/>
          <ac:grpSpMkLst>
            <pc:docMk/>
            <pc:sldMk cId="423854809" sldId="12833"/>
            <ac:grpSpMk id="32" creationId="{BAE395B5-787A-D85A-85E2-78BC3CCC1DD4}"/>
          </ac:grpSpMkLst>
        </pc:grpChg>
        <pc:grpChg chg="add mod ord">
          <ac:chgData name="hyung jun jo" userId="eecbfa9617bcf066" providerId="LiveId" clId="{CED4A83C-449D-4884-BBE3-D1C96CDA3770}" dt="2026-05-31T04:32:47.887" v="909" actId="166"/>
          <ac:grpSpMkLst>
            <pc:docMk/>
            <pc:sldMk cId="423854809" sldId="12833"/>
            <ac:grpSpMk id="35" creationId="{B5CA6A22-FBD1-9111-AB4F-359CDD777A05}"/>
          </ac:grpSpMkLst>
        </pc:grpChg>
        <pc:picChg chg="add mod ord modCrop">
          <ac:chgData name="hyung jun jo" userId="eecbfa9617bcf066" providerId="LiveId" clId="{CED4A83C-449D-4884-BBE3-D1C96CDA3770}" dt="2026-06-08T00:02:15.004" v="6034" actId="1076"/>
          <ac:picMkLst>
            <pc:docMk/>
            <pc:sldMk cId="423854809" sldId="12833"/>
            <ac:picMk id="46" creationId="{FC49ED96-55BB-580D-F4B1-AFCA93F10A64}"/>
          </ac:picMkLst>
        </pc:picChg>
        <pc:cxnChg chg="add mod">
          <ac:chgData name="hyung jun jo" userId="eecbfa9617bcf066" providerId="LiveId" clId="{CED4A83C-449D-4884-BBE3-D1C96CDA3770}" dt="2026-05-31T05:43:15.376" v="1266" actId="208"/>
          <ac:cxnSpMkLst>
            <pc:docMk/>
            <pc:sldMk cId="423854809" sldId="12833"/>
            <ac:cxnSpMk id="52" creationId="{E791062E-1A2D-55A1-5451-16D5B648F5F3}"/>
          </ac:cxnSpMkLst>
        </pc:cxnChg>
      </pc:sldChg>
      <pc:sldChg chg="delSp modSp add mod ord modTransition modShow">
        <pc:chgData name="hyung jun jo" userId="eecbfa9617bcf066" providerId="LiveId" clId="{CED4A83C-449D-4884-BBE3-D1C96CDA3770}" dt="2026-05-31T07:22:24.863" v="3179"/>
        <pc:sldMkLst>
          <pc:docMk/>
          <pc:sldMk cId="2608565378" sldId="12834"/>
        </pc:sldMkLst>
        <pc:spChg chg="mod">
          <ac:chgData name="hyung jun jo" userId="eecbfa9617bcf066" providerId="LiveId" clId="{CED4A83C-449D-4884-BBE3-D1C96CDA3770}" dt="2026-05-31T04:15:13.236" v="440" actId="1076"/>
          <ac:spMkLst>
            <pc:docMk/>
            <pc:sldMk cId="2608565378" sldId="12834"/>
            <ac:spMk id="5" creationId="{5C4A4FE1-2A62-7088-37A3-9AAB9C32103A}"/>
          </ac:spMkLst>
        </pc:spChg>
        <pc:spChg chg="mod">
          <ac:chgData name="hyung jun jo" userId="eecbfa9617bcf066" providerId="LiveId" clId="{CED4A83C-449D-4884-BBE3-D1C96CDA3770}" dt="2026-05-31T04:15:13.236" v="440" actId="1076"/>
          <ac:spMkLst>
            <pc:docMk/>
            <pc:sldMk cId="2608565378" sldId="12834"/>
            <ac:spMk id="25" creationId="{2E3B422C-8B45-C7BA-214D-8DF8C3F15333}"/>
          </ac:spMkLst>
        </pc:spChg>
      </pc:sldChg>
      <pc:sldChg chg="addSp delSp modSp add mod modTransition">
        <pc:chgData name="hyung jun jo" userId="eecbfa9617bcf066" providerId="LiveId" clId="{CED4A83C-449D-4884-BBE3-D1C96CDA3770}" dt="2026-06-07T08:32:41.811" v="5754"/>
        <pc:sldMkLst>
          <pc:docMk/>
          <pc:sldMk cId="1685643352" sldId="12835"/>
        </pc:sldMkLst>
        <pc:spChg chg="add mod">
          <ac:chgData name="hyung jun jo" userId="eecbfa9617bcf066" providerId="LiveId" clId="{CED4A83C-449D-4884-BBE3-D1C96CDA3770}" dt="2026-06-07T08:31:11.736" v="5703" actId="404"/>
          <ac:spMkLst>
            <pc:docMk/>
            <pc:sldMk cId="1685643352" sldId="12835"/>
            <ac:spMk id="2" creationId="{EAD05CA8-93FC-99C3-6F32-8D41B9A6C7E3}"/>
          </ac:spMkLst>
        </pc:spChg>
        <pc:spChg chg="add mod">
          <ac:chgData name="hyung jun jo" userId="eecbfa9617bcf066" providerId="LiveId" clId="{CED4A83C-449D-4884-BBE3-D1C96CDA3770}" dt="2026-05-31T06:07:08.044" v="1810" actId="14100"/>
          <ac:spMkLst>
            <pc:docMk/>
            <pc:sldMk cId="1685643352" sldId="12835"/>
            <ac:spMk id="3" creationId="{0181A250-9B83-134A-575D-C7AE98882CD9}"/>
          </ac:spMkLst>
        </pc:spChg>
        <pc:spChg chg="add mod">
          <ac:chgData name="hyung jun jo" userId="eecbfa9617bcf066" providerId="LiveId" clId="{CED4A83C-449D-4884-BBE3-D1C96CDA3770}" dt="2026-06-07T08:31:20.263" v="5704" actId="20577"/>
          <ac:spMkLst>
            <pc:docMk/>
            <pc:sldMk cId="1685643352" sldId="12835"/>
            <ac:spMk id="4" creationId="{B676038A-9810-341B-A78A-78EAE30DA2FD}"/>
          </ac:spMkLst>
        </pc:spChg>
        <pc:spChg chg="add del mod">
          <ac:chgData name="hyung jun jo" userId="eecbfa9617bcf066" providerId="LiveId" clId="{CED4A83C-449D-4884-BBE3-D1C96CDA3770}" dt="2026-06-07T08:24:00.483" v="5545" actId="1076"/>
          <ac:spMkLst>
            <pc:docMk/>
            <pc:sldMk cId="1685643352" sldId="12835"/>
            <ac:spMk id="10" creationId="{C3776920-66C0-1FB9-FB28-1264F99A84C1}"/>
          </ac:spMkLst>
        </pc:spChg>
        <pc:spChg chg="add del mod">
          <ac:chgData name="hyung jun jo" userId="eecbfa9617bcf066" providerId="LiveId" clId="{CED4A83C-449D-4884-BBE3-D1C96CDA3770}" dt="2026-06-07T08:24:00.483" v="5545" actId="1076"/>
          <ac:spMkLst>
            <pc:docMk/>
            <pc:sldMk cId="1685643352" sldId="12835"/>
            <ac:spMk id="11" creationId="{BCE24CBF-A88E-5238-DADA-F0396EC264A0}"/>
          </ac:spMkLst>
        </pc:spChg>
        <pc:spChg chg="mod">
          <ac:chgData name="hyung jun jo" userId="eecbfa9617bcf066" providerId="LiveId" clId="{CED4A83C-449D-4884-BBE3-D1C96CDA3770}" dt="2026-05-31T05:38:32.612" v="1167" actId="207"/>
          <ac:spMkLst>
            <pc:docMk/>
            <pc:sldMk cId="1685643352" sldId="12835"/>
            <ac:spMk id="16" creationId="{9DA830F9-4998-CB70-4412-386E90ADD939}"/>
          </ac:spMkLst>
        </pc:spChg>
        <pc:spChg chg="mod">
          <ac:chgData name="hyung jun jo" userId="eecbfa9617bcf066" providerId="LiveId" clId="{CED4A83C-449D-4884-BBE3-D1C96CDA3770}" dt="2026-05-31T05:35:17.433" v="1149" actId="20577"/>
          <ac:spMkLst>
            <pc:docMk/>
            <pc:sldMk cId="1685643352" sldId="12835"/>
            <ac:spMk id="17" creationId="{28D0E6C0-1DAA-98E4-070D-54989371E44B}"/>
          </ac:spMkLst>
        </pc:spChg>
        <pc:spChg chg="mod">
          <ac:chgData name="hyung jun jo" userId="eecbfa9617bcf066" providerId="LiveId" clId="{CED4A83C-449D-4884-BBE3-D1C96CDA3770}" dt="2026-05-31T05:35:21.372" v="1151" actId="20577"/>
          <ac:spMkLst>
            <pc:docMk/>
            <pc:sldMk cId="1685643352" sldId="12835"/>
            <ac:spMk id="19" creationId="{30D79240-59FB-8578-D624-C50C7F2D129C}"/>
          </ac:spMkLst>
        </pc:spChg>
        <pc:spChg chg="add del mod">
          <ac:chgData name="hyung jun jo" userId="eecbfa9617bcf066" providerId="LiveId" clId="{CED4A83C-449D-4884-BBE3-D1C96CDA3770}" dt="2026-06-07T08:32:41.811" v="5754"/>
          <ac:spMkLst>
            <pc:docMk/>
            <pc:sldMk cId="1685643352" sldId="12835"/>
            <ac:spMk id="22" creationId="{CD58C61D-77B2-4D8F-C9B6-2E2E97EFE874}"/>
          </ac:spMkLst>
        </pc:spChg>
        <pc:spChg chg="add mod">
          <ac:chgData name="hyung jun jo" userId="eecbfa9617bcf066" providerId="LiveId" clId="{CED4A83C-449D-4884-BBE3-D1C96CDA3770}" dt="2026-06-07T08:24:00.483" v="5545" actId="1076"/>
          <ac:spMkLst>
            <pc:docMk/>
            <pc:sldMk cId="1685643352" sldId="12835"/>
            <ac:spMk id="23" creationId="{0544D680-837B-D4FA-5314-1E8B56FC9647}"/>
          </ac:spMkLst>
        </pc:spChg>
        <pc:spChg chg="add mod">
          <ac:chgData name="hyung jun jo" userId="eecbfa9617bcf066" providerId="LiveId" clId="{CED4A83C-449D-4884-BBE3-D1C96CDA3770}" dt="2026-06-07T08:24:00.483" v="5545" actId="1076"/>
          <ac:spMkLst>
            <pc:docMk/>
            <pc:sldMk cId="1685643352" sldId="12835"/>
            <ac:spMk id="24" creationId="{ECDA01BD-7856-D11C-439A-F6811E506DBF}"/>
          </ac:spMkLst>
        </pc:spChg>
        <pc:spChg chg="add mod">
          <ac:chgData name="hyung jun jo" userId="eecbfa9617bcf066" providerId="LiveId" clId="{CED4A83C-449D-4884-BBE3-D1C96CDA3770}" dt="2026-05-31T06:20:35.285" v="2020" actId="1076"/>
          <ac:spMkLst>
            <pc:docMk/>
            <pc:sldMk cId="1685643352" sldId="12835"/>
            <ac:spMk id="27" creationId="{51FF66D9-EAA8-7AA2-197A-582A25A0F62C}"/>
          </ac:spMkLst>
        </pc:spChg>
        <pc:spChg chg="add mod">
          <ac:chgData name="hyung jun jo" userId="eecbfa9617bcf066" providerId="LiveId" clId="{CED4A83C-449D-4884-BBE3-D1C96CDA3770}" dt="2026-05-31T06:20:35.285" v="2020" actId="1076"/>
          <ac:spMkLst>
            <pc:docMk/>
            <pc:sldMk cId="1685643352" sldId="12835"/>
            <ac:spMk id="38" creationId="{667AD931-FF81-7547-BF70-ED071B9D595E}"/>
          </ac:spMkLst>
        </pc:spChg>
        <pc:spChg chg="add mod">
          <ac:chgData name="hyung jun jo" userId="eecbfa9617bcf066" providerId="LiveId" clId="{CED4A83C-449D-4884-BBE3-D1C96CDA3770}" dt="2026-05-31T06:20:35.285" v="2020" actId="1076"/>
          <ac:spMkLst>
            <pc:docMk/>
            <pc:sldMk cId="1685643352" sldId="12835"/>
            <ac:spMk id="45" creationId="{24438F15-72CE-AE09-7756-2FD74AA7D6B5}"/>
          </ac:spMkLst>
        </pc:spChg>
        <pc:spChg chg="add mod">
          <ac:chgData name="hyung jun jo" userId="eecbfa9617bcf066" providerId="LiveId" clId="{CED4A83C-449D-4884-BBE3-D1C96CDA3770}" dt="2026-06-07T08:24:00.483" v="5545" actId="1076"/>
          <ac:spMkLst>
            <pc:docMk/>
            <pc:sldMk cId="1685643352" sldId="12835"/>
            <ac:spMk id="48" creationId="{66CDEEED-74B1-3B22-C2F9-0D20251B220E}"/>
          </ac:spMkLst>
        </pc:spChg>
        <pc:spChg chg="add mod">
          <ac:chgData name="hyung jun jo" userId="eecbfa9617bcf066" providerId="LiveId" clId="{CED4A83C-449D-4884-BBE3-D1C96CDA3770}" dt="2026-06-07T08:24:00.483" v="5545" actId="1076"/>
          <ac:spMkLst>
            <pc:docMk/>
            <pc:sldMk cId="1685643352" sldId="12835"/>
            <ac:spMk id="53" creationId="{7CC63080-5BB8-94ED-EBE0-EEC05472AB41}"/>
          </ac:spMkLst>
        </pc:spChg>
        <pc:spChg chg="add del mod">
          <ac:chgData name="hyung jun jo" userId="eecbfa9617bcf066" providerId="LiveId" clId="{CED4A83C-449D-4884-BBE3-D1C96CDA3770}" dt="2026-05-31T06:27:11.258" v="2092" actId="478"/>
          <ac:spMkLst>
            <pc:docMk/>
            <pc:sldMk cId="1685643352" sldId="12835"/>
            <ac:spMk id="54" creationId="{7378F189-7FC6-AAAF-FC95-B54352C90FEC}"/>
          </ac:spMkLst>
        </pc:spChg>
        <pc:spChg chg="mod">
          <ac:chgData name="hyung jun jo" userId="eecbfa9617bcf066" providerId="LiveId" clId="{CED4A83C-449D-4884-BBE3-D1C96CDA3770}" dt="2026-05-31T06:05:39.884" v="1769" actId="571"/>
          <ac:spMkLst>
            <pc:docMk/>
            <pc:sldMk cId="1685643352" sldId="12835"/>
            <ac:spMk id="58" creationId="{AC430C3E-B0DE-427F-5689-EDC074A19821}"/>
          </ac:spMkLst>
        </pc:spChg>
        <pc:spChg chg="mod">
          <ac:chgData name="hyung jun jo" userId="eecbfa9617bcf066" providerId="LiveId" clId="{CED4A83C-449D-4884-BBE3-D1C96CDA3770}" dt="2026-05-31T06:05:39.884" v="1769" actId="571"/>
          <ac:spMkLst>
            <pc:docMk/>
            <pc:sldMk cId="1685643352" sldId="12835"/>
            <ac:spMk id="59" creationId="{F4404FB8-E8C7-8D5E-C571-374DFF58D7FB}"/>
          </ac:spMkLst>
        </pc:spChg>
        <pc:spChg chg="add mod">
          <ac:chgData name="hyung jun jo" userId="eecbfa9617bcf066" providerId="LiveId" clId="{CED4A83C-449D-4884-BBE3-D1C96CDA3770}" dt="2026-06-07T08:24:00.483" v="5545" actId="1076"/>
          <ac:spMkLst>
            <pc:docMk/>
            <pc:sldMk cId="1685643352" sldId="12835"/>
            <ac:spMk id="61" creationId="{C21B7DEF-2171-CBB3-CE67-8F2F96DBFC9C}"/>
          </ac:spMkLst>
        </pc:spChg>
        <pc:spChg chg="add mod">
          <ac:chgData name="hyung jun jo" userId="eecbfa9617bcf066" providerId="LiveId" clId="{CED4A83C-449D-4884-BBE3-D1C96CDA3770}" dt="2026-06-07T08:24:00.483" v="5545" actId="1076"/>
          <ac:spMkLst>
            <pc:docMk/>
            <pc:sldMk cId="1685643352" sldId="12835"/>
            <ac:spMk id="73" creationId="{CCF9C349-F7A8-86AC-990C-E3AB517D899C}"/>
          </ac:spMkLst>
        </pc:spChg>
        <pc:spChg chg="add mod">
          <ac:chgData name="hyung jun jo" userId="eecbfa9617bcf066" providerId="LiveId" clId="{CED4A83C-449D-4884-BBE3-D1C96CDA3770}" dt="2026-05-31T06:26:37.100" v="2082" actId="1076"/>
          <ac:spMkLst>
            <pc:docMk/>
            <pc:sldMk cId="1685643352" sldId="12835"/>
            <ac:spMk id="74" creationId="{47D7596B-76A7-8DCE-BD38-DFEA5D02D444}"/>
          </ac:spMkLst>
        </pc:spChg>
        <pc:spChg chg="add mod">
          <ac:chgData name="hyung jun jo" userId="eecbfa9617bcf066" providerId="LiveId" clId="{CED4A83C-449D-4884-BBE3-D1C96CDA3770}" dt="2026-05-31T06:26:37.100" v="2082" actId="1076"/>
          <ac:spMkLst>
            <pc:docMk/>
            <pc:sldMk cId="1685643352" sldId="12835"/>
            <ac:spMk id="75" creationId="{E84F1A86-62A7-E391-3376-5E8F2650EB54}"/>
          </ac:spMkLst>
        </pc:spChg>
        <pc:spChg chg="add mod">
          <ac:chgData name="hyung jun jo" userId="eecbfa9617bcf066" providerId="LiveId" clId="{CED4A83C-449D-4884-BBE3-D1C96CDA3770}" dt="2026-05-31T06:26:37.100" v="2082" actId="1076"/>
          <ac:spMkLst>
            <pc:docMk/>
            <pc:sldMk cId="1685643352" sldId="12835"/>
            <ac:spMk id="76" creationId="{6AF9C19A-7BE4-66A4-E28C-97188C3E6C48}"/>
          </ac:spMkLst>
        </pc:spChg>
        <pc:spChg chg="add mod">
          <ac:chgData name="hyung jun jo" userId="eecbfa9617bcf066" providerId="LiveId" clId="{CED4A83C-449D-4884-BBE3-D1C96CDA3770}" dt="2026-06-07T08:24:00.483" v="5545" actId="1076"/>
          <ac:spMkLst>
            <pc:docMk/>
            <pc:sldMk cId="1685643352" sldId="12835"/>
            <ac:spMk id="77" creationId="{81088D94-D386-A4A8-F6C5-0A2B2DBFDAF5}"/>
          </ac:spMkLst>
        </pc:spChg>
        <pc:spChg chg="add mod">
          <ac:chgData name="hyung jun jo" userId="eecbfa9617bcf066" providerId="LiveId" clId="{CED4A83C-449D-4884-BBE3-D1C96CDA3770}" dt="2026-05-31T07:30:57.376" v="3222" actId="1076"/>
          <ac:spMkLst>
            <pc:docMk/>
            <pc:sldMk cId="1685643352" sldId="12835"/>
            <ac:spMk id="78" creationId="{0FED96F3-8BC9-A237-74E7-D80CE81F2A29}"/>
          </ac:spMkLst>
        </pc:spChg>
        <pc:spChg chg="add mod">
          <ac:chgData name="hyung jun jo" userId="eecbfa9617bcf066" providerId="LiveId" clId="{CED4A83C-449D-4884-BBE3-D1C96CDA3770}" dt="2026-05-31T07:30:57.376" v="3222" actId="1076"/>
          <ac:spMkLst>
            <pc:docMk/>
            <pc:sldMk cId="1685643352" sldId="12835"/>
            <ac:spMk id="79" creationId="{115B0C58-3A08-EA6E-512F-F091B4F472B8}"/>
          </ac:spMkLst>
        </pc:spChg>
        <pc:spChg chg="add mod">
          <ac:chgData name="hyung jun jo" userId="eecbfa9617bcf066" providerId="LiveId" clId="{CED4A83C-449D-4884-BBE3-D1C96CDA3770}" dt="2026-06-07T08:24:00.483" v="5545" actId="1076"/>
          <ac:spMkLst>
            <pc:docMk/>
            <pc:sldMk cId="1685643352" sldId="12835"/>
            <ac:spMk id="82" creationId="{680793F7-73BD-ED19-70B2-B2F18695132A}"/>
          </ac:spMkLst>
        </pc:spChg>
        <pc:spChg chg="add mod">
          <ac:chgData name="hyung jun jo" userId="eecbfa9617bcf066" providerId="LiveId" clId="{CED4A83C-449D-4884-BBE3-D1C96CDA3770}" dt="2026-05-31T06:20:51.326" v="2023"/>
          <ac:spMkLst>
            <pc:docMk/>
            <pc:sldMk cId="1685643352" sldId="12835"/>
            <ac:spMk id="83" creationId="{00D1CDA6-B14C-3881-F370-49B0844B4425}"/>
          </ac:spMkLst>
        </pc:spChg>
        <pc:grpChg chg="add mod">
          <ac:chgData name="hyung jun jo" userId="eecbfa9617bcf066" providerId="LiveId" clId="{CED4A83C-449D-4884-BBE3-D1C96CDA3770}" dt="2026-05-31T06:27:10.880" v="2091" actId="1076"/>
          <ac:grpSpMkLst>
            <pc:docMk/>
            <pc:sldMk cId="1685643352" sldId="12835"/>
            <ac:grpSpMk id="55" creationId="{DED89F7A-D44B-A079-BE38-2B23BB6AF317}"/>
          </ac:grpSpMkLst>
        </pc:grpChg>
        <pc:grpChg chg="add mod">
          <ac:chgData name="hyung jun jo" userId="eecbfa9617bcf066" providerId="LiveId" clId="{CED4A83C-449D-4884-BBE3-D1C96CDA3770}" dt="2026-05-31T06:17:08.186" v="1935" actId="1076"/>
          <ac:grpSpMkLst>
            <pc:docMk/>
            <pc:sldMk cId="1685643352" sldId="12835"/>
            <ac:grpSpMk id="72" creationId="{56BBD918-7943-7626-D95D-E737BA8A9B63}"/>
          </ac:grpSpMkLst>
        </pc:grpChg>
        <pc:graphicFrameChg chg="add mod modGraphic">
          <ac:chgData name="hyung jun jo" userId="eecbfa9617bcf066" providerId="LiveId" clId="{CED4A83C-449D-4884-BBE3-D1C96CDA3770}" dt="2026-06-07T08:24:31.241" v="5547" actId="207"/>
          <ac:graphicFrameMkLst>
            <pc:docMk/>
            <pc:sldMk cId="1685643352" sldId="12835"/>
            <ac:graphicFrameMk id="9" creationId="{1EAC9AFA-0914-C893-E9B9-314A8C993BFF}"/>
          </ac:graphicFrameMkLst>
        </pc:graphicFrameChg>
        <pc:cxnChg chg="add mod">
          <ac:chgData name="hyung jun jo" userId="eecbfa9617bcf066" providerId="LiveId" clId="{CED4A83C-449D-4884-BBE3-D1C96CDA3770}" dt="2026-05-31T06:12:31.303" v="1885" actId="1076"/>
          <ac:cxnSpMkLst>
            <pc:docMk/>
            <pc:sldMk cId="1685643352" sldId="12835"/>
            <ac:cxnSpMk id="25" creationId="{88ADE19A-8D0A-5E71-FE4F-EE3B7FA25390}"/>
          </ac:cxnSpMkLst>
        </pc:cxnChg>
        <pc:cxnChg chg="add mod">
          <ac:chgData name="hyung jun jo" userId="eecbfa9617bcf066" providerId="LiveId" clId="{CED4A83C-449D-4884-BBE3-D1C96CDA3770}" dt="2026-05-31T06:12:31.303" v="1885" actId="1076"/>
          <ac:cxnSpMkLst>
            <pc:docMk/>
            <pc:sldMk cId="1685643352" sldId="12835"/>
            <ac:cxnSpMk id="51" creationId="{9BCDFAE1-0575-258F-A93A-DD54348C3E13}"/>
          </ac:cxnSpMkLst>
        </pc:cxnChg>
        <pc:cxnChg chg="add mod">
          <ac:chgData name="hyung jun jo" userId="eecbfa9617bcf066" providerId="LiveId" clId="{CED4A83C-449D-4884-BBE3-D1C96CDA3770}" dt="2026-05-31T06:13:14.866" v="1892" actId="164"/>
          <ac:cxnSpMkLst>
            <pc:docMk/>
            <pc:sldMk cId="1685643352" sldId="12835"/>
            <ac:cxnSpMk id="68" creationId="{BB2D2AD4-6069-CABF-77F4-AE719B8E6490}"/>
          </ac:cxnSpMkLst>
        </pc:cxnChg>
        <pc:cxnChg chg="add mod">
          <ac:chgData name="hyung jun jo" userId="eecbfa9617bcf066" providerId="LiveId" clId="{CED4A83C-449D-4884-BBE3-D1C96CDA3770}" dt="2026-05-31T06:17:30.248" v="1942" actId="1076"/>
          <ac:cxnSpMkLst>
            <pc:docMk/>
            <pc:sldMk cId="1685643352" sldId="12835"/>
            <ac:cxnSpMk id="71" creationId="{34CFD00F-5EEF-6677-0CFC-8F3E70A0D273}"/>
          </ac:cxnSpMkLst>
        </pc:cxnChg>
      </pc:sldChg>
      <pc:sldChg chg="addSp delSp modSp add mod modTransition">
        <pc:chgData name="hyung jun jo" userId="eecbfa9617bcf066" providerId="LiveId" clId="{CED4A83C-449D-4884-BBE3-D1C96CDA3770}" dt="2026-06-08T01:36:31.541" v="7360" actId="478"/>
        <pc:sldMkLst>
          <pc:docMk/>
          <pc:sldMk cId="557932335" sldId="12837"/>
        </pc:sldMkLst>
        <pc:spChg chg="mod">
          <ac:chgData name="hyung jun jo" userId="eecbfa9617bcf066" providerId="LiveId" clId="{CED4A83C-449D-4884-BBE3-D1C96CDA3770}" dt="2026-05-31T07:49:18.432" v="4065" actId="20577"/>
          <ac:spMkLst>
            <pc:docMk/>
            <pc:sldMk cId="557932335" sldId="12837"/>
            <ac:spMk id="2" creationId="{92B27481-6F98-4170-CF89-9DCA8C9467C2}"/>
          </ac:spMkLst>
        </pc:spChg>
        <pc:spChg chg="add mod">
          <ac:chgData name="hyung jun jo" userId="eecbfa9617bcf066" providerId="LiveId" clId="{CED4A83C-449D-4884-BBE3-D1C96CDA3770}" dt="2026-05-31T08:02:16.528" v="4551" actId="14100"/>
          <ac:spMkLst>
            <pc:docMk/>
            <pc:sldMk cId="557932335" sldId="12837"/>
            <ac:spMk id="5" creationId="{138B880C-8574-FD66-7587-E2D32C3B7067}"/>
          </ac:spMkLst>
        </pc:spChg>
        <pc:spChg chg="add mod">
          <ac:chgData name="hyung jun jo" userId="eecbfa9617bcf066" providerId="LiveId" clId="{CED4A83C-449D-4884-BBE3-D1C96CDA3770}" dt="2026-05-31T06:55:07.141" v="2511" actId="1076"/>
          <ac:spMkLst>
            <pc:docMk/>
            <pc:sldMk cId="557932335" sldId="12837"/>
            <ac:spMk id="6" creationId="{EFC1E5F2-B15F-C35F-560A-62F9BA26AABB}"/>
          </ac:spMkLst>
        </pc:spChg>
        <pc:spChg chg="add mod">
          <ac:chgData name="hyung jun jo" userId="eecbfa9617bcf066" providerId="LiveId" clId="{CED4A83C-449D-4884-BBE3-D1C96CDA3770}" dt="2026-05-31T08:02:19.904" v="4552" actId="14100"/>
          <ac:spMkLst>
            <pc:docMk/>
            <pc:sldMk cId="557932335" sldId="12837"/>
            <ac:spMk id="7" creationId="{EEF6370C-6880-A141-D819-EBEA15F0ACB8}"/>
          </ac:spMkLst>
        </pc:spChg>
        <pc:spChg chg="add mod ord">
          <ac:chgData name="hyung jun jo" userId="eecbfa9617bcf066" providerId="LiveId" clId="{CED4A83C-449D-4884-BBE3-D1C96CDA3770}" dt="2026-05-31T06:55:23.182" v="2515" actId="1076"/>
          <ac:spMkLst>
            <pc:docMk/>
            <pc:sldMk cId="557932335" sldId="12837"/>
            <ac:spMk id="8" creationId="{272EA960-830B-9D2A-9047-CD6405CDF65F}"/>
          </ac:spMkLst>
        </pc:spChg>
        <pc:spChg chg="add mod">
          <ac:chgData name="hyung jun jo" userId="eecbfa9617bcf066" providerId="LiveId" clId="{CED4A83C-449D-4884-BBE3-D1C96CDA3770}" dt="2026-05-31T08:02:16.528" v="4551" actId="14100"/>
          <ac:spMkLst>
            <pc:docMk/>
            <pc:sldMk cId="557932335" sldId="12837"/>
            <ac:spMk id="12" creationId="{945566CA-F392-E852-BB65-43B496F3D994}"/>
          </ac:spMkLst>
        </pc:spChg>
        <pc:spChg chg="add mod">
          <ac:chgData name="hyung jun jo" userId="eecbfa9617bcf066" providerId="LiveId" clId="{CED4A83C-449D-4884-BBE3-D1C96CDA3770}" dt="2026-05-31T06:55:17.075" v="2514" actId="1076"/>
          <ac:spMkLst>
            <pc:docMk/>
            <pc:sldMk cId="557932335" sldId="12837"/>
            <ac:spMk id="13" creationId="{B69A9B80-538A-9352-7904-3B578097F958}"/>
          </ac:spMkLst>
        </pc:spChg>
        <pc:spChg chg="add mod">
          <ac:chgData name="hyung jun jo" userId="eecbfa9617bcf066" providerId="LiveId" clId="{CED4A83C-449D-4884-BBE3-D1C96CDA3770}" dt="2026-05-31T06:55:23.182" v="2515" actId="1076"/>
          <ac:spMkLst>
            <pc:docMk/>
            <pc:sldMk cId="557932335" sldId="12837"/>
            <ac:spMk id="15" creationId="{122FFB16-C93B-547D-C968-0A2FA9C6CDE7}"/>
          </ac:spMkLst>
        </pc:spChg>
        <pc:spChg chg="mod">
          <ac:chgData name="hyung jun jo" userId="eecbfa9617bcf066" providerId="LiveId" clId="{CED4A83C-449D-4884-BBE3-D1C96CDA3770}" dt="2026-05-31T06:56:15.646" v="2522" actId="207"/>
          <ac:spMkLst>
            <pc:docMk/>
            <pc:sldMk cId="557932335" sldId="12837"/>
            <ac:spMk id="16" creationId="{A2E0BF90-CE17-75AD-8869-C37708F4F31B}"/>
          </ac:spMkLst>
        </pc:spChg>
        <pc:spChg chg="mod">
          <ac:chgData name="hyung jun jo" userId="eecbfa9617bcf066" providerId="LiveId" clId="{CED4A83C-449D-4884-BBE3-D1C96CDA3770}" dt="2026-05-31T06:21:51.868" v="2040" actId="20577"/>
          <ac:spMkLst>
            <pc:docMk/>
            <pc:sldMk cId="557932335" sldId="12837"/>
            <ac:spMk id="17" creationId="{81FA3FF3-5C72-EBC6-9EDD-FAAFFE585FDE}"/>
          </ac:spMkLst>
        </pc:spChg>
        <pc:spChg chg="add mod ord">
          <ac:chgData name="hyung jun jo" userId="eecbfa9617bcf066" providerId="LiveId" clId="{CED4A83C-449D-4884-BBE3-D1C96CDA3770}" dt="2026-05-31T07:21:46.092" v="3176" actId="1076"/>
          <ac:spMkLst>
            <pc:docMk/>
            <pc:sldMk cId="557932335" sldId="12837"/>
            <ac:spMk id="18" creationId="{FFB101CC-BFD1-1B46-76AE-2F3C0C57786D}"/>
          </ac:spMkLst>
        </pc:spChg>
        <pc:spChg chg="mod">
          <ac:chgData name="hyung jun jo" userId="eecbfa9617bcf066" providerId="LiveId" clId="{CED4A83C-449D-4884-BBE3-D1C96CDA3770}" dt="2026-05-31T06:21:43.962" v="2027" actId="20577"/>
          <ac:spMkLst>
            <pc:docMk/>
            <pc:sldMk cId="557932335" sldId="12837"/>
            <ac:spMk id="19" creationId="{C7D28557-BC50-23D7-12EE-375FDD8CFB8B}"/>
          </ac:spMkLst>
        </pc:spChg>
        <pc:spChg chg="mod">
          <ac:chgData name="hyung jun jo" userId="eecbfa9617bcf066" providerId="LiveId" clId="{CED4A83C-449D-4884-BBE3-D1C96CDA3770}" dt="2026-05-31T06:36:24.967" v="2213"/>
          <ac:spMkLst>
            <pc:docMk/>
            <pc:sldMk cId="557932335" sldId="12837"/>
            <ac:spMk id="30" creationId="{CD34886C-BEB9-9789-B7AC-B00F15B1C0F9}"/>
          </ac:spMkLst>
        </pc:spChg>
        <pc:spChg chg="mod">
          <ac:chgData name="hyung jun jo" userId="eecbfa9617bcf066" providerId="LiveId" clId="{CED4A83C-449D-4884-BBE3-D1C96CDA3770}" dt="2026-05-31T06:36:24.967" v="2213"/>
          <ac:spMkLst>
            <pc:docMk/>
            <pc:sldMk cId="557932335" sldId="12837"/>
            <ac:spMk id="31" creationId="{8507EC7A-5366-B612-3818-AF8AC4A0A7D2}"/>
          </ac:spMkLst>
        </pc:spChg>
        <pc:spChg chg="add mod">
          <ac:chgData name="hyung jun jo" userId="eecbfa9617bcf066" providerId="LiveId" clId="{CED4A83C-449D-4884-BBE3-D1C96CDA3770}" dt="2026-05-31T06:55:00.518" v="2508" actId="1076"/>
          <ac:spMkLst>
            <pc:docMk/>
            <pc:sldMk cId="557932335" sldId="12837"/>
            <ac:spMk id="32" creationId="{32A34C74-1E5E-1833-E591-1DA562967C98}"/>
          </ac:spMkLst>
        </pc:spChg>
        <pc:spChg chg="add mod">
          <ac:chgData name="hyung jun jo" userId="eecbfa9617bcf066" providerId="LiveId" clId="{CED4A83C-449D-4884-BBE3-D1C96CDA3770}" dt="2026-05-31T06:55:23.182" v="2515" actId="1076"/>
          <ac:spMkLst>
            <pc:docMk/>
            <pc:sldMk cId="557932335" sldId="12837"/>
            <ac:spMk id="33" creationId="{0410B1CA-3BBE-BA63-58DA-98F9A68C284E}"/>
          </ac:spMkLst>
        </pc:spChg>
        <pc:spChg chg="add mod">
          <ac:chgData name="hyung jun jo" userId="eecbfa9617bcf066" providerId="LiveId" clId="{CED4A83C-449D-4884-BBE3-D1C96CDA3770}" dt="2026-05-31T06:55:17.075" v="2514" actId="1076"/>
          <ac:spMkLst>
            <pc:docMk/>
            <pc:sldMk cId="557932335" sldId="12837"/>
            <ac:spMk id="34" creationId="{72663A55-145B-9D80-462D-E4153FFFA2ED}"/>
          </ac:spMkLst>
        </pc:spChg>
        <pc:spChg chg="add mod">
          <ac:chgData name="hyung jun jo" userId="eecbfa9617bcf066" providerId="LiveId" clId="{CED4A83C-449D-4884-BBE3-D1C96CDA3770}" dt="2026-05-31T07:05:22.047" v="2745" actId="1035"/>
          <ac:spMkLst>
            <pc:docMk/>
            <pc:sldMk cId="557932335" sldId="12837"/>
            <ac:spMk id="35" creationId="{C45261F2-A8AC-9073-69B8-B5831738B81A}"/>
          </ac:spMkLst>
        </pc:spChg>
        <pc:spChg chg="add mod">
          <ac:chgData name="hyung jun jo" userId="eecbfa9617bcf066" providerId="LiveId" clId="{CED4A83C-449D-4884-BBE3-D1C96CDA3770}" dt="2026-05-31T07:05:22.047" v="2745" actId="1035"/>
          <ac:spMkLst>
            <pc:docMk/>
            <pc:sldMk cId="557932335" sldId="12837"/>
            <ac:spMk id="36" creationId="{7BBEFDDF-DE03-8657-F6E0-512389C93D51}"/>
          </ac:spMkLst>
        </pc:spChg>
        <pc:spChg chg="add mod">
          <ac:chgData name="hyung jun jo" userId="eecbfa9617bcf066" providerId="LiveId" clId="{CED4A83C-449D-4884-BBE3-D1C96CDA3770}" dt="2026-05-31T07:15:36.849" v="3130" actId="108"/>
          <ac:spMkLst>
            <pc:docMk/>
            <pc:sldMk cId="557932335" sldId="12837"/>
            <ac:spMk id="37" creationId="{5F224168-F31B-43FF-43F8-30738B686083}"/>
          </ac:spMkLst>
        </pc:spChg>
        <pc:spChg chg="add mod">
          <ac:chgData name="hyung jun jo" userId="eecbfa9617bcf066" providerId="LiveId" clId="{CED4A83C-449D-4884-BBE3-D1C96CDA3770}" dt="2026-05-31T08:02:00.144" v="4549" actId="255"/>
          <ac:spMkLst>
            <pc:docMk/>
            <pc:sldMk cId="557932335" sldId="12837"/>
            <ac:spMk id="40" creationId="{EE589A68-714C-15FE-338B-CC9F309FDAC1}"/>
          </ac:spMkLst>
        </pc:spChg>
        <pc:spChg chg="add mod">
          <ac:chgData name="hyung jun jo" userId="eecbfa9617bcf066" providerId="LiveId" clId="{CED4A83C-449D-4884-BBE3-D1C96CDA3770}" dt="2026-05-31T08:02:00.144" v="4549" actId="255"/>
          <ac:spMkLst>
            <pc:docMk/>
            <pc:sldMk cId="557932335" sldId="12837"/>
            <ac:spMk id="41" creationId="{7BAAB7C6-A1FF-F8A5-9AAB-97B208F3FF40}"/>
          </ac:spMkLst>
        </pc:spChg>
        <pc:spChg chg="add mod">
          <ac:chgData name="hyung jun jo" userId="eecbfa9617bcf066" providerId="LiveId" clId="{CED4A83C-449D-4884-BBE3-D1C96CDA3770}" dt="2026-05-31T08:02:00.144" v="4549" actId="255"/>
          <ac:spMkLst>
            <pc:docMk/>
            <pc:sldMk cId="557932335" sldId="12837"/>
            <ac:spMk id="42" creationId="{5B3DE511-56EE-9CC6-3709-70766DB2ED44}"/>
          </ac:spMkLst>
        </pc:spChg>
        <pc:spChg chg="add mod">
          <ac:chgData name="hyung jun jo" userId="eecbfa9617bcf066" providerId="LiveId" clId="{CED4A83C-449D-4884-BBE3-D1C96CDA3770}" dt="2026-05-31T07:23:11.826" v="3188" actId="1037"/>
          <ac:spMkLst>
            <pc:docMk/>
            <pc:sldMk cId="557932335" sldId="12837"/>
            <ac:spMk id="46" creationId="{D9DA8C12-DBC2-7099-AA08-CD20998C409B}"/>
          </ac:spMkLst>
        </pc:spChg>
        <pc:spChg chg="add mod">
          <ac:chgData name="hyung jun jo" userId="eecbfa9617bcf066" providerId="LiveId" clId="{CED4A83C-449D-4884-BBE3-D1C96CDA3770}" dt="2026-05-31T08:02:13.339" v="4550" actId="1076"/>
          <ac:spMkLst>
            <pc:docMk/>
            <pc:sldMk cId="557932335" sldId="12837"/>
            <ac:spMk id="60" creationId="{8F32CAEE-FEE1-9E15-56B5-041A2EEE9FDA}"/>
          </ac:spMkLst>
        </pc:spChg>
        <pc:spChg chg="add mod">
          <ac:chgData name="hyung jun jo" userId="eecbfa9617bcf066" providerId="LiveId" clId="{CED4A83C-449D-4884-BBE3-D1C96CDA3770}" dt="2026-05-31T07:23:10.215" v="3184" actId="1035"/>
          <ac:spMkLst>
            <pc:docMk/>
            <pc:sldMk cId="557932335" sldId="12837"/>
            <ac:spMk id="62" creationId="{B1A155E1-4B72-EF2C-FB88-96998CC8EF54}"/>
          </ac:spMkLst>
        </pc:spChg>
        <pc:spChg chg="add mod">
          <ac:chgData name="hyung jun jo" userId="eecbfa9617bcf066" providerId="LiveId" clId="{CED4A83C-449D-4884-BBE3-D1C96CDA3770}" dt="2026-05-31T08:06:26.651" v="4671" actId="20577"/>
          <ac:spMkLst>
            <pc:docMk/>
            <pc:sldMk cId="557932335" sldId="12837"/>
            <ac:spMk id="64" creationId="{B577204A-763A-6A59-B77E-833B8455D885}"/>
          </ac:spMkLst>
        </pc:spChg>
        <pc:spChg chg="add mod">
          <ac:chgData name="hyung jun jo" userId="eecbfa9617bcf066" providerId="LiveId" clId="{CED4A83C-449D-4884-BBE3-D1C96CDA3770}" dt="2026-05-31T08:02:13.339" v="4550" actId="1076"/>
          <ac:spMkLst>
            <pc:docMk/>
            <pc:sldMk cId="557932335" sldId="12837"/>
            <ac:spMk id="66" creationId="{BF000A64-3C99-E8B7-FA05-39B4FE9D74CE}"/>
          </ac:spMkLst>
        </pc:spChg>
        <pc:spChg chg="add mod">
          <ac:chgData name="hyung jun jo" userId="eecbfa9617bcf066" providerId="LiveId" clId="{CED4A83C-449D-4884-BBE3-D1C96CDA3770}" dt="2026-06-07T14:01:09.425" v="6024" actId="20577"/>
          <ac:spMkLst>
            <pc:docMk/>
            <pc:sldMk cId="557932335" sldId="12837"/>
            <ac:spMk id="80" creationId="{4E300550-1FBB-C22D-3147-1AA24322EB8F}"/>
          </ac:spMkLst>
        </pc:spChg>
        <pc:spChg chg="add mod">
          <ac:chgData name="hyung jun jo" userId="eecbfa9617bcf066" providerId="LiveId" clId="{CED4A83C-449D-4884-BBE3-D1C96CDA3770}" dt="2026-05-31T08:06:28.727" v="4673" actId="20577"/>
          <ac:spMkLst>
            <pc:docMk/>
            <pc:sldMk cId="557932335" sldId="12837"/>
            <ac:spMk id="81" creationId="{24A321C5-E30D-D973-3CBC-61ECABB7E948}"/>
          </ac:spMkLst>
        </pc:spChg>
        <pc:spChg chg="add mod">
          <ac:chgData name="hyung jun jo" userId="eecbfa9617bcf066" providerId="LiveId" clId="{CED4A83C-449D-4884-BBE3-D1C96CDA3770}" dt="2026-05-31T07:21:46.092" v="3176" actId="1076"/>
          <ac:spMkLst>
            <pc:docMk/>
            <pc:sldMk cId="557932335" sldId="12837"/>
            <ac:spMk id="85" creationId="{5754F437-2839-6049-6F1F-847ECC40F1EC}"/>
          </ac:spMkLst>
        </pc:spChg>
        <pc:grpChg chg="add mod">
          <ac:chgData name="hyung jun jo" userId="eecbfa9617bcf066" providerId="LiveId" clId="{CED4A83C-449D-4884-BBE3-D1C96CDA3770}" dt="2026-05-31T08:02:22.668" v="4553" actId="1076"/>
          <ac:grpSpMkLst>
            <pc:docMk/>
            <pc:sldMk cId="557932335" sldId="12837"/>
            <ac:grpSpMk id="29" creationId="{B433A72F-B4E7-1A40-99B6-E954C730F0DA}"/>
          </ac:grpSpMkLst>
        </pc:grpChg>
        <pc:picChg chg="add mod">
          <ac:chgData name="hyung jun jo" userId="eecbfa9617bcf066" providerId="LiveId" clId="{CED4A83C-449D-4884-BBE3-D1C96CDA3770}" dt="2026-05-31T08:02:16.528" v="4551" actId="14100"/>
          <ac:picMkLst>
            <pc:docMk/>
            <pc:sldMk cId="557932335" sldId="12837"/>
            <ac:picMk id="14" creationId="{9EF52BD7-AF45-6E76-E30E-810AA2446194}"/>
          </ac:picMkLst>
        </pc:picChg>
        <pc:picChg chg="del">
          <ac:chgData name="hyung jun jo" userId="eecbfa9617bcf066" providerId="LiveId" clId="{CED4A83C-449D-4884-BBE3-D1C96CDA3770}" dt="2026-06-08T01:36:31.541" v="7360" actId="478"/>
          <ac:picMkLst>
            <pc:docMk/>
            <pc:sldMk cId="557932335" sldId="12837"/>
            <ac:picMk id="28" creationId="{924A4F07-2D65-D718-B500-0AED8A3CB11B}"/>
          </ac:picMkLst>
        </pc:picChg>
        <pc:cxnChg chg="add mod">
          <ac:chgData name="hyung jun jo" userId="eecbfa9617bcf066" providerId="LiveId" clId="{CED4A83C-449D-4884-BBE3-D1C96CDA3770}" dt="2026-05-31T08:02:16.528" v="4551" actId="14100"/>
          <ac:cxnSpMkLst>
            <pc:docMk/>
            <pc:sldMk cId="557932335" sldId="12837"/>
            <ac:cxnSpMk id="21" creationId="{28FBE1ED-0EF2-0C5D-75E3-CAA1E5A2B8F6}"/>
          </ac:cxnSpMkLst>
        </pc:cxnChg>
        <pc:cxnChg chg="add mod">
          <ac:chgData name="hyung jun jo" userId="eecbfa9617bcf066" providerId="LiveId" clId="{CED4A83C-449D-4884-BBE3-D1C96CDA3770}" dt="2026-05-31T08:02:13.339" v="4550" actId="1076"/>
          <ac:cxnSpMkLst>
            <pc:docMk/>
            <pc:sldMk cId="557932335" sldId="12837"/>
            <ac:cxnSpMk id="47" creationId="{8660CAA8-9291-60BF-85BC-7351C5041C13}"/>
          </ac:cxnSpMkLst>
        </pc:cxnChg>
        <pc:cxnChg chg="add mod">
          <ac:chgData name="hyung jun jo" userId="eecbfa9617bcf066" providerId="LiveId" clId="{CED4A83C-449D-4884-BBE3-D1C96CDA3770}" dt="2026-05-31T08:02:13.339" v="4550" actId="1076"/>
          <ac:cxnSpMkLst>
            <pc:docMk/>
            <pc:sldMk cId="557932335" sldId="12837"/>
            <ac:cxnSpMk id="63" creationId="{378A5D60-CFCC-D2A9-3FDC-8B03FAFC84C9}"/>
          </ac:cxnSpMkLst>
        </pc:cxnChg>
        <pc:cxnChg chg="add mod">
          <ac:chgData name="hyung jun jo" userId="eecbfa9617bcf066" providerId="LiveId" clId="{CED4A83C-449D-4884-BBE3-D1C96CDA3770}" dt="2026-05-31T08:02:13.339" v="4550" actId="1076"/>
          <ac:cxnSpMkLst>
            <pc:docMk/>
            <pc:sldMk cId="557932335" sldId="12837"/>
            <ac:cxnSpMk id="65" creationId="{70D17699-B7C9-DC60-4932-5D7915889772}"/>
          </ac:cxnSpMkLst>
        </pc:cxnChg>
        <pc:cxnChg chg="add mod">
          <ac:chgData name="hyung jun jo" userId="eecbfa9617bcf066" providerId="LiveId" clId="{CED4A83C-449D-4884-BBE3-D1C96CDA3770}" dt="2026-05-31T08:02:16.528" v="4551" actId="14100"/>
          <ac:cxnSpMkLst>
            <pc:docMk/>
            <pc:sldMk cId="557932335" sldId="12837"/>
            <ac:cxnSpMk id="90" creationId="{539C69C5-8D71-A243-9CEE-142BDF30B4E8}"/>
          </ac:cxnSpMkLst>
        </pc:cxnChg>
        <pc:cxnChg chg="add mod">
          <ac:chgData name="hyung jun jo" userId="eecbfa9617bcf066" providerId="LiveId" clId="{CED4A83C-449D-4884-BBE3-D1C96CDA3770}" dt="2026-05-31T08:02:16.528" v="4551" actId="14100"/>
          <ac:cxnSpMkLst>
            <pc:docMk/>
            <pc:sldMk cId="557932335" sldId="12837"/>
            <ac:cxnSpMk id="91" creationId="{EADC9860-7CDF-F3E4-54CA-FBA35C200748}"/>
          </ac:cxnSpMkLst>
        </pc:cxnChg>
      </pc:sldChg>
      <pc:sldChg chg="addSp delSp modSp add mod">
        <pc:chgData name="hyung jun jo" userId="eecbfa9617bcf066" providerId="LiveId" clId="{CED4A83C-449D-4884-BBE3-D1C96CDA3770}" dt="2026-06-08T01:41:23.604" v="7397" actId="478"/>
        <pc:sldMkLst>
          <pc:docMk/>
          <pc:sldMk cId="169165916" sldId="12839"/>
        </pc:sldMkLst>
        <pc:spChg chg="add del mod">
          <ac:chgData name="hyung jun jo" userId="eecbfa9617bcf066" providerId="LiveId" clId="{CED4A83C-449D-4884-BBE3-D1C96CDA3770}" dt="2026-06-08T01:41:23.604" v="7397" actId="478"/>
          <ac:spMkLst>
            <pc:docMk/>
            <pc:sldMk cId="169165916" sldId="12839"/>
            <ac:spMk id="2" creationId="{7CC28D4F-995A-9F07-FE71-1FE7B556C59A}"/>
          </ac:spMkLst>
        </pc:spChg>
        <pc:spChg chg="mod">
          <ac:chgData name="hyung jun jo" userId="eecbfa9617bcf066" providerId="LiveId" clId="{CED4A83C-449D-4884-BBE3-D1C96CDA3770}" dt="2026-05-31T07:41:04.906" v="3448" actId="207"/>
          <ac:spMkLst>
            <pc:docMk/>
            <pc:sldMk cId="169165916" sldId="12839"/>
            <ac:spMk id="16" creationId="{F71C4343-2479-5614-D90B-0A34877A8F0D}"/>
          </ac:spMkLst>
        </pc:spChg>
        <pc:spChg chg="mod">
          <ac:chgData name="hyung jun jo" userId="eecbfa9617bcf066" providerId="LiveId" clId="{CED4A83C-449D-4884-BBE3-D1C96CDA3770}" dt="2026-05-31T07:24:03.842" v="3207" actId="20577"/>
          <ac:spMkLst>
            <pc:docMk/>
            <pc:sldMk cId="169165916" sldId="12839"/>
            <ac:spMk id="17" creationId="{B9289064-C4C4-1C1A-2187-8CD25D21A727}"/>
          </ac:spMkLst>
        </pc:spChg>
        <pc:spChg chg="mod">
          <ac:chgData name="hyung jun jo" userId="eecbfa9617bcf066" providerId="LiveId" clId="{CED4A83C-449D-4884-BBE3-D1C96CDA3770}" dt="2026-05-31T07:24:05.950" v="3208" actId="20577"/>
          <ac:spMkLst>
            <pc:docMk/>
            <pc:sldMk cId="169165916" sldId="12839"/>
            <ac:spMk id="19" creationId="{E1DFDA1C-EDD2-FC7F-A743-A571BE6D7734}"/>
          </ac:spMkLst>
        </pc:spChg>
        <pc:spChg chg="add mod topLvl">
          <ac:chgData name="hyung jun jo" userId="eecbfa9617bcf066" providerId="LiveId" clId="{CED4A83C-449D-4884-BBE3-D1C96CDA3770}" dt="2026-06-08T01:41:20.353" v="7396" actId="108"/>
          <ac:spMkLst>
            <pc:docMk/>
            <pc:sldMk cId="169165916" sldId="12839"/>
            <ac:spMk id="44" creationId="{D3C410BC-D3CB-0EC8-15AD-DDB57293EF22}"/>
          </ac:spMkLst>
        </pc:spChg>
        <pc:spChg chg="add mod topLvl">
          <ac:chgData name="hyung jun jo" userId="eecbfa9617bcf066" providerId="LiveId" clId="{CED4A83C-449D-4884-BBE3-D1C96CDA3770}" dt="2026-05-31T07:52:00.309" v="4185" actId="1076"/>
          <ac:spMkLst>
            <pc:docMk/>
            <pc:sldMk cId="169165916" sldId="12839"/>
            <ac:spMk id="45" creationId="{8AF78A8E-53AC-045E-9CFA-ECBA6D11A66F}"/>
          </ac:spMkLst>
        </pc:spChg>
        <pc:spChg chg="mod">
          <ac:chgData name="hyung jun jo" userId="eecbfa9617bcf066" providerId="LiveId" clId="{CED4A83C-449D-4884-BBE3-D1C96CDA3770}" dt="2026-05-31T07:32:30.222" v="3228"/>
          <ac:spMkLst>
            <pc:docMk/>
            <pc:sldMk cId="169165916" sldId="12839"/>
            <ac:spMk id="49" creationId="{B6A427AA-28DA-95CB-C047-6DF5F5775178}"/>
          </ac:spMkLst>
        </pc:spChg>
        <pc:spChg chg="mod">
          <ac:chgData name="hyung jun jo" userId="eecbfa9617bcf066" providerId="LiveId" clId="{CED4A83C-449D-4884-BBE3-D1C96CDA3770}" dt="2026-05-31T07:32:30.222" v="3228"/>
          <ac:spMkLst>
            <pc:docMk/>
            <pc:sldMk cId="169165916" sldId="12839"/>
            <ac:spMk id="50" creationId="{1B8AE5BA-15C7-2EAD-2049-5B4B68BDE3A1}"/>
          </ac:spMkLst>
        </pc:spChg>
        <pc:spChg chg="add mod">
          <ac:chgData name="hyung jun jo" userId="eecbfa9617bcf066" providerId="LiveId" clId="{CED4A83C-449D-4884-BBE3-D1C96CDA3770}" dt="2026-05-31T07:52:00.309" v="4185" actId="1076"/>
          <ac:spMkLst>
            <pc:docMk/>
            <pc:sldMk cId="169165916" sldId="12839"/>
            <ac:spMk id="74" creationId="{234B79C4-85BB-91B7-8161-AE42296FA85C}"/>
          </ac:spMkLst>
        </pc:spChg>
        <pc:spChg chg="add mod">
          <ac:chgData name="hyung jun jo" userId="eecbfa9617bcf066" providerId="LiveId" clId="{CED4A83C-449D-4884-BBE3-D1C96CDA3770}" dt="2026-05-31T07:52:00.309" v="4185" actId="1076"/>
          <ac:spMkLst>
            <pc:docMk/>
            <pc:sldMk cId="169165916" sldId="12839"/>
            <ac:spMk id="75" creationId="{00803D83-2993-3571-AEFA-A9C47FB443E2}"/>
          </ac:spMkLst>
        </pc:spChg>
        <pc:spChg chg="add mod">
          <ac:chgData name="hyung jun jo" userId="eecbfa9617bcf066" providerId="LiveId" clId="{CED4A83C-449D-4884-BBE3-D1C96CDA3770}" dt="2026-05-31T08:05:23.191" v="4643" actId="20577"/>
          <ac:spMkLst>
            <pc:docMk/>
            <pc:sldMk cId="169165916" sldId="12839"/>
            <ac:spMk id="76" creationId="{53C215E3-FDC9-AFE0-3DDB-ADEFCB55B6FB}"/>
          </ac:spMkLst>
        </pc:spChg>
        <pc:spChg chg="add mod">
          <ac:chgData name="hyung jun jo" userId="eecbfa9617bcf066" providerId="LiveId" clId="{CED4A83C-449D-4884-BBE3-D1C96CDA3770}" dt="2026-05-31T07:53:43.727" v="4242" actId="20577"/>
          <ac:spMkLst>
            <pc:docMk/>
            <pc:sldMk cId="169165916" sldId="12839"/>
            <ac:spMk id="77" creationId="{A5931309-0DF1-63C9-438D-5D9563F5297A}"/>
          </ac:spMkLst>
        </pc:spChg>
        <pc:spChg chg="add mod">
          <ac:chgData name="hyung jun jo" userId="eecbfa9617bcf066" providerId="LiveId" clId="{CED4A83C-449D-4884-BBE3-D1C96CDA3770}" dt="2026-06-07T08:42:41.659" v="5755" actId="207"/>
          <ac:spMkLst>
            <pc:docMk/>
            <pc:sldMk cId="169165916" sldId="12839"/>
            <ac:spMk id="78" creationId="{7FED74B3-5D59-D848-52F9-38CFFBDBAFFE}"/>
          </ac:spMkLst>
        </pc:spChg>
        <pc:spChg chg="add mod ord">
          <ac:chgData name="hyung jun jo" userId="eecbfa9617bcf066" providerId="LiveId" clId="{CED4A83C-449D-4884-BBE3-D1C96CDA3770}" dt="2026-05-31T08:12:36.470" v="4752" actId="14100"/>
          <ac:spMkLst>
            <pc:docMk/>
            <pc:sldMk cId="169165916" sldId="12839"/>
            <ac:spMk id="84" creationId="{9BC36AEC-5A38-3A71-168B-FDC16B19BD03}"/>
          </ac:spMkLst>
        </pc:spChg>
        <pc:spChg chg="add mod">
          <ac:chgData name="hyung jun jo" userId="eecbfa9617bcf066" providerId="LiveId" clId="{CED4A83C-449D-4884-BBE3-D1C96CDA3770}" dt="2026-05-31T08:14:20.365" v="4854" actId="1076"/>
          <ac:spMkLst>
            <pc:docMk/>
            <pc:sldMk cId="169165916" sldId="12839"/>
            <ac:spMk id="86" creationId="{29E62F3E-4366-6CF6-A3C0-D07ABB205E35}"/>
          </ac:spMkLst>
        </pc:spChg>
        <pc:spChg chg="add mod">
          <ac:chgData name="hyung jun jo" userId="eecbfa9617bcf066" providerId="LiveId" clId="{CED4A83C-449D-4884-BBE3-D1C96CDA3770}" dt="2026-05-31T08:14:20.365" v="4854" actId="1076"/>
          <ac:spMkLst>
            <pc:docMk/>
            <pc:sldMk cId="169165916" sldId="12839"/>
            <ac:spMk id="87" creationId="{9F5E69E2-9635-4EB7-E935-FCA08C37DC0E}"/>
          </ac:spMkLst>
        </pc:spChg>
        <pc:spChg chg="add mod">
          <ac:chgData name="hyung jun jo" userId="eecbfa9617bcf066" providerId="LiveId" clId="{CED4A83C-449D-4884-BBE3-D1C96CDA3770}" dt="2026-05-31T08:14:37.174" v="4858" actId="1076"/>
          <ac:spMkLst>
            <pc:docMk/>
            <pc:sldMk cId="169165916" sldId="12839"/>
            <ac:spMk id="88" creationId="{5305BE25-048A-13E4-BD10-12D38CA30357}"/>
          </ac:spMkLst>
        </pc:spChg>
        <pc:spChg chg="add mod">
          <ac:chgData name="hyung jun jo" userId="eecbfa9617bcf066" providerId="LiveId" clId="{CED4A83C-449D-4884-BBE3-D1C96CDA3770}" dt="2026-05-31T08:20:40.930" v="5152" actId="20577"/>
          <ac:spMkLst>
            <pc:docMk/>
            <pc:sldMk cId="169165916" sldId="12839"/>
            <ac:spMk id="89" creationId="{AD73D17F-36B5-25CD-2AD3-8DFC725D5049}"/>
          </ac:spMkLst>
        </pc:spChg>
        <pc:spChg chg="add mod">
          <ac:chgData name="hyung jun jo" userId="eecbfa9617bcf066" providerId="LiveId" clId="{CED4A83C-449D-4884-BBE3-D1C96CDA3770}" dt="2026-06-07T08:45:23.940" v="5778"/>
          <ac:spMkLst>
            <pc:docMk/>
            <pc:sldMk cId="169165916" sldId="12839"/>
            <ac:spMk id="90" creationId="{6BFC9B4A-A577-B5EA-E899-ECB25C65ACBD}"/>
          </ac:spMkLst>
        </pc:spChg>
        <pc:spChg chg="add mod">
          <ac:chgData name="hyung jun jo" userId="eecbfa9617bcf066" providerId="LiveId" clId="{CED4A83C-449D-4884-BBE3-D1C96CDA3770}" dt="2026-05-31T08:15:41.880" v="4860" actId="1076"/>
          <ac:spMkLst>
            <pc:docMk/>
            <pc:sldMk cId="169165916" sldId="12839"/>
            <ac:spMk id="91" creationId="{DEDAD0E4-D654-398D-7D07-E8AC98BCA559}"/>
          </ac:spMkLst>
        </pc:spChg>
        <pc:spChg chg="add mod">
          <ac:chgData name="hyung jun jo" userId="eecbfa9617bcf066" providerId="LiveId" clId="{CED4A83C-449D-4884-BBE3-D1C96CDA3770}" dt="2026-05-31T08:22:09.929" v="5244" actId="207"/>
          <ac:spMkLst>
            <pc:docMk/>
            <pc:sldMk cId="169165916" sldId="12839"/>
            <ac:spMk id="93" creationId="{811F7B60-F15A-03C6-4D8B-C044D392E234}"/>
          </ac:spMkLst>
        </pc:spChg>
        <pc:spChg chg="add mod">
          <ac:chgData name="hyung jun jo" userId="eecbfa9617bcf066" providerId="LiveId" clId="{CED4A83C-449D-4884-BBE3-D1C96CDA3770}" dt="2026-05-31T08:16:38.623" v="4861" actId="571"/>
          <ac:spMkLst>
            <pc:docMk/>
            <pc:sldMk cId="169165916" sldId="12839"/>
            <ac:spMk id="94" creationId="{09F055CA-72BE-5522-0C92-8ACFB134913B}"/>
          </ac:spMkLst>
        </pc:spChg>
        <pc:spChg chg="add mod">
          <ac:chgData name="hyung jun jo" userId="eecbfa9617bcf066" providerId="LiveId" clId="{CED4A83C-449D-4884-BBE3-D1C96CDA3770}" dt="2026-05-31T08:26:07.339" v="5495" actId="20577"/>
          <ac:spMkLst>
            <pc:docMk/>
            <pc:sldMk cId="169165916" sldId="12839"/>
            <ac:spMk id="95" creationId="{B76BA637-A16A-AAB8-EE20-E033668130BE}"/>
          </ac:spMkLst>
        </pc:spChg>
        <pc:spChg chg="add mod">
          <ac:chgData name="hyung jun jo" userId="eecbfa9617bcf066" providerId="LiveId" clId="{CED4A83C-449D-4884-BBE3-D1C96CDA3770}" dt="2026-05-31T08:16:38.623" v="4861" actId="571"/>
          <ac:spMkLst>
            <pc:docMk/>
            <pc:sldMk cId="169165916" sldId="12839"/>
            <ac:spMk id="96" creationId="{2E217853-45AB-A0B3-39D5-F808A457C2FA}"/>
          </ac:spMkLst>
        </pc:spChg>
        <pc:spChg chg="add mod">
          <ac:chgData name="hyung jun jo" userId="eecbfa9617bcf066" providerId="LiveId" clId="{CED4A83C-449D-4884-BBE3-D1C96CDA3770}" dt="2026-05-31T08:22:09.929" v="5244" actId="207"/>
          <ac:spMkLst>
            <pc:docMk/>
            <pc:sldMk cId="169165916" sldId="12839"/>
            <ac:spMk id="97" creationId="{31877280-8191-0DF1-52CF-C83E687F4B39}"/>
          </ac:spMkLst>
        </pc:spChg>
        <pc:spChg chg="add mod">
          <ac:chgData name="hyung jun jo" userId="eecbfa9617bcf066" providerId="LiveId" clId="{CED4A83C-449D-4884-BBE3-D1C96CDA3770}" dt="2026-06-07T08:45:25.782" v="5785"/>
          <ac:spMkLst>
            <pc:docMk/>
            <pc:sldMk cId="169165916" sldId="12839"/>
            <ac:spMk id="98" creationId="{AF25538F-6532-3E0E-506D-54E69E0B4E9E}"/>
          </ac:spMkLst>
        </pc:spChg>
        <pc:spChg chg="add mod">
          <ac:chgData name="hyung jun jo" userId="eecbfa9617bcf066" providerId="LiveId" clId="{CED4A83C-449D-4884-BBE3-D1C96CDA3770}" dt="2026-05-31T08:22:12.941" v="5245" actId="207"/>
          <ac:spMkLst>
            <pc:docMk/>
            <pc:sldMk cId="169165916" sldId="12839"/>
            <ac:spMk id="99" creationId="{C5300AE2-DCC7-9597-2962-23E512E31A45}"/>
          </ac:spMkLst>
        </pc:spChg>
        <pc:grpChg chg="mod ord">
          <ac:chgData name="hyung jun jo" userId="eecbfa9617bcf066" providerId="LiveId" clId="{CED4A83C-449D-4884-BBE3-D1C96CDA3770}" dt="2026-05-31T07:52:00.309" v="4185" actId="1076"/>
          <ac:grpSpMkLst>
            <pc:docMk/>
            <pc:sldMk cId="169165916" sldId="12839"/>
            <ac:grpSpMk id="48" creationId="{A977C201-4988-4555-50F5-B823C5F2B3C9}"/>
          </ac:grpSpMkLst>
        </pc:grpChg>
        <pc:graphicFrameChg chg="add mod modGraphic">
          <ac:chgData name="hyung jun jo" userId="eecbfa9617bcf066" providerId="LiveId" clId="{CED4A83C-449D-4884-BBE3-D1C96CDA3770}" dt="2026-05-31T08:21:16.040" v="5199"/>
          <ac:graphicFrameMkLst>
            <pc:docMk/>
            <pc:sldMk cId="169165916" sldId="12839"/>
            <ac:graphicFrameMk id="82" creationId="{93E4B90A-766A-870F-F87E-97C8E1EAE977}"/>
          </ac:graphicFrameMkLst>
        </pc:graphicFrameChg>
        <pc:graphicFrameChg chg="add mod modGraphic">
          <ac:chgData name="hyung jun jo" userId="eecbfa9617bcf066" providerId="LiveId" clId="{CED4A83C-449D-4884-BBE3-D1C96CDA3770}" dt="2026-06-07T08:42:56.546" v="5762" actId="207"/>
          <ac:graphicFrameMkLst>
            <pc:docMk/>
            <pc:sldMk cId="169165916" sldId="12839"/>
            <ac:graphicFrameMk id="92" creationId="{56248071-8E0E-2F0A-C61F-BD779107E036}"/>
          </ac:graphicFrameMkLst>
        </pc:graphicFrameChg>
        <pc:picChg chg="del">
          <ac:chgData name="hyung jun jo" userId="eecbfa9617bcf066" providerId="LiveId" clId="{CED4A83C-449D-4884-BBE3-D1C96CDA3770}" dt="2026-06-08T01:36:30.266" v="7359" actId="478"/>
          <ac:picMkLst>
            <pc:docMk/>
            <pc:sldMk cId="169165916" sldId="12839"/>
            <ac:picMk id="28" creationId="{01150A3F-8AA9-54C1-1741-63A6954AE2AE}"/>
          </ac:picMkLst>
        </pc:picChg>
        <pc:picChg chg="add mod">
          <ac:chgData name="hyung jun jo" userId="eecbfa9617bcf066" providerId="LiveId" clId="{CED4A83C-449D-4884-BBE3-D1C96CDA3770}" dt="2026-06-08T01:29:56.045" v="7138" actId="1038"/>
          <ac:picMkLst>
            <pc:docMk/>
            <pc:sldMk cId="169165916" sldId="12839"/>
            <ac:picMk id="73" creationId="{93A796E5-55DE-3957-FC94-B6E0A45FE2CB}"/>
          </ac:picMkLst>
        </pc:picChg>
        <pc:cxnChg chg="add del mod topLvl">
          <ac:chgData name="hyung jun jo" userId="eecbfa9617bcf066" providerId="LiveId" clId="{CED4A83C-449D-4884-BBE3-D1C96CDA3770}" dt="2026-05-31T07:52:00.309" v="4185" actId="1076"/>
          <ac:cxnSpMkLst>
            <pc:docMk/>
            <pc:sldMk cId="169165916" sldId="12839"/>
            <ac:cxnSpMk id="58" creationId="{0AB51A3E-66D2-B1D8-692C-70A477CD290C}"/>
          </ac:cxnSpMkLst>
        </pc:cxnChg>
      </pc:sldChg>
      <pc:sldChg chg="add setBg modNotes">
        <pc:chgData name="hyung jun jo" userId="eecbfa9617bcf066" providerId="LiveId" clId="{CED4A83C-449D-4884-BBE3-D1C96CDA3770}" dt="2026-06-08T02:20:24.765" v="7435"/>
        <pc:sldMkLst>
          <pc:docMk/>
          <pc:sldMk cId="2811311725" sldId="12840"/>
        </pc:sldMkLst>
      </pc:sldChg>
      <pc:sldChg chg="addSp delSp modSp add mod">
        <pc:chgData name="hyung jun jo" userId="eecbfa9617bcf066" providerId="LiveId" clId="{CED4A83C-449D-4884-BBE3-D1C96CDA3770}" dt="2026-06-08T01:40:50.119" v="7390" actId="14100"/>
        <pc:sldMkLst>
          <pc:docMk/>
          <pc:sldMk cId="3634123500" sldId="12841"/>
        </pc:sldMkLst>
        <pc:spChg chg="add mod">
          <ac:chgData name="hyung jun jo" userId="eecbfa9617bcf066" providerId="LiveId" clId="{CED4A83C-449D-4884-BBE3-D1C96CDA3770}" dt="2026-06-08T01:40:50.119" v="7390" actId="14100"/>
          <ac:spMkLst>
            <pc:docMk/>
            <pc:sldMk cId="3634123500" sldId="12841"/>
            <ac:spMk id="2" creationId="{A465E77E-8825-E875-135F-B444F54C5C22}"/>
          </ac:spMkLst>
        </pc:spChg>
        <pc:spChg chg="add mod">
          <ac:chgData name="hyung jun jo" userId="eecbfa9617bcf066" providerId="LiveId" clId="{CED4A83C-449D-4884-BBE3-D1C96CDA3770}" dt="2026-06-08T00:42:26.729" v="6395" actId="20577"/>
          <ac:spMkLst>
            <pc:docMk/>
            <pc:sldMk cId="3634123500" sldId="12841"/>
            <ac:spMk id="3" creationId="{566AFFF7-B462-C99F-7254-D0096B514F99}"/>
          </ac:spMkLst>
        </pc:spChg>
        <pc:spChg chg="add mod">
          <ac:chgData name="hyung jun jo" userId="eecbfa9617bcf066" providerId="LiveId" clId="{CED4A83C-449D-4884-BBE3-D1C96CDA3770}" dt="2026-06-08T00:34:51.591" v="6064" actId="207"/>
          <ac:spMkLst>
            <pc:docMk/>
            <pc:sldMk cId="3634123500" sldId="12841"/>
            <ac:spMk id="4" creationId="{482B114A-3F8D-E6F3-7F14-52E7F9087C26}"/>
          </ac:spMkLst>
        </pc:spChg>
        <pc:spChg chg="add del mod">
          <ac:chgData name="hyung jun jo" userId="eecbfa9617bcf066" providerId="LiveId" clId="{CED4A83C-449D-4884-BBE3-D1C96CDA3770}" dt="2026-06-07T10:18:06.189" v="5789" actId="478"/>
          <ac:spMkLst>
            <pc:docMk/>
            <pc:sldMk cId="3634123500" sldId="12841"/>
            <ac:spMk id="4" creationId="{6AB684EA-F44B-ED37-AD0D-D0C18402068E}"/>
          </ac:spMkLst>
        </pc:spChg>
        <pc:spChg chg="add mod">
          <ac:chgData name="hyung jun jo" userId="eecbfa9617bcf066" providerId="LiveId" clId="{CED4A83C-449D-4884-BBE3-D1C96CDA3770}" dt="2026-06-08T00:35:03.977" v="6072" actId="20577"/>
          <ac:spMkLst>
            <pc:docMk/>
            <pc:sldMk cId="3634123500" sldId="12841"/>
            <ac:spMk id="5" creationId="{92F5108D-34F0-A643-3C64-E63EB33DDFB7}"/>
          </ac:spMkLst>
        </pc:spChg>
        <pc:spChg chg="add del mod ord">
          <ac:chgData name="hyung jun jo" userId="eecbfa9617bcf066" providerId="LiveId" clId="{CED4A83C-449D-4884-BBE3-D1C96CDA3770}" dt="2026-06-07T10:20:36.227" v="5829" actId="478"/>
          <ac:spMkLst>
            <pc:docMk/>
            <pc:sldMk cId="3634123500" sldId="12841"/>
            <ac:spMk id="5" creationId="{E43EED62-3E33-EBAB-03D6-A7D2A912B77B}"/>
          </ac:spMkLst>
        </pc:spChg>
        <pc:spChg chg="add mod">
          <ac:chgData name="hyung jun jo" userId="eecbfa9617bcf066" providerId="LiveId" clId="{CED4A83C-449D-4884-BBE3-D1C96CDA3770}" dt="2026-06-08T01:40:50.119" v="7390" actId="14100"/>
          <ac:spMkLst>
            <pc:docMk/>
            <pc:sldMk cId="3634123500" sldId="12841"/>
            <ac:spMk id="6" creationId="{85739484-4A6C-C32C-BA1F-C6FC971598B0}"/>
          </ac:spMkLst>
        </pc:spChg>
        <pc:spChg chg="add mod">
          <ac:chgData name="hyung jun jo" userId="eecbfa9617bcf066" providerId="LiveId" clId="{CED4A83C-449D-4884-BBE3-D1C96CDA3770}" dt="2026-06-07T10:21:59.671" v="5927" actId="14100"/>
          <ac:spMkLst>
            <pc:docMk/>
            <pc:sldMk cId="3634123500" sldId="12841"/>
            <ac:spMk id="7" creationId="{DF8860F1-2C30-D7C8-69D1-23DB8280789D}"/>
          </ac:spMkLst>
        </pc:spChg>
        <pc:spChg chg="add mod">
          <ac:chgData name="hyung jun jo" userId="eecbfa9617bcf066" providerId="LiveId" clId="{CED4A83C-449D-4884-BBE3-D1C96CDA3770}" dt="2026-06-08T00:41:54.652" v="6390" actId="207"/>
          <ac:spMkLst>
            <pc:docMk/>
            <pc:sldMk cId="3634123500" sldId="12841"/>
            <ac:spMk id="8" creationId="{92DC01A4-D883-F34C-3B1D-6FB4878BC4D3}"/>
          </ac:spMkLst>
        </pc:spChg>
        <pc:spChg chg="add mod">
          <ac:chgData name="hyung jun jo" userId="eecbfa9617bcf066" providerId="LiveId" clId="{CED4A83C-449D-4884-BBE3-D1C96CDA3770}" dt="2026-06-08T00:41:54.652" v="6390" actId="207"/>
          <ac:spMkLst>
            <pc:docMk/>
            <pc:sldMk cId="3634123500" sldId="12841"/>
            <ac:spMk id="9" creationId="{ED873213-F4BD-4C94-265F-5BA8C9979C33}"/>
          </ac:spMkLst>
        </pc:spChg>
        <pc:spChg chg="add mod">
          <ac:chgData name="hyung jun jo" userId="eecbfa9617bcf066" providerId="LiveId" clId="{CED4A83C-449D-4884-BBE3-D1C96CDA3770}" dt="2026-06-07T10:21:48.367" v="5912" actId="20577"/>
          <ac:spMkLst>
            <pc:docMk/>
            <pc:sldMk cId="3634123500" sldId="12841"/>
            <ac:spMk id="10" creationId="{12FE4292-E5BD-00D3-8FEA-BD37D6D1C2DD}"/>
          </ac:spMkLst>
        </pc:spChg>
        <pc:spChg chg="add mod">
          <ac:chgData name="hyung jun jo" userId="eecbfa9617bcf066" providerId="LiveId" clId="{CED4A83C-449D-4884-BBE3-D1C96CDA3770}" dt="2026-06-08T00:42:28.965" v="6396" actId="20577"/>
          <ac:spMkLst>
            <pc:docMk/>
            <pc:sldMk cId="3634123500" sldId="12841"/>
            <ac:spMk id="11" creationId="{33271AFE-B0AC-1C30-A4DD-2A18C6D0BBE5}"/>
          </ac:spMkLst>
        </pc:spChg>
        <pc:spChg chg="add mod">
          <ac:chgData name="hyung jun jo" userId="eecbfa9617bcf066" providerId="LiveId" clId="{CED4A83C-449D-4884-BBE3-D1C96CDA3770}" dt="2026-06-08T00:38:50.509" v="6174" actId="21"/>
          <ac:spMkLst>
            <pc:docMk/>
            <pc:sldMk cId="3634123500" sldId="12841"/>
            <ac:spMk id="12" creationId="{57C20E0A-F7B1-5367-9139-A5D065B80F6D}"/>
          </ac:spMkLst>
        </pc:spChg>
        <pc:spChg chg="add mod">
          <ac:chgData name="hyung jun jo" userId="eecbfa9617bcf066" providerId="LiveId" clId="{CED4A83C-449D-4884-BBE3-D1C96CDA3770}" dt="2026-06-08T00:42:41.468" v="6398" actId="1076"/>
          <ac:spMkLst>
            <pc:docMk/>
            <pc:sldMk cId="3634123500" sldId="12841"/>
            <ac:spMk id="13" creationId="{D6453A8E-5F5D-BF05-37C6-B02B22C063EF}"/>
          </ac:spMkLst>
        </pc:spChg>
        <pc:spChg chg="add del mod">
          <ac:chgData name="hyung jun jo" userId="eecbfa9617bcf066" providerId="LiveId" clId="{CED4A83C-449D-4884-BBE3-D1C96CDA3770}" dt="2026-06-07T10:25:28.484" v="5968" actId="478"/>
          <ac:spMkLst>
            <pc:docMk/>
            <pc:sldMk cId="3634123500" sldId="12841"/>
            <ac:spMk id="14" creationId="{198F15F9-DD43-3FFC-8076-F9E091A7F154}"/>
          </ac:spMkLst>
        </pc:spChg>
        <pc:spChg chg="add mod">
          <ac:chgData name="hyung jun jo" userId="eecbfa9617bcf066" providerId="LiveId" clId="{CED4A83C-449D-4884-BBE3-D1C96CDA3770}" dt="2026-06-08T00:34:58.320" v="6069" actId="571"/>
          <ac:spMkLst>
            <pc:docMk/>
            <pc:sldMk cId="3634123500" sldId="12841"/>
            <ac:spMk id="14" creationId="{A71C2BAE-C482-F36A-18BE-61477F86D85E}"/>
          </ac:spMkLst>
        </pc:spChg>
        <pc:spChg chg="add mod">
          <ac:chgData name="hyung jun jo" userId="eecbfa9617bcf066" providerId="LiveId" clId="{CED4A83C-449D-4884-BBE3-D1C96CDA3770}" dt="2026-06-08T00:37:31.930" v="6128" actId="1076"/>
          <ac:spMkLst>
            <pc:docMk/>
            <pc:sldMk cId="3634123500" sldId="12841"/>
            <ac:spMk id="15" creationId="{87CBED03-4E47-B754-C0A6-928143F0ED63}"/>
          </ac:spMkLst>
        </pc:spChg>
        <pc:spChg chg="add mod">
          <ac:chgData name="hyung jun jo" userId="eecbfa9617bcf066" providerId="LiveId" clId="{CED4A83C-449D-4884-BBE3-D1C96CDA3770}" dt="2026-06-08T00:37:31.930" v="6128" actId="1076"/>
          <ac:spMkLst>
            <pc:docMk/>
            <pc:sldMk cId="3634123500" sldId="12841"/>
            <ac:spMk id="18" creationId="{3E6952FC-B44A-E2A2-A659-CD1315C1643E}"/>
          </ac:spMkLst>
        </pc:spChg>
        <pc:spChg chg="mod">
          <ac:chgData name="hyung jun jo" userId="eecbfa9617bcf066" providerId="LiveId" clId="{CED4A83C-449D-4884-BBE3-D1C96CDA3770}" dt="2026-06-07T10:25:49.478" v="5971"/>
          <ac:spMkLst>
            <pc:docMk/>
            <pc:sldMk cId="3634123500" sldId="12841"/>
            <ac:spMk id="21" creationId="{C2BE31BD-2249-FD3D-28FC-AB65485390B5}"/>
          </ac:spMkLst>
        </pc:spChg>
        <pc:spChg chg="mod">
          <ac:chgData name="hyung jun jo" userId="eecbfa9617bcf066" providerId="LiveId" clId="{CED4A83C-449D-4884-BBE3-D1C96CDA3770}" dt="2026-06-07T10:25:49.478" v="5971"/>
          <ac:spMkLst>
            <pc:docMk/>
            <pc:sldMk cId="3634123500" sldId="12841"/>
            <ac:spMk id="22" creationId="{528EDA04-61FF-44C8-D033-35A963D8A06A}"/>
          </ac:spMkLst>
        </pc:spChg>
        <pc:spChg chg="add mod">
          <ac:chgData name="hyung jun jo" userId="eecbfa9617bcf066" providerId="LiveId" clId="{CED4A83C-449D-4884-BBE3-D1C96CDA3770}" dt="2026-06-08T00:44:58.131" v="6403" actId="14100"/>
          <ac:spMkLst>
            <pc:docMk/>
            <pc:sldMk cId="3634123500" sldId="12841"/>
            <ac:spMk id="23" creationId="{6BBBADA3-7B2A-EFF8-F76E-A5D2B5C26605}"/>
          </ac:spMkLst>
        </pc:spChg>
        <pc:spChg chg="add mod">
          <ac:chgData name="hyung jun jo" userId="eecbfa9617bcf066" providerId="LiveId" clId="{CED4A83C-449D-4884-BBE3-D1C96CDA3770}" dt="2026-06-08T00:44:58.131" v="6403" actId="14100"/>
          <ac:spMkLst>
            <pc:docMk/>
            <pc:sldMk cId="3634123500" sldId="12841"/>
            <ac:spMk id="24" creationId="{1208D5AD-1336-C9C6-46DB-D641BD5B2ED6}"/>
          </ac:spMkLst>
        </pc:spChg>
        <pc:spChg chg="mod">
          <ac:chgData name="hyung jun jo" userId="eecbfa9617bcf066" providerId="LiveId" clId="{CED4A83C-449D-4884-BBE3-D1C96CDA3770}" dt="2026-06-07T10:26:39.508" v="5975" actId="571"/>
          <ac:spMkLst>
            <pc:docMk/>
            <pc:sldMk cId="3634123500" sldId="12841"/>
            <ac:spMk id="26" creationId="{E687FC49-0DAD-58C8-B40F-41483C9E1D56}"/>
          </ac:spMkLst>
        </pc:spChg>
        <pc:spChg chg="mod">
          <ac:chgData name="hyung jun jo" userId="eecbfa9617bcf066" providerId="LiveId" clId="{CED4A83C-449D-4884-BBE3-D1C96CDA3770}" dt="2026-06-07T10:26:39.508" v="5975" actId="571"/>
          <ac:spMkLst>
            <pc:docMk/>
            <pc:sldMk cId="3634123500" sldId="12841"/>
            <ac:spMk id="27" creationId="{8B9BA8B3-EB00-75DD-8918-454B8968508E}"/>
          </ac:spMkLst>
        </pc:spChg>
        <pc:spChg chg="add mod">
          <ac:chgData name="hyung jun jo" userId="eecbfa9617bcf066" providerId="LiveId" clId="{CED4A83C-449D-4884-BBE3-D1C96CDA3770}" dt="2026-06-08T00:34:58.320" v="6069" actId="571"/>
          <ac:spMkLst>
            <pc:docMk/>
            <pc:sldMk cId="3634123500" sldId="12841"/>
            <ac:spMk id="29" creationId="{44502582-3686-5E60-8D34-3FA54B2A9B15}"/>
          </ac:spMkLst>
        </pc:spChg>
        <pc:spChg chg="add mod">
          <ac:chgData name="hyung jun jo" userId="eecbfa9617bcf066" providerId="LiveId" clId="{CED4A83C-449D-4884-BBE3-D1C96CDA3770}" dt="2026-06-08T00:35:05.847" v="6075" actId="20577"/>
          <ac:spMkLst>
            <pc:docMk/>
            <pc:sldMk cId="3634123500" sldId="12841"/>
            <ac:spMk id="30" creationId="{47AEFBE2-32F7-52DC-D154-8075C54B57D8}"/>
          </ac:spMkLst>
        </pc:spChg>
        <pc:spChg chg="add mod">
          <ac:chgData name="hyung jun jo" userId="eecbfa9617bcf066" providerId="LiveId" clId="{CED4A83C-449D-4884-BBE3-D1C96CDA3770}" dt="2026-06-08T00:35:06.858" v="6076" actId="20577"/>
          <ac:spMkLst>
            <pc:docMk/>
            <pc:sldMk cId="3634123500" sldId="12841"/>
            <ac:spMk id="31" creationId="{B7DA287B-3F1E-07A5-090E-864581799883}"/>
          </ac:spMkLst>
        </pc:spChg>
        <pc:spChg chg="add del mod">
          <ac:chgData name="hyung jun jo" userId="eecbfa9617bcf066" providerId="LiveId" clId="{CED4A83C-449D-4884-BBE3-D1C96CDA3770}" dt="2026-06-08T00:42:21.382" v="6394" actId="478"/>
          <ac:spMkLst>
            <pc:docMk/>
            <pc:sldMk cId="3634123500" sldId="12841"/>
            <ac:spMk id="32" creationId="{54C22AA8-B3DC-C71A-588E-A0612D99352F}"/>
          </ac:spMkLst>
        </pc:spChg>
        <pc:spChg chg="add mod">
          <ac:chgData name="hyung jun jo" userId="eecbfa9617bcf066" providerId="LiveId" clId="{CED4A83C-449D-4884-BBE3-D1C96CDA3770}" dt="2026-06-08T00:42:37.241" v="6397" actId="571"/>
          <ac:spMkLst>
            <pc:docMk/>
            <pc:sldMk cId="3634123500" sldId="12841"/>
            <ac:spMk id="33" creationId="{FD02A342-4B2D-FC73-08FA-D32BD1440066}"/>
          </ac:spMkLst>
        </pc:spChg>
        <pc:spChg chg="add mod">
          <ac:chgData name="hyung jun jo" userId="eecbfa9617bcf066" providerId="LiveId" clId="{CED4A83C-449D-4884-BBE3-D1C96CDA3770}" dt="2026-06-08T00:42:37.241" v="6397" actId="571"/>
          <ac:spMkLst>
            <pc:docMk/>
            <pc:sldMk cId="3634123500" sldId="12841"/>
            <ac:spMk id="34" creationId="{ED6D5098-316E-0E44-D639-07AEBBE6BC25}"/>
          </ac:spMkLst>
        </pc:spChg>
        <pc:spChg chg="add mod">
          <ac:chgData name="hyung jun jo" userId="eecbfa9617bcf066" providerId="LiveId" clId="{CED4A83C-449D-4884-BBE3-D1C96CDA3770}" dt="2026-06-08T00:42:37.241" v="6397" actId="571"/>
          <ac:spMkLst>
            <pc:docMk/>
            <pc:sldMk cId="3634123500" sldId="12841"/>
            <ac:spMk id="35" creationId="{48E34F30-4565-2B71-D9EC-5B2D4DB8FE2D}"/>
          </ac:spMkLst>
        </pc:spChg>
        <pc:spChg chg="add mod">
          <ac:chgData name="hyung jun jo" userId="eecbfa9617bcf066" providerId="LiveId" clId="{CED4A83C-449D-4884-BBE3-D1C96CDA3770}" dt="2026-06-08T00:42:37.241" v="6397" actId="571"/>
          <ac:spMkLst>
            <pc:docMk/>
            <pc:sldMk cId="3634123500" sldId="12841"/>
            <ac:spMk id="36" creationId="{64E6D0B2-AB7C-E15E-73D5-B5CBBD27B1DF}"/>
          </ac:spMkLst>
        </pc:spChg>
        <pc:spChg chg="add del mod">
          <ac:chgData name="hyung jun jo" userId="eecbfa9617bcf066" providerId="LiveId" clId="{CED4A83C-449D-4884-BBE3-D1C96CDA3770}" dt="2026-06-08T01:40:46.567" v="7389" actId="478"/>
          <ac:spMkLst>
            <pc:docMk/>
            <pc:sldMk cId="3634123500" sldId="12841"/>
            <ac:spMk id="37" creationId="{42FDCAD2-A459-A78D-E7FF-3778FF454FF6}"/>
          </ac:spMkLst>
        </pc:spChg>
        <pc:grpChg chg="add mod">
          <ac:chgData name="hyung jun jo" userId="eecbfa9617bcf066" providerId="LiveId" clId="{CED4A83C-449D-4884-BBE3-D1C96CDA3770}" dt="2026-06-08T00:37:35.287" v="6129" actId="1076"/>
          <ac:grpSpMkLst>
            <pc:docMk/>
            <pc:sldMk cId="3634123500" sldId="12841"/>
            <ac:grpSpMk id="20" creationId="{20E51456-5828-836B-9420-CE1991A6A0E6}"/>
          </ac:grpSpMkLst>
        </pc:grpChg>
        <pc:grpChg chg="add mod">
          <ac:chgData name="hyung jun jo" userId="eecbfa9617bcf066" providerId="LiveId" clId="{CED4A83C-449D-4884-BBE3-D1C96CDA3770}" dt="2026-06-08T00:44:51.567" v="6399" actId="1076"/>
          <ac:grpSpMkLst>
            <pc:docMk/>
            <pc:sldMk cId="3634123500" sldId="12841"/>
            <ac:grpSpMk id="25" creationId="{69AF7E60-9D46-C88C-5827-4AB441A35FB2}"/>
          </ac:grpSpMkLst>
        </pc:grpChg>
        <pc:picChg chg="del">
          <ac:chgData name="hyung jun jo" userId="eecbfa9617bcf066" providerId="LiveId" clId="{CED4A83C-449D-4884-BBE3-D1C96CDA3770}" dt="2026-06-08T01:36:28.863" v="7358" actId="478"/>
          <ac:picMkLst>
            <pc:docMk/>
            <pc:sldMk cId="3634123500" sldId="12841"/>
            <ac:picMk id="28" creationId="{1A3F97D4-263B-7725-DC3C-0FDF5A4B7D1F}"/>
          </ac:picMkLst>
        </pc:picChg>
      </pc:sldChg>
      <pc:sldChg chg="add del setBg">
        <pc:chgData name="hyung jun jo" userId="eecbfa9617bcf066" providerId="LiveId" clId="{CED4A83C-449D-4884-BBE3-D1C96CDA3770}" dt="2026-06-07T09:00:47.550" v="5787" actId="47"/>
        <pc:sldMkLst>
          <pc:docMk/>
          <pc:sldMk cId="2394254591" sldId="12842"/>
        </pc:sldMkLst>
      </pc:sldChg>
      <pc:sldChg chg="add setBg modNotes">
        <pc:chgData name="hyung jun jo" userId="eecbfa9617bcf066" providerId="LiveId" clId="{CED4A83C-449D-4884-BBE3-D1C96CDA3770}" dt="2026-06-08T02:20:24.765" v="7435"/>
        <pc:sldMkLst>
          <pc:docMk/>
          <pc:sldMk cId="3259916255" sldId="12843"/>
        </pc:sldMkLst>
      </pc:sldChg>
      <pc:sldChg chg="add setBg modNotes">
        <pc:chgData name="hyung jun jo" userId="eecbfa9617bcf066" providerId="LiveId" clId="{CED4A83C-449D-4884-BBE3-D1C96CDA3770}" dt="2026-06-08T02:20:24.765" v="7435"/>
        <pc:sldMkLst>
          <pc:docMk/>
          <pc:sldMk cId="1351862677" sldId="12844"/>
        </pc:sldMkLst>
      </pc:sldChg>
      <pc:sldChg chg="add setBg modNotes">
        <pc:chgData name="hyung jun jo" userId="eecbfa9617bcf066" providerId="LiveId" clId="{CED4A83C-449D-4884-BBE3-D1C96CDA3770}" dt="2026-06-08T02:20:24.765" v="7435"/>
        <pc:sldMkLst>
          <pc:docMk/>
          <pc:sldMk cId="103961905" sldId="12845"/>
        </pc:sldMkLst>
      </pc:sldChg>
      <pc:sldChg chg="addSp delSp modSp add mod ord">
        <pc:chgData name="hyung jun jo" userId="eecbfa9617bcf066" providerId="LiveId" clId="{CED4A83C-449D-4884-BBE3-D1C96CDA3770}" dt="2026-06-08T01:39:45.290" v="7385"/>
        <pc:sldMkLst>
          <pc:docMk/>
          <pc:sldMk cId="2861326339" sldId="12846"/>
        </pc:sldMkLst>
        <pc:spChg chg="del">
          <ac:chgData name="hyung jun jo" userId="eecbfa9617bcf066" providerId="LiveId" clId="{CED4A83C-449D-4884-BBE3-D1C96CDA3770}" dt="2026-06-07T10:24:20.755" v="5934" actId="478"/>
          <ac:spMkLst>
            <pc:docMk/>
            <pc:sldMk cId="2861326339" sldId="12846"/>
            <ac:spMk id="2" creationId="{B1006D2A-9B21-5230-D9E3-56061EE1AE3F}"/>
          </ac:spMkLst>
        </pc:spChg>
        <pc:spChg chg="add del">
          <ac:chgData name="hyung jun jo" userId="eecbfa9617bcf066" providerId="LiveId" clId="{CED4A83C-449D-4884-BBE3-D1C96CDA3770}" dt="2026-06-08T00:52:28.732" v="6412" actId="22"/>
          <ac:spMkLst>
            <pc:docMk/>
            <pc:sldMk cId="2861326339" sldId="12846"/>
            <ac:spMk id="3" creationId="{ABE8E9DA-E71E-C34D-27C7-A8BE0A497B5B}"/>
          </ac:spMkLst>
        </pc:spChg>
        <pc:spChg chg="del">
          <ac:chgData name="hyung jun jo" userId="eecbfa9617bcf066" providerId="LiveId" clId="{CED4A83C-449D-4884-BBE3-D1C96CDA3770}" dt="2026-06-07T10:24:20.755" v="5934" actId="478"/>
          <ac:spMkLst>
            <pc:docMk/>
            <pc:sldMk cId="2861326339" sldId="12846"/>
            <ac:spMk id="3" creationId="{AF4C42F1-B500-418A-26DF-9D6B9DF55235}"/>
          </ac:spMkLst>
        </pc:spChg>
        <pc:spChg chg="add mod">
          <ac:chgData name="hyung jun jo" userId="eecbfa9617bcf066" providerId="LiveId" clId="{CED4A83C-449D-4884-BBE3-D1C96CDA3770}" dt="2026-06-08T01:39:45.290" v="7385"/>
          <ac:spMkLst>
            <pc:docMk/>
            <pc:sldMk cId="2861326339" sldId="12846"/>
            <ac:spMk id="4" creationId="{1B6AF886-33BB-CAB2-6A23-53C3CF5DE5EA}"/>
          </ac:spMkLst>
        </pc:spChg>
        <pc:spChg chg="del">
          <ac:chgData name="hyung jun jo" userId="eecbfa9617bcf066" providerId="LiveId" clId="{CED4A83C-449D-4884-BBE3-D1C96CDA3770}" dt="2026-06-07T10:24:20.755" v="5934" actId="478"/>
          <ac:spMkLst>
            <pc:docMk/>
            <pc:sldMk cId="2861326339" sldId="12846"/>
            <ac:spMk id="6" creationId="{BB5E7ACB-9917-54F6-71B0-D2A3F1EBD26F}"/>
          </ac:spMkLst>
        </pc:spChg>
        <pc:spChg chg="del">
          <ac:chgData name="hyung jun jo" userId="eecbfa9617bcf066" providerId="LiveId" clId="{CED4A83C-449D-4884-BBE3-D1C96CDA3770}" dt="2026-06-07T10:24:20.755" v="5934" actId="478"/>
          <ac:spMkLst>
            <pc:docMk/>
            <pc:sldMk cId="2861326339" sldId="12846"/>
            <ac:spMk id="7" creationId="{5EBF7018-F4E5-DDC4-0823-C74F3ED01567}"/>
          </ac:spMkLst>
        </pc:spChg>
        <pc:spChg chg="mod">
          <ac:chgData name="hyung jun jo" userId="eecbfa9617bcf066" providerId="LiveId" clId="{CED4A83C-449D-4884-BBE3-D1C96CDA3770}" dt="2026-06-08T00:57:22.934" v="6548"/>
          <ac:spMkLst>
            <pc:docMk/>
            <pc:sldMk cId="2861326339" sldId="12846"/>
            <ac:spMk id="8" creationId="{746B4F2C-8718-5CCE-A806-55C5134EE2EA}"/>
          </ac:spMkLst>
        </pc:spChg>
        <pc:spChg chg="del">
          <ac:chgData name="hyung jun jo" userId="eecbfa9617bcf066" providerId="LiveId" clId="{CED4A83C-449D-4884-BBE3-D1C96CDA3770}" dt="2026-06-07T10:24:20.755" v="5934" actId="478"/>
          <ac:spMkLst>
            <pc:docMk/>
            <pc:sldMk cId="2861326339" sldId="12846"/>
            <ac:spMk id="8" creationId="{CC1BA17E-4D3C-FB14-FF5D-17D29AC21C44}"/>
          </ac:spMkLst>
        </pc:spChg>
        <pc:spChg chg="del">
          <ac:chgData name="hyung jun jo" userId="eecbfa9617bcf066" providerId="LiveId" clId="{CED4A83C-449D-4884-BBE3-D1C96CDA3770}" dt="2026-06-07T10:24:20.755" v="5934" actId="478"/>
          <ac:spMkLst>
            <pc:docMk/>
            <pc:sldMk cId="2861326339" sldId="12846"/>
            <ac:spMk id="9" creationId="{806DD843-5DC2-80EF-5AD7-01475B578AC3}"/>
          </ac:spMkLst>
        </pc:spChg>
        <pc:spChg chg="mod">
          <ac:chgData name="hyung jun jo" userId="eecbfa9617bcf066" providerId="LiveId" clId="{CED4A83C-449D-4884-BBE3-D1C96CDA3770}" dt="2026-06-08T00:57:22.934" v="6548"/>
          <ac:spMkLst>
            <pc:docMk/>
            <pc:sldMk cId="2861326339" sldId="12846"/>
            <ac:spMk id="9" creationId="{B4A7F35F-4B5D-ECE8-609A-4A8EE946E640}"/>
          </ac:spMkLst>
        </pc:spChg>
        <pc:spChg chg="del">
          <ac:chgData name="hyung jun jo" userId="eecbfa9617bcf066" providerId="LiveId" clId="{CED4A83C-449D-4884-BBE3-D1C96CDA3770}" dt="2026-06-07T10:24:20.755" v="5934" actId="478"/>
          <ac:spMkLst>
            <pc:docMk/>
            <pc:sldMk cId="2861326339" sldId="12846"/>
            <ac:spMk id="10" creationId="{5B99240E-3826-9060-1273-41F9FCE93810}"/>
          </ac:spMkLst>
        </pc:spChg>
        <pc:spChg chg="add mod">
          <ac:chgData name="hyung jun jo" userId="eecbfa9617bcf066" providerId="LiveId" clId="{CED4A83C-449D-4884-BBE3-D1C96CDA3770}" dt="2026-06-08T01:00:09.104" v="6620" actId="207"/>
          <ac:spMkLst>
            <pc:docMk/>
            <pc:sldMk cId="2861326339" sldId="12846"/>
            <ac:spMk id="10" creationId="{5ED0F8D9-4912-DD6F-7377-8436FA952350}"/>
          </ac:spMkLst>
        </pc:spChg>
        <pc:spChg chg="add mod">
          <ac:chgData name="hyung jun jo" userId="eecbfa9617bcf066" providerId="LiveId" clId="{CED4A83C-449D-4884-BBE3-D1C96CDA3770}" dt="2026-06-08T01:12:02.749" v="6674" actId="1076"/>
          <ac:spMkLst>
            <pc:docMk/>
            <pc:sldMk cId="2861326339" sldId="12846"/>
            <ac:spMk id="11" creationId="{28DC52EF-F222-6B16-7AD4-C874A41429AF}"/>
          </ac:spMkLst>
        </pc:spChg>
        <pc:spChg chg="del">
          <ac:chgData name="hyung jun jo" userId="eecbfa9617bcf066" providerId="LiveId" clId="{CED4A83C-449D-4884-BBE3-D1C96CDA3770}" dt="2026-06-07T10:24:20.755" v="5934" actId="478"/>
          <ac:spMkLst>
            <pc:docMk/>
            <pc:sldMk cId="2861326339" sldId="12846"/>
            <ac:spMk id="11" creationId="{A5000339-DEEB-6CCD-534E-D5C12F072DA5}"/>
          </ac:spMkLst>
        </pc:spChg>
        <pc:spChg chg="del">
          <ac:chgData name="hyung jun jo" userId="eecbfa9617bcf066" providerId="LiveId" clId="{CED4A83C-449D-4884-BBE3-D1C96CDA3770}" dt="2026-06-07T10:24:20.755" v="5934" actId="478"/>
          <ac:spMkLst>
            <pc:docMk/>
            <pc:sldMk cId="2861326339" sldId="12846"/>
            <ac:spMk id="12" creationId="{7EAF170F-9336-7C1D-AE86-26067D515ABA}"/>
          </ac:spMkLst>
        </pc:spChg>
        <pc:spChg chg="add mod">
          <ac:chgData name="hyung jun jo" userId="eecbfa9617bcf066" providerId="LiveId" clId="{CED4A83C-449D-4884-BBE3-D1C96CDA3770}" dt="2026-06-08T01:39:14.618" v="7380" actId="404"/>
          <ac:spMkLst>
            <pc:docMk/>
            <pc:sldMk cId="2861326339" sldId="12846"/>
            <ac:spMk id="12" creationId="{AF84FA65-E45E-4444-498A-68ADC9BECFE7}"/>
          </ac:spMkLst>
        </pc:spChg>
        <pc:spChg chg="del">
          <ac:chgData name="hyung jun jo" userId="eecbfa9617bcf066" providerId="LiveId" clId="{CED4A83C-449D-4884-BBE3-D1C96CDA3770}" dt="2026-06-07T10:24:20.755" v="5934" actId="478"/>
          <ac:spMkLst>
            <pc:docMk/>
            <pc:sldMk cId="2861326339" sldId="12846"/>
            <ac:spMk id="13" creationId="{ACF0F435-3CDD-4D34-BB67-DF71FB505260}"/>
          </ac:spMkLst>
        </pc:spChg>
        <pc:spChg chg="mod">
          <ac:chgData name="hyung jun jo" userId="eecbfa9617bcf066" providerId="LiveId" clId="{CED4A83C-449D-4884-BBE3-D1C96CDA3770}" dt="2026-06-08T01:01:34.811" v="6631" actId="20577"/>
          <ac:spMkLst>
            <pc:docMk/>
            <pc:sldMk cId="2861326339" sldId="12846"/>
            <ac:spMk id="16" creationId="{84122D35-5E9B-F9C9-ED99-AFAE0172DB31}"/>
          </ac:spMkLst>
        </pc:spChg>
        <pc:spChg chg="mod">
          <ac:chgData name="hyung jun jo" userId="eecbfa9617bcf066" providerId="LiveId" clId="{CED4A83C-449D-4884-BBE3-D1C96CDA3770}" dt="2026-06-07T10:24:30.158" v="5953" actId="20577"/>
          <ac:spMkLst>
            <pc:docMk/>
            <pc:sldMk cId="2861326339" sldId="12846"/>
            <ac:spMk id="17" creationId="{05FE9170-DE12-7919-497B-463D3F7E9E33}"/>
          </ac:spMkLst>
        </pc:spChg>
        <pc:spChg chg="mod">
          <ac:chgData name="hyung jun jo" userId="eecbfa9617bcf066" providerId="LiveId" clId="{CED4A83C-449D-4884-BBE3-D1C96CDA3770}" dt="2026-06-07T10:24:25.898" v="5938" actId="20577"/>
          <ac:spMkLst>
            <pc:docMk/>
            <pc:sldMk cId="2861326339" sldId="12846"/>
            <ac:spMk id="19" creationId="{32E07B12-A40E-3533-4B1D-05999BF50CC9}"/>
          </ac:spMkLst>
        </pc:spChg>
        <pc:grpChg chg="add mod">
          <ac:chgData name="hyung jun jo" userId="eecbfa9617bcf066" providerId="LiveId" clId="{CED4A83C-449D-4884-BBE3-D1C96CDA3770}" dt="2026-06-08T00:57:24.955" v="6549" actId="1076"/>
          <ac:grpSpMkLst>
            <pc:docMk/>
            <pc:sldMk cId="2861326339" sldId="12846"/>
            <ac:grpSpMk id="7" creationId="{88F99BAF-1DF1-2516-22BC-1C1AE6793C2F}"/>
          </ac:grpSpMkLst>
        </pc:grpChg>
        <pc:graphicFrameChg chg="add del mod modGraphic">
          <ac:chgData name="hyung jun jo" userId="eecbfa9617bcf066" providerId="LiveId" clId="{CED4A83C-449D-4884-BBE3-D1C96CDA3770}" dt="2026-06-08T00:56:38.656" v="6520" actId="478"/>
          <ac:graphicFrameMkLst>
            <pc:docMk/>
            <pc:sldMk cId="2861326339" sldId="12846"/>
            <ac:graphicFrameMk id="5" creationId="{7451B0A9-CF3E-D756-0FEC-AAB381DF0B30}"/>
          </ac:graphicFrameMkLst>
        </pc:graphicFrameChg>
        <pc:graphicFrameChg chg="add mod modGraphic">
          <ac:chgData name="hyung jun jo" userId="eecbfa9617bcf066" providerId="LiveId" clId="{CED4A83C-449D-4884-BBE3-D1C96CDA3770}" dt="2026-06-08T00:57:15.645" v="6547" actId="14100"/>
          <ac:graphicFrameMkLst>
            <pc:docMk/>
            <pc:sldMk cId="2861326339" sldId="12846"/>
            <ac:graphicFrameMk id="6" creationId="{6B5CF8B0-E5CF-454E-EE6A-AFCE5C9E7812}"/>
          </ac:graphicFrameMkLst>
        </pc:graphicFrameChg>
        <pc:picChg chg="del">
          <ac:chgData name="hyung jun jo" userId="eecbfa9617bcf066" providerId="LiveId" clId="{CED4A83C-449D-4884-BBE3-D1C96CDA3770}" dt="2026-06-08T01:36:27.371" v="7357" actId="478"/>
          <ac:picMkLst>
            <pc:docMk/>
            <pc:sldMk cId="2861326339" sldId="12846"/>
            <ac:picMk id="28" creationId="{5484EF82-2D18-1249-CD26-27A4722698A9}"/>
          </ac:picMkLst>
        </pc:picChg>
      </pc:sldChg>
      <pc:sldChg chg="addSp delSp modSp add mod ord">
        <pc:chgData name="hyung jun jo" userId="eecbfa9617bcf066" providerId="LiveId" clId="{CED4A83C-449D-4884-BBE3-D1C96CDA3770}" dt="2026-06-08T01:38:17.580" v="7379" actId="1076"/>
        <pc:sldMkLst>
          <pc:docMk/>
          <pc:sldMk cId="2675704305" sldId="12847"/>
        </pc:sldMkLst>
        <pc:spChg chg="add mod">
          <ac:chgData name="hyung jun jo" userId="eecbfa9617bcf066" providerId="LiveId" clId="{CED4A83C-449D-4884-BBE3-D1C96CDA3770}" dt="2026-06-08T01:21:43.168" v="6823" actId="20577"/>
          <ac:spMkLst>
            <pc:docMk/>
            <pc:sldMk cId="2675704305" sldId="12847"/>
            <ac:spMk id="2" creationId="{25B3FF5F-8A08-A50B-E118-584FF80B9236}"/>
          </ac:spMkLst>
        </pc:spChg>
        <pc:spChg chg="add mod topLvl">
          <ac:chgData name="hyung jun jo" userId="eecbfa9617bcf066" providerId="LiveId" clId="{CED4A83C-449D-4884-BBE3-D1C96CDA3770}" dt="2026-06-08T01:30:39.535" v="7151" actId="164"/>
          <ac:spMkLst>
            <pc:docMk/>
            <pc:sldMk cId="2675704305" sldId="12847"/>
            <ac:spMk id="3" creationId="{A74B9251-DDE4-05E8-5DB1-990604671741}"/>
          </ac:spMkLst>
        </pc:spChg>
        <pc:spChg chg="add mod topLvl">
          <ac:chgData name="hyung jun jo" userId="eecbfa9617bcf066" providerId="LiveId" clId="{CED4A83C-449D-4884-BBE3-D1C96CDA3770}" dt="2026-06-08T01:31:14.566" v="7162" actId="164"/>
          <ac:spMkLst>
            <pc:docMk/>
            <pc:sldMk cId="2675704305" sldId="12847"/>
            <ac:spMk id="4" creationId="{B29E1982-7751-D307-7FBD-12C1973A1603}"/>
          </ac:spMkLst>
        </pc:spChg>
        <pc:spChg chg="add mod topLvl">
          <ac:chgData name="hyung jun jo" userId="eecbfa9617bcf066" providerId="LiveId" clId="{CED4A83C-449D-4884-BBE3-D1C96CDA3770}" dt="2026-06-08T01:31:07.481" v="7159" actId="164"/>
          <ac:spMkLst>
            <pc:docMk/>
            <pc:sldMk cId="2675704305" sldId="12847"/>
            <ac:spMk id="5" creationId="{5009AB9C-21FC-429C-F745-79D97AB2F73D}"/>
          </ac:spMkLst>
        </pc:spChg>
        <pc:spChg chg="add mod">
          <ac:chgData name="hyung jun jo" userId="eecbfa9617bcf066" providerId="LiveId" clId="{CED4A83C-449D-4884-BBE3-D1C96CDA3770}" dt="2026-06-08T01:36:41.202" v="7361" actId="1076"/>
          <ac:spMkLst>
            <pc:docMk/>
            <pc:sldMk cId="2675704305" sldId="12847"/>
            <ac:spMk id="8" creationId="{BB619B78-9BDD-04D3-8431-3ED1C5BE82A5}"/>
          </ac:spMkLst>
        </pc:spChg>
        <pc:spChg chg="add mod">
          <ac:chgData name="hyung jun jo" userId="eecbfa9617bcf066" providerId="LiveId" clId="{CED4A83C-449D-4884-BBE3-D1C96CDA3770}" dt="2026-06-08T01:33:37.739" v="7279" actId="20577"/>
          <ac:spMkLst>
            <pc:docMk/>
            <pc:sldMk cId="2675704305" sldId="12847"/>
            <ac:spMk id="9" creationId="{04024422-9377-3551-7FC9-25EA79F83872}"/>
          </ac:spMkLst>
        </pc:spChg>
        <pc:spChg chg="add mod">
          <ac:chgData name="hyung jun jo" userId="eecbfa9617bcf066" providerId="LiveId" clId="{CED4A83C-449D-4884-BBE3-D1C96CDA3770}" dt="2026-06-08T01:36:41.202" v="7361" actId="1076"/>
          <ac:spMkLst>
            <pc:docMk/>
            <pc:sldMk cId="2675704305" sldId="12847"/>
            <ac:spMk id="10" creationId="{59945CE8-4B85-0C27-3C7A-D9678216BB66}"/>
          </ac:spMkLst>
        </pc:spChg>
        <pc:spChg chg="add del mod">
          <ac:chgData name="hyung jun jo" userId="eecbfa9617bcf066" providerId="LiveId" clId="{CED4A83C-449D-4884-BBE3-D1C96CDA3770}" dt="2026-06-08T01:29:07.238" v="7124" actId="478"/>
          <ac:spMkLst>
            <pc:docMk/>
            <pc:sldMk cId="2675704305" sldId="12847"/>
            <ac:spMk id="11" creationId="{F9B249FE-3C99-472D-16DF-5E3B0464859D}"/>
          </ac:spMkLst>
        </pc:spChg>
        <pc:spChg chg="add mod">
          <ac:chgData name="hyung jun jo" userId="eecbfa9617bcf066" providerId="LiveId" clId="{CED4A83C-449D-4884-BBE3-D1C96CDA3770}" dt="2026-06-08T01:32:03.632" v="7191"/>
          <ac:spMkLst>
            <pc:docMk/>
            <pc:sldMk cId="2675704305" sldId="12847"/>
            <ac:spMk id="13" creationId="{FC4EDAD1-DD76-7ED5-A727-07D6F660A1B5}"/>
          </ac:spMkLst>
        </pc:spChg>
        <pc:spChg chg="add mod">
          <ac:chgData name="hyung jun jo" userId="eecbfa9617bcf066" providerId="LiveId" clId="{CED4A83C-449D-4884-BBE3-D1C96CDA3770}" dt="2026-06-08T01:22:49.137" v="6856"/>
          <ac:spMkLst>
            <pc:docMk/>
            <pc:sldMk cId="2675704305" sldId="12847"/>
            <ac:spMk id="14" creationId="{DFF40163-9A2C-CEAB-C192-7893399D39A0}"/>
          </ac:spMkLst>
        </pc:spChg>
        <pc:spChg chg="add mod">
          <ac:chgData name="hyung jun jo" userId="eecbfa9617bcf066" providerId="LiveId" clId="{CED4A83C-449D-4884-BBE3-D1C96CDA3770}" dt="2026-06-08T01:22:49.137" v="6856"/>
          <ac:spMkLst>
            <pc:docMk/>
            <pc:sldMk cId="2675704305" sldId="12847"/>
            <ac:spMk id="15" creationId="{3CCAF9EA-E1CD-63D7-5C5B-C9A96869F8C2}"/>
          </ac:spMkLst>
        </pc:spChg>
        <pc:spChg chg="mod">
          <ac:chgData name="hyung jun jo" userId="eecbfa9617bcf066" providerId="LiveId" clId="{CED4A83C-449D-4884-BBE3-D1C96CDA3770}" dt="2026-06-08T01:19:31.343" v="6790" actId="207"/>
          <ac:spMkLst>
            <pc:docMk/>
            <pc:sldMk cId="2675704305" sldId="12847"/>
            <ac:spMk id="16" creationId="{81858252-431A-48FF-C7DA-F595449ECAE7}"/>
          </ac:spMkLst>
        </pc:spChg>
        <pc:spChg chg="mod">
          <ac:chgData name="hyung jun jo" userId="eecbfa9617bcf066" providerId="LiveId" clId="{CED4A83C-449D-4884-BBE3-D1C96CDA3770}" dt="2026-06-07T10:28:04.887" v="6009" actId="20577"/>
          <ac:spMkLst>
            <pc:docMk/>
            <pc:sldMk cId="2675704305" sldId="12847"/>
            <ac:spMk id="17" creationId="{BF12FB9D-4BCE-86FC-1BA6-43034EE769CA}"/>
          </ac:spMkLst>
        </pc:spChg>
        <pc:spChg chg="add mod">
          <ac:chgData name="hyung jun jo" userId="eecbfa9617bcf066" providerId="LiveId" clId="{CED4A83C-449D-4884-BBE3-D1C96CDA3770}" dt="2026-06-08T01:22:49.137" v="6856"/>
          <ac:spMkLst>
            <pc:docMk/>
            <pc:sldMk cId="2675704305" sldId="12847"/>
            <ac:spMk id="18" creationId="{573B926A-90F9-7913-2388-89149F815D17}"/>
          </ac:spMkLst>
        </pc:spChg>
        <pc:spChg chg="mod">
          <ac:chgData name="hyung jun jo" userId="eecbfa9617bcf066" providerId="LiveId" clId="{CED4A83C-449D-4884-BBE3-D1C96CDA3770}" dt="2026-06-07T10:28:20.263" v="6012" actId="6549"/>
          <ac:spMkLst>
            <pc:docMk/>
            <pc:sldMk cId="2675704305" sldId="12847"/>
            <ac:spMk id="19" creationId="{50E402F4-6183-A783-6217-DCE11E94A2EB}"/>
          </ac:spMkLst>
        </pc:spChg>
        <pc:spChg chg="add mod">
          <ac:chgData name="hyung jun jo" userId="eecbfa9617bcf066" providerId="LiveId" clId="{CED4A83C-449D-4884-BBE3-D1C96CDA3770}" dt="2026-06-08T01:22:49.137" v="6856"/>
          <ac:spMkLst>
            <pc:docMk/>
            <pc:sldMk cId="2675704305" sldId="12847"/>
            <ac:spMk id="20" creationId="{60364740-BB06-926C-DC93-C21C69D3893F}"/>
          </ac:spMkLst>
        </pc:spChg>
        <pc:spChg chg="add mod">
          <ac:chgData name="hyung jun jo" userId="eecbfa9617bcf066" providerId="LiveId" clId="{CED4A83C-449D-4884-BBE3-D1C96CDA3770}" dt="2026-06-08T01:22:49.137" v="6856"/>
          <ac:spMkLst>
            <pc:docMk/>
            <pc:sldMk cId="2675704305" sldId="12847"/>
            <ac:spMk id="22" creationId="{0720C94B-6E1B-8C6F-EBF5-836D3731C94A}"/>
          </ac:spMkLst>
        </pc:spChg>
        <pc:spChg chg="add mod">
          <ac:chgData name="hyung jun jo" userId="eecbfa9617bcf066" providerId="LiveId" clId="{CED4A83C-449D-4884-BBE3-D1C96CDA3770}" dt="2026-06-08T01:36:41.202" v="7361" actId="1076"/>
          <ac:spMkLst>
            <pc:docMk/>
            <pc:sldMk cId="2675704305" sldId="12847"/>
            <ac:spMk id="23" creationId="{3CC955E5-DFC1-1174-2ABB-52D711FCB610}"/>
          </ac:spMkLst>
        </pc:spChg>
        <pc:spChg chg="add mod">
          <ac:chgData name="hyung jun jo" userId="eecbfa9617bcf066" providerId="LiveId" clId="{CED4A83C-449D-4884-BBE3-D1C96CDA3770}" dt="2026-06-08T01:24:03.877" v="6873" actId="571"/>
          <ac:spMkLst>
            <pc:docMk/>
            <pc:sldMk cId="2675704305" sldId="12847"/>
            <ac:spMk id="24" creationId="{6A8924DB-5957-17DC-74F5-C8A5F3B273F2}"/>
          </ac:spMkLst>
        </pc:spChg>
        <pc:spChg chg="add mod">
          <ac:chgData name="hyung jun jo" userId="eecbfa9617bcf066" providerId="LiveId" clId="{CED4A83C-449D-4884-BBE3-D1C96CDA3770}" dt="2026-06-08T01:24:03.877" v="6873" actId="571"/>
          <ac:spMkLst>
            <pc:docMk/>
            <pc:sldMk cId="2675704305" sldId="12847"/>
            <ac:spMk id="25" creationId="{889A5EBB-14E4-C4E8-2344-407C300EE6F0}"/>
          </ac:spMkLst>
        </pc:spChg>
        <pc:spChg chg="add mod">
          <ac:chgData name="hyung jun jo" userId="eecbfa9617bcf066" providerId="LiveId" clId="{CED4A83C-449D-4884-BBE3-D1C96CDA3770}" dt="2026-06-08T01:24:07.172" v="6875" actId="571"/>
          <ac:spMkLst>
            <pc:docMk/>
            <pc:sldMk cId="2675704305" sldId="12847"/>
            <ac:spMk id="26" creationId="{82C887DE-AC54-530D-3717-A2615126EAAF}"/>
          </ac:spMkLst>
        </pc:spChg>
        <pc:spChg chg="add mod">
          <ac:chgData name="hyung jun jo" userId="eecbfa9617bcf066" providerId="LiveId" clId="{CED4A83C-449D-4884-BBE3-D1C96CDA3770}" dt="2026-06-08T01:24:07.172" v="6875" actId="571"/>
          <ac:spMkLst>
            <pc:docMk/>
            <pc:sldMk cId="2675704305" sldId="12847"/>
            <ac:spMk id="27" creationId="{00BB7AB7-5733-BC81-118E-29F92C755CD7}"/>
          </ac:spMkLst>
        </pc:spChg>
        <pc:spChg chg="add mod">
          <ac:chgData name="hyung jun jo" userId="eecbfa9617bcf066" providerId="LiveId" clId="{CED4A83C-449D-4884-BBE3-D1C96CDA3770}" dt="2026-06-08T01:24:07.172" v="6875" actId="571"/>
          <ac:spMkLst>
            <pc:docMk/>
            <pc:sldMk cId="2675704305" sldId="12847"/>
            <ac:spMk id="29" creationId="{27094EEE-A2E0-D1EB-C5EE-164D27E64541}"/>
          </ac:spMkLst>
        </pc:spChg>
        <pc:spChg chg="add mod">
          <ac:chgData name="hyung jun jo" userId="eecbfa9617bcf066" providerId="LiveId" clId="{CED4A83C-449D-4884-BBE3-D1C96CDA3770}" dt="2026-06-08T01:24:07.172" v="6875" actId="571"/>
          <ac:spMkLst>
            <pc:docMk/>
            <pc:sldMk cId="2675704305" sldId="12847"/>
            <ac:spMk id="30" creationId="{C8E8A5DC-D1BC-3E8D-05A6-770751E07ACF}"/>
          </ac:spMkLst>
        </pc:spChg>
        <pc:spChg chg="add mod">
          <ac:chgData name="hyung jun jo" userId="eecbfa9617bcf066" providerId="LiveId" clId="{CED4A83C-449D-4884-BBE3-D1C96CDA3770}" dt="2026-06-08T01:24:07.172" v="6875" actId="571"/>
          <ac:spMkLst>
            <pc:docMk/>
            <pc:sldMk cId="2675704305" sldId="12847"/>
            <ac:spMk id="32" creationId="{E0DB31BF-E3EB-848E-17C8-1F7FD5A4FA75}"/>
          </ac:spMkLst>
        </pc:spChg>
        <pc:spChg chg="add mod">
          <ac:chgData name="hyung jun jo" userId="eecbfa9617bcf066" providerId="LiveId" clId="{CED4A83C-449D-4884-BBE3-D1C96CDA3770}" dt="2026-06-08T01:24:07.172" v="6875" actId="571"/>
          <ac:spMkLst>
            <pc:docMk/>
            <pc:sldMk cId="2675704305" sldId="12847"/>
            <ac:spMk id="33" creationId="{782AD286-50E4-5B58-5083-1877C47A0B42}"/>
          </ac:spMkLst>
        </pc:spChg>
        <pc:spChg chg="add mod">
          <ac:chgData name="hyung jun jo" userId="eecbfa9617bcf066" providerId="LiveId" clId="{CED4A83C-449D-4884-BBE3-D1C96CDA3770}" dt="2026-06-08T01:38:10.975" v="7374" actId="20577"/>
          <ac:spMkLst>
            <pc:docMk/>
            <pc:sldMk cId="2675704305" sldId="12847"/>
            <ac:spMk id="35" creationId="{71FE9542-FBF4-5C5F-D9BE-549BC45F7DB8}"/>
          </ac:spMkLst>
        </pc:spChg>
        <pc:spChg chg="add del mod">
          <ac:chgData name="hyung jun jo" userId="eecbfa9617bcf066" providerId="LiveId" clId="{CED4A83C-449D-4884-BBE3-D1C96CDA3770}" dt="2026-06-08T01:30:09.496" v="7142" actId="478"/>
          <ac:spMkLst>
            <pc:docMk/>
            <pc:sldMk cId="2675704305" sldId="12847"/>
            <ac:spMk id="37" creationId="{ACEA03CE-F675-FC30-6CB2-A984EB41382B}"/>
          </ac:spMkLst>
        </pc:spChg>
        <pc:spChg chg="add mod">
          <ac:chgData name="hyung jun jo" userId="eecbfa9617bcf066" providerId="LiveId" clId="{CED4A83C-449D-4884-BBE3-D1C96CDA3770}" dt="2026-06-08T01:36:41.202" v="7361" actId="1076"/>
          <ac:spMkLst>
            <pc:docMk/>
            <pc:sldMk cId="2675704305" sldId="12847"/>
            <ac:spMk id="45" creationId="{B3F6B2B2-E32C-9162-EDC5-9162946CF746}"/>
          </ac:spMkLst>
        </pc:spChg>
        <pc:spChg chg="add mod">
          <ac:chgData name="hyung jun jo" userId="eecbfa9617bcf066" providerId="LiveId" clId="{CED4A83C-449D-4884-BBE3-D1C96CDA3770}" dt="2026-06-08T01:33:22.572" v="7258" actId="20577"/>
          <ac:spMkLst>
            <pc:docMk/>
            <pc:sldMk cId="2675704305" sldId="12847"/>
            <ac:spMk id="46" creationId="{C188A483-C436-7A91-53C2-C83BCBB57320}"/>
          </ac:spMkLst>
        </pc:spChg>
        <pc:spChg chg="add mod">
          <ac:chgData name="hyung jun jo" userId="eecbfa9617bcf066" providerId="LiveId" clId="{CED4A83C-449D-4884-BBE3-D1C96CDA3770}" dt="2026-06-08T01:34:15.758" v="7282"/>
          <ac:spMkLst>
            <pc:docMk/>
            <pc:sldMk cId="2675704305" sldId="12847"/>
            <ac:spMk id="47" creationId="{EDBA69FB-6153-7330-66A6-16B2C298018A}"/>
          </ac:spMkLst>
        </pc:spChg>
        <pc:spChg chg="add mod">
          <ac:chgData name="hyung jun jo" userId="eecbfa9617bcf066" providerId="LiveId" clId="{CED4A83C-449D-4884-BBE3-D1C96CDA3770}" dt="2026-06-08T01:36:41.202" v="7361" actId="1076"/>
          <ac:spMkLst>
            <pc:docMk/>
            <pc:sldMk cId="2675704305" sldId="12847"/>
            <ac:spMk id="49" creationId="{69B70829-BA18-30B6-D364-6744484F4AAC}"/>
          </ac:spMkLst>
        </pc:spChg>
        <pc:spChg chg="add mod">
          <ac:chgData name="hyung jun jo" userId="eecbfa9617bcf066" providerId="LiveId" clId="{CED4A83C-449D-4884-BBE3-D1C96CDA3770}" dt="2026-06-08T01:36:41.202" v="7361" actId="1076"/>
          <ac:spMkLst>
            <pc:docMk/>
            <pc:sldMk cId="2675704305" sldId="12847"/>
            <ac:spMk id="50" creationId="{6E5A9469-B181-0D10-7423-D32536E1F212}"/>
          </ac:spMkLst>
        </pc:spChg>
        <pc:spChg chg="add mod">
          <ac:chgData name="hyung jun jo" userId="eecbfa9617bcf066" providerId="LiveId" clId="{CED4A83C-449D-4884-BBE3-D1C96CDA3770}" dt="2026-06-08T01:38:12.677" v="7376" actId="20577"/>
          <ac:spMkLst>
            <pc:docMk/>
            <pc:sldMk cId="2675704305" sldId="12847"/>
            <ac:spMk id="51" creationId="{9D72D50D-6F12-21F9-7C53-2A6B09A0B654}"/>
          </ac:spMkLst>
        </pc:spChg>
        <pc:spChg chg="add mod">
          <ac:chgData name="hyung jun jo" userId="eecbfa9617bcf066" providerId="LiveId" clId="{CED4A83C-449D-4884-BBE3-D1C96CDA3770}" dt="2026-06-08T01:36:41.202" v="7361" actId="1076"/>
          <ac:spMkLst>
            <pc:docMk/>
            <pc:sldMk cId="2675704305" sldId="12847"/>
            <ac:spMk id="52" creationId="{E02F9EC4-A5BE-B937-2D05-907D6F60D9CA}"/>
          </ac:spMkLst>
        </pc:spChg>
        <pc:spChg chg="add mod">
          <ac:chgData name="hyung jun jo" userId="eecbfa9617bcf066" providerId="LiveId" clId="{CED4A83C-449D-4884-BBE3-D1C96CDA3770}" dt="2026-06-08T01:37:33.912" v="7372"/>
          <ac:spMkLst>
            <pc:docMk/>
            <pc:sldMk cId="2675704305" sldId="12847"/>
            <ac:spMk id="53" creationId="{0A819B5D-32A2-0605-F114-8A3A08370B98}"/>
          </ac:spMkLst>
        </pc:spChg>
        <pc:spChg chg="add mod">
          <ac:chgData name="hyung jun jo" userId="eecbfa9617bcf066" providerId="LiveId" clId="{CED4A83C-449D-4884-BBE3-D1C96CDA3770}" dt="2026-06-08T01:34:24.224" v="7285"/>
          <ac:spMkLst>
            <pc:docMk/>
            <pc:sldMk cId="2675704305" sldId="12847"/>
            <ac:spMk id="54" creationId="{39C09A94-3D43-30B9-9B59-ACF5059A4158}"/>
          </ac:spMkLst>
        </pc:spChg>
        <pc:spChg chg="add mod">
          <ac:chgData name="hyung jun jo" userId="eecbfa9617bcf066" providerId="LiveId" clId="{CED4A83C-449D-4884-BBE3-D1C96CDA3770}" dt="2026-06-08T01:36:03.464" v="7349"/>
          <ac:spMkLst>
            <pc:docMk/>
            <pc:sldMk cId="2675704305" sldId="12847"/>
            <ac:spMk id="56" creationId="{1D9F9444-E543-317B-BF39-2A85E9AC4318}"/>
          </ac:spMkLst>
        </pc:spChg>
        <pc:spChg chg="add mod">
          <ac:chgData name="hyung jun jo" userId="eecbfa9617bcf066" providerId="LiveId" clId="{CED4A83C-449D-4884-BBE3-D1C96CDA3770}" dt="2026-06-08T01:36:41.202" v="7361" actId="1076"/>
          <ac:spMkLst>
            <pc:docMk/>
            <pc:sldMk cId="2675704305" sldId="12847"/>
            <ac:spMk id="57" creationId="{66B128CA-7589-BE91-865D-CA4A62A9945B}"/>
          </ac:spMkLst>
        </pc:spChg>
        <pc:spChg chg="add mod">
          <ac:chgData name="hyung jun jo" userId="eecbfa9617bcf066" providerId="LiveId" clId="{CED4A83C-449D-4884-BBE3-D1C96CDA3770}" dt="2026-06-08T01:38:13.867" v="7378" actId="20577"/>
          <ac:spMkLst>
            <pc:docMk/>
            <pc:sldMk cId="2675704305" sldId="12847"/>
            <ac:spMk id="58" creationId="{C11A680D-D734-9474-47D0-6FFCF46B0C9F}"/>
          </ac:spMkLst>
        </pc:spChg>
        <pc:spChg chg="add mod">
          <ac:chgData name="hyung jun jo" userId="eecbfa9617bcf066" providerId="LiveId" clId="{CED4A83C-449D-4884-BBE3-D1C96CDA3770}" dt="2026-06-08T01:38:17.580" v="7379" actId="1076"/>
          <ac:spMkLst>
            <pc:docMk/>
            <pc:sldMk cId="2675704305" sldId="12847"/>
            <ac:spMk id="60" creationId="{1E302681-4F79-B42B-D34E-833D81AF3AA8}"/>
          </ac:spMkLst>
        </pc:spChg>
        <pc:spChg chg="add mod">
          <ac:chgData name="hyung jun jo" userId="eecbfa9617bcf066" providerId="LiveId" clId="{CED4A83C-449D-4884-BBE3-D1C96CDA3770}" dt="2026-06-08T01:38:17.580" v="7379" actId="1076"/>
          <ac:spMkLst>
            <pc:docMk/>
            <pc:sldMk cId="2675704305" sldId="12847"/>
            <ac:spMk id="61" creationId="{EC4BA1D6-8312-2A67-AEBD-3D4E6A7CD7CC}"/>
          </ac:spMkLst>
        </pc:spChg>
        <pc:spChg chg="add mod">
          <ac:chgData name="hyung jun jo" userId="eecbfa9617bcf066" providerId="LiveId" clId="{CED4A83C-449D-4884-BBE3-D1C96CDA3770}" dt="2026-06-08T01:38:17.580" v="7379" actId="1076"/>
          <ac:spMkLst>
            <pc:docMk/>
            <pc:sldMk cId="2675704305" sldId="12847"/>
            <ac:spMk id="62" creationId="{0C7F932F-79BE-6639-4C50-9E5429E37B64}"/>
          </ac:spMkLst>
        </pc:spChg>
        <pc:spChg chg="mod">
          <ac:chgData name="hyung jun jo" userId="eecbfa9617bcf066" providerId="LiveId" clId="{CED4A83C-449D-4884-BBE3-D1C96CDA3770}" dt="2026-06-08T01:36:15.556" v="7350"/>
          <ac:spMkLst>
            <pc:docMk/>
            <pc:sldMk cId="2675704305" sldId="12847"/>
            <ac:spMk id="64" creationId="{D872874B-FCC2-DAE1-7F0F-8DD0B08DEFB0}"/>
          </ac:spMkLst>
        </pc:spChg>
        <pc:spChg chg="mod">
          <ac:chgData name="hyung jun jo" userId="eecbfa9617bcf066" providerId="LiveId" clId="{CED4A83C-449D-4884-BBE3-D1C96CDA3770}" dt="2026-06-08T01:36:15.556" v="7350"/>
          <ac:spMkLst>
            <pc:docMk/>
            <pc:sldMk cId="2675704305" sldId="12847"/>
            <ac:spMk id="65" creationId="{A200CDE3-1C2E-1E57-1EF9-97D0181EBA9E}"/>
          </ac:spMkLst>
        </pc:spChg>
        <pc:spChg chg="mod">
          <ac:chgData name="hyung jun jo" userId="eecbfa9617bcf066" providerId="LiveId" clId="{CED4A83C-449D-4884-BBE3-D1C96CDA3770}" dt="2026-06-08T01:36:19.195" v="7352" actId="571"/>
          <ac:spMkLst>
            <pc:docMk/>
            <pc:sldMk cId="2675704305" sldId="12847"/>
            <ac:spMk id="67" creationId="{4AB543EC-CE31-B977-E537-848C4DA87C68}"/>
          </ac:spMkLst>
        </pc:spChg>
        <pc:spChg chg="mod">
          <ac:chgData name="hyung jun jo" userId="eecbfa9617bcf066" providerId="LiveId" clId="{CED4A83C-449D-4884-BBE3-D1C96CDA3770}" dt="2026-06-08T01:36:19.195" v="7352" actId="571"/>
          <ac:spMkLst>
            <pc:docMk/>
            <pc:sldMk cId="2675704305" sldId="12847"/>
            <ac:spMk id="68" creationId="{6E72C48B-C962-CA70-B603-7679C3285802}"/>
          </ac:spMkLst>
        </pc:spChg>
        <pc:grpChg chg="add del mod">
          <ac:chgData name="hyung jun jo" userId="eecbfa9617bcf066" providerId="LiveId" clId="{CED4A83C-449D-4884-BBE3-D1C96CDA3770}" dt="2026-06-08T01:13:06.567" v="6682" actId="165"/>
          <ac:grpSpMkLst>
            <pc:docMk/>
            <pc:sldMk cId="2675704305" sldId="12847"/>
            <ac:grpSpMk id="6" creationId="{F5F47227-37EF-53B8-D268-4350277B3F74}"/>
          </ac:grpSpMkLst>
        </pc:grpChg>
        <pc:grpChg chg="add del mod">
          <ac:chgData name="hyung jun jo" userId="eecbfa9617bcf066" providerId="LiveId" clId="{CED4A83C-449D-4884-BBE3-D1C96CDA3770}" dt="2026-06-08T01:30:12.601" v="7144" actId="165"/>
          <ac:grpSpMkLst>
            <pc:docMk/>
            <pc:sldMk cId="2675704305" sldId="12847"/>
            <ac:grpSpMk id="7" creationId="{A42D9027-28FC-0DDE-C72E-2025C9390586}"/>
          </ac:grpSpMkLst>
        </pc:grpChg>
        <pc:grpChg chg="add mod ord">
          <ac:chgData name="hyung jun jo" userId="eecbfa9617bcf066" providerId="LiveId" clId="{CED4A83C-449D-4884-BBE3-D1C96CDA3770}" dt="2026-06-08T01:31:18.969" v="7164" actId="164"/>
          <ac:grpSpMkLst>
            <pc:docMk/>
            <pc:sldMk cId="2675704305" sldId="12847"/>
            <ac:grpSpMk id="39" creationId="{74FC3A30-B676-679C-11B9-16FE41865D6D}"/>
          </ac:grpSpMkLst>
        </pc:grpChg>
        <pc:grpChg chg="add mod">
          <ac:chgData name="hyung jun jo" userId="eecbfa9617bcf066" providerId="LiveId" clId="{CED4A83C-449D-4884-BBE3-D1C96CDA3770}" dt="2026-06-08T01:31:18.969" v="7164" actId="164"/>
          <ac:grpSpMkLst>
            <pc:docMk/>
            <pc:sldMk cId="2675704305" sldId="12847"/>
            <ac:grpSpMk id="42" creationId="{2A4CF5D0-F516-CD1C-B8E6-1731B78E400D}"/>
          </ac:grpSpMkLst>
        </pc:grpChg>
        <pc:grpChg chg="add mod">
          <ac:chgData name="hyung jun jo" userId="eecbfa9617bcf066" providerId="LiveId" clId="{CED4A83C-449D-4884-BBE3-D1C96CDA3770}" dt="2026-06-08T01:31:18.969" v="7164" actId="164"/>
          <ac:grpSpMkLst>
            <pc:docMk/>
            <pc:sldMk cId="2675704305" sldId="12847"/>
            <ac:grpSpMk id="43" creationId="{3B1518D1-9A93-F6CD-8EBC-3DDCD4554210}"/>
          </ac:grpSpMkLst>
        </pc:grpChg>
        <pc:grpChg chg="add mod ord">
          <ac:chgData name="hyung jun jo" userId="eecbfa9617bcf066" providerId="LiveId" clId="{CED4A83C-449D-4884-BBE3-D1C96CDA3770}" dt="2026-06-08T01:31:22.978" v="7166" actId="167"/>
          <ac:grpSpMkLst>
            <pc:docMk/>
            <pc:sldMk cId="2675704305" sldId="12847"/>
            <ac:grpSpMk id="44" creationId="{FA32F9A4-4FA1-DA55-0E2F-7D0FD03E889F}"/>
          </ac:grpSpMkLst>
        </pc:grpChg>
        <pc:grpChg chg="add mod">
          <ac:chgData name="hyung jun jo" userId="eecbfa9617bcf066" providerId="LiveId" clId="{CED4A83C-449D-4884-BBE3-D1C96CDA3770}" dt="2026-06-08T01:36:18.168" v="7351" actId="1076"/>
          <ac:grpSpMkLst>
            <pc:docMk/>
            <pc:sldMk cId="2675704305" sldId="12847"/>
            <ac:grpSpMk id="63" creationId="{FD13E88D-4ED1-2C72-3FC8-7D8B3E308116}"/>
          </ac:grpSpMkLst>
        </pc:grpChg>
        <pc:grpChg chg="add mod">
          <ac:chgData name="hyung jun jo" userId="eecbfa9617bcf066" providerId="LiveId" clId="{CED4A83C-449D-4884-BBE3-D1C96CDA3770}" dt="2026-06-08T01:36:19.195" v="7352" actId="571"/>
          <ac:grpSpMkLst>
            <pc:docMk/>
            <pc:sldMk cId="2675704305" sldId="12847"/>
            <ac:grpSpMk id="66" creationId="{258A11D5-7E59-FAFB-DE0F-0B7E54992FFC}"/>
          </ac:grpSpMkLst>
        </pc:grpChg>
        <pc:picChg chg="del">
          <ac:chgData name="hyung jun jo" userId="eecbfa9617bcf066" providerId="LiveId" clId="{CED4A83C-449D-4884-BBE3-D1C96CDA3770}" dt="2026-06-08T01:36:26.358" v="7356" actId="478"/>
          <ac:picMkLst>
            <pc:docMk/>
            <pc:sldMk cId="2675704305" sldId="12847"/>
            <ac:picMk id="28" creationId="{BE847499-B804-D56D-539C-24DD30410029}"/>
          </ac:picMkLst>
        </pc:picChg>
        <pc:picChg chg="add mod">
          <ac:chgData name="hyung jun jo" userId="eecbfa9617bcf066" providerId="LiveId" clId="{CED4A83C-449D-4884-BBE3-D1C96CDA3770}" dt="2026-06-08T01:36:24.355" v="7355" actId="1076"/>
          <ac:picMkLst>
            <pc:docMk/>
            <pc:sldMk cId="2675704305" sldId="12847"/>
            <ac:picMk id="34" creationId="{F6E35627-606C-F059-6200-83435C326529}"/>
          </ac:picMkLst>
        </pc:picChg>
        <pc:picChg chg="add mod">
          <ac:chgData name="hyung jun jo" userId="eecbfa9617bcf066" providerId="LiveId" clId="{CED4A83C-449D-4884-BBE3-D1C96CDA3770}" dt="2026-06-08T01:29:41.496" v="7132" actId="1076"/>
          <ac:picMkLst>
            <pc:docMk/>
            <pc:sldMk cId="2675704305" sldId="12847"/>
            <ac:picMk id="36" creationId="{D9A7B56E-50BA-B82B-7F3B-896FD88118A9}"/>
          </ac:picMkLst>
        </pc:picChg>
        <pc:picChg chg="add mod">
          <ac:chgData name="hyung jun jo" userId="eecbfa9617bcf066" providerId="LiveId" clId="{CED4A83C-449D-4884-BBE3-D1C96CDA3770}" dt="2026-06-08T01:30:39.535" v="7151" actId="164"/>
          <ac:picMkLst>
            <pc:docMk/>
            <pc:sldMk cId="2675704305" sldId="12847"/>
            <ac:picMk id="38" creationId="{184B6A69-7E3F-C803-D04A-D1B8092CB4AA}"/>
          </ac:picMkLst>
        </pc:picChg>
        <pc:picChg chg="add mod">
          <ac:chgData name="hyung jun jo" userId="eecbfa9617bcf066" providerId="LiveId" clId="{CED4A83C-449D-4884-BBE3-D1C96CDA3770}" dt="2026-06-08T01:31:14.566" v="7162" actId="164"/>
          <ac:picMkLst>
            <pc:docMk/>
            <pc:sldMk cId="2675704305" sldId="12847"/>
            <ac:picMk id="40" creationId="{8B777E38-5258-A695-B712-0EBB3A73379B}"/>
          </ac:picMkLst>
        </pc:picChg>
        <pc:picChg chg="add mod">
          <ac:chgData name="hyung jun jo" userId="eecbfa9617bcf066" providerId="LiveId" clId="{CED4A83C-449D-4884-BBE3-D1C96CDA3770}" dt="2026-06-08T01:31:07.481" v="7159" actId="164"/>
          <ac:picMkLst>
            <pc:docMk/>
            <pc:sldMk cId="2675704305" sldId="12847"/>
            <ac:picMk id="41" creationId="{E25EB4DF-B31C-70B2-9E21-E84B73B91E64}"/>
          </ac:picMkLst>
        </pc:picChg>
        <pc:cxnChg chg="add mod">
          <ac:chgData name="hyung jun jo" userId="eecbfa9617bcf066" providerId="LiveId" clId="{CED4A83C-449D-4884-BBE3-D1C96CDA3770}" dt="2026-06-08T01:31:48.631" v="7188" actId="1036"/>
          <ac:cxnSpMkLst>
            <pc:docMk/>
            <pc:sldMk cId="2675704305" sldId="12847"/>
            <ac:cxnSpMk id="12" creationId="{853A9C22-E99E-D6D0-1C74-1BC7769BB174}"/>
          </ac:cxnSpMkLst>
        </pc:cxnChg>
        <pc:cxnChg chg="add mod">
          <ac:chgData name="hyung jun jo" userId="eecbfa9617bcf066" providerId="LiveId" clId="{CED4A83C-449D-4884-BBE3-D1C96CDA3770}" dt="2026-06-08T01:22:49.137" v="6856"/>
          <ac:cxnSpMkLst>
            <pc:docMk/>
            <pc:sldMk cId="2675704305" sldId="12847"/>
            <ac:cxnSpMk id="21" creationId="{70ABE297-D15E-C75E-24C7-CD4749811A38}"/>
          </ac:cxnSpMkLst>
        </pc:cxnChg>
        <pc:cxnChg chg="add mod">
          <ac:chgData name="hyung jun jo" userId="eecbfa9617bcf066" providerId="LiveId" clId="{CED4A83C-449D-4884-BBE3-D1C96CDA3770}" dt="2026-06-08T01:24:07.172" v="6875" actId="571"/>
          <ac:cxnSpMkLst>
            <pc:docMk/>
            <pc:sldMk cId="2675704305" sldId="12847"/>
            <ac:cxnSpMk id="31" creationId="{E48EEF8E-70A9-38E9-BB8C-B49F4B2BD36F}"/>
          </ac:cxnSpMkLst>
        </pc:cxnChg>
        <pc:cxnChg chg="add mod">
          <ac:chgData name="hyung jun jo" userId="eecbfa9617bcf066" providerId="LiveId" clId="{CED4A83C-449D-4884-BBE3-D1C96CDA3770}" dt="2026-06-08T01:32:10.932" v="7192" actId="571"/>
          <ac:cxnSpMkLst>
            <pc:docMk/>
            <pc:sldMk cId="2675704305" sldId="12847"/>
            <ac:cxnSpMk id="48" creationId="{6087A004-6454-CEC0-F09B-20CFB2958382}"/>
          </ac:cxnSpMkLst>
        </pc:cxnChg>
        <pc:cxnChg chg="add mod">
          <ac:chgData name="hyung jun jo" userId="eecbfa9617bcf066" providerId="LiveId" clId="{CED4A83C-449D-4884-BBE3-D1C96CDA3770}" dt="2026-06-08T01:32:19.008" v="7198" actId="1037"/>
          <ac:cxnSpMkLst>
            <pc:docMk/>
            <pc:sldMk cId="2675704305" sldId="12847"/>
            <ac:cxnSpMk id="55" creationId="{054C8314-A7D1-0A2B-558F-28BA733BF68E}"/>
          </ac:cxnSpMkLst>
        </pc:cxnChg>
      </pc:sldChg>
      <pc:sldChg chg="addSp delSp modSp add mod modClrScheme chgLayout">
        <pc:chgData name="hyung jun jo" userId="eecbfa9617bcf066" providerId="LiveId" clId="{CED4A83C-449D-4884-BBE3-D1C96CDA3770}" dt="2026-06-08T02:15:50.120" v="7434" actId="14100"/>
        <pc:sldMkLst>
          <pc:docMk/>
          <pc:sldMk cId="3237908880" sldId="12848"/>
        </pc:sldMkLst>
        <pc:spChg chg="add mod">
          <ac:chgData name="hyung jun jo" userId="eecbfa9617bcf066" providerId="LiveId" clId="{CED4A83C-449D-4884-BBE3-D1C96CDA3770}" dt="2026-06-08T02:11:30.615" v="7408" actId="1076"/>
          <ac:spMkLst>
            <pc:docMk/>
            <pc:sldMk cId="3237908880" sldId="12848"/>
            <ac:spMk id="2" creationId="{CB28C9E8-5404-3D5B-CC4A-DA29409774D3}"/>
          </ac:spMkLst>
        </pc:spChg>
        <pc:spChg chg="add mod">
          <ac:chgData name="hyung jun jo" userId="eecbfa9617bcf066" providerId="LiveId" clId="{CED4A83C-449D-4884-BBE3-D1C96CDA3770}" dt="2026-06-08T02:11:50.529" v="7413" actId="1076"/>
          <ac:spMkLst>
            <pc:docMk/>
            <pc:sldMk cId="3237908880" sldId="12848"/>
            <ac:spMk id="3" creationId="{523F3D57-370E-8022-0EA6-6ED429EFC1BB}"/>
          </ac:spMkLst>
        </pc:spChg>
        <pc:spChg chg="add mod">
          <ac:chgData name="hyung jun jo" userId="eecbfa9617bcf066" providerId="LiveId" clId="{CED4A83C-449D-4884-BBE3-D1C96CDA3770}" dt="2026-06-08T02:11:52.523" v="7414" actId="1076"/>
          <ac:spMkLst>
            <pc:docMk/>
            <pc:sldMk cId="3237908880" sldId="12848"/>
            <ac:spMk id="4" creationId="{EA945D1E-138D-A02E-BC10-E9238641F742}"/>
          </ac:spMkLst>
        </pc:spChg>
        <pc:spChg chg="add del mod">
          <ac:chgData name="hyung jun jo" userId="eecbfa9617bcf066" providerId="LiveId" clId="{CED4A83C-449D-4884-BBE3-D1C96CDA3770}" dt="2026-06-08T02:11:27.034" v="7406" actId="478"/>
          <ac:spMkLst>
            <pc:docMk/>
            <pc:sldMk cId="3237908880" sldId="12848"/>
            <ac:spMk id="5" creationId="{732E8C84-1DCD-17B5-53D8-CAC31E13857B}"/>
          </ac:spMkLst>
        </pc:spChg>
        <pc:spChg chg="add del mod">
          <ac:chgData name="hyung jun jo" userId="eecbfa9617bcf066" providerId="LiveId" clId="{CED4A83C-449D-4884-BBE3-D1C96CDA3770}" dt="2026-06-08T02:11:33.891" v="7409" actId="478"/>
          <ac:spMkLst>
            <pc:docMk/>
            <pc:sldMk cId="3237908880" sldId="12848"/>
            <ac:spMk id="6" creationId="{4723FF35-6198-17CB-B565-3851157B2CC6}"/>
          </ac:spMkLst>
        </pc:spChg>
        <pc:spChg chg="add del mod">
          <ac:chgData name="hyung jun jo" userId="eecbfa9617bcf066" providerId="LiveId" clId="{CED4A83C-449D-4884-BBE3-D1C96CDA3770}" dt="2026-06-08T02:11:28.706" v="7407" actId="478"/>
          <ac:spMkLst>
            <pc:docMk/>
            <pc:sldMk cId="3237908880" sldId="12848"/>
            <ac:spMk id="8" creationId="{8CD854D4-A38F-65A0-895E-658C41FCE865}"/>
          </ac:spMkLst>
        </pc:spChg>
        <pc:spChg chg="add del mod ord">
          <ac:chgData name="hyung jun jo" userId="eecbfa9617bcf066" providerId="LiveId" clId="{CED4A83C-449D-4884-BBE3-D1C96CDA3770}" dt="2026-06-08T02:14:33.407" v="7416" actId="700"/>
          <ac:spMkLst>
            <pc:docMk/>
            <pc:sldMk cId="3237908880" sldId="12848"/>
            <ac:spMk id="9" creationId="{24769AB0-9331-C4B8-CB27-86A9530F0B1B}"/>
          </ac:spMkLst>
        </pc:spChg>
        <pc:spChg chg="add del mod ord">
          <ac:chgData name="hyung jun jo" userId="eecbfa9617bcf066" providerId="LiveId" clId="{CED4A83C-449D-4884-BBE3-D1C96CDA3770}" dt="2026-06-08T02:14:33.407" v="7416" actId="700"/>
          <ac:spMkLst>
            <pc:docMk/>
            <pc:sldMk cId="3237908880" sldId="12848"/>
            <ac:spMk id="10" creationId="{8A4BF5CE-568E-25F4-82F9-DF384642972F}"/>
          </ac:spMkLst>
        </pc:spChg>
        <pc:spChg chg="add del mod ord">
          <ac:chgData name="hyung jun jo" userId="eecbfa9617bcf066" providerId="LiveId" clId="{CED4A83C-449D-4884-BBE3-D1C96CDA3770}" dt="2026-06-08T02:14:36.617" v="7417" actId="700"/>
          <ac:spMkLst>
            <pc:docMk/>
            <pc:sldMk cId="3237908880" sldId="12848"/>
            <ac:spMk id="11" creationId="{3E7B4358-AAEE-20D1-093A-B8D24F7D1100}"/>
          </ac:spMkLst>
        </pc:spChg>
        <pc:spChg chg="add del mod ord">
          <ac:chgData name="hyung jun jo" userId="eecbfa9617bcf066" providerId="LiveId" clId="{CED4A83C-449D-4884-BBE3-D1C96CDA3770}" dt="2026-06-08T02:14:36.617" v="7417" actId="700"/>
          <ac:spMkLst>
            <pc:docMk/>
            <pc:sldMk cId="3237908880" sldId="12848"/>
            <ac:spMk id="12" creationId="{586C658B-B652-DE71-DA15-4E57385A66E4}"/>
          </ac:spMkLst>
        </pc:spChg>
        <pc:spChg chg="add del mod ord">
          <ac:chgData name="hyung jun jo" userId="eecbfa9617bcf066" providerId="LiveId" clId="{CED4A83C-449D-4884-BBE3-D1C96CDA3770}" dt="2026-06-08T02:14:40.070" v="7419" actId="478"/>
          <ac:spMkLst>
            <pc:docMk/>
            <pc:sldMk cId="3237908880" sldId="12848"/>
            <ac:spMk id="13" creationId="{D03423C8-FDB9-B5D2-8340-CC64CF3C65F1}"/>
          </ac:spMkLst>
        </pc:spChg>
        <pc:spChg chg="add del mod ord">
          <ac:chgData name="hyung jun jo" userId="eecbfa9617bcf066" providerId="LiveId" clId="{CED4A83C-449D-4884-BBE3-D1C96CDA3770}" dt="2026-06-08T02:14:40.670" v="7420" actId="478"/>
          <ac:spMkLst>
            <pc:docMk/>
            <pc:sldMk cId="3237908880" sldId="12848"/>
            <ac:spMk id="14" creationId="{3EC39B44-42EC-88E6-0D2F-5E494F6511D0}"/>
          </ac:spMkLst>
        </pc:spChg>
        <pc:spChg chg="del">
          <ac:chgData name="hyung jun jo" userId="eecbfa9617bcf066" providerId="LiveId" clId="{CED4A83C-449D-4884-BBE3-D1C96CDA3770}" dt="2026-06-08T02:11:27.034" v="7406" actId="478"/>
          <ac:spMkLst>
            <pc:docMk/>
            <pc:sldMk cId="3237908880" sldId="12848"/>
            <ac:spMk id="16" creationId="{8541947C-0510-5679-8FC0-FC2C800A3FD7}"/>
          </ac:spMkLst>
        </pc:spChg>
        <pc:spChg chg="mod">
          <ac:chgData name="hyung jun jo" userId="eecbfa9617bcf066" providerId="LiveId" clId="{CED4A83C-449D-4884-BBE3-D1C96CDA3770}" dt="2026-06-07T10:28:26.055" v="6022" actId="20577"/>
          <ac:spMkLst>
            <pc:docMk/>
            <pc:sldMk cId="3237908880" sldId="12848"/>
            <ac:spMk id="17" creationId="{5CFBF09B-482B-3295-8155-33538684A766}"/>
          </ac:spMkLst>
        </pc:spChg>
        <pc:spChg chg="mod">
          <ac:chgData name="hyung jun jo" userId="eecbfa9617bcf066" providerId="LiveId" clId="{CED4A83C-449D-4884-BBE3-D1C96CDA3770}" dt="2026-06-07T10:28:22.834" v="6013" actId="20577"/>
          <ac:spMkLst>
            <pc:docMk/>
            <pc:sldMk cId="3237908880" sldId="12848"/>
            <ac:spMk id="19" creationId="{35475347-9772-7990-5810-0B1DCF3BCB97}"/>
          </ac:spMkLst>
        </pc:spChg>
        <pc:spChg chg="mod ord">
          <ac:chgData name="hyung jun jo" userId="eecbfa9617bcf066" providerId="LiveId" clId="{CED4A83C-449D-4884-BBE3-D1C96CDA3770}" dt="2026-06-08T02:14:36.617" v="7417" actId="700"/>
          <ac:spMkLst>
            <pc:docMk/>
            <pc:sldMk cId="3237908880" sldId="12848"/>
            <ac:spMk id="83" creationId="{F7A29BF7-750B-D0E2-1D02-6F6B311D2922}"/>
          </ac:spMkLst>
        </pc:spChg>
        <pc:picChg chg="add del mod ord">
          <ac:chgData name="hyung jun jo" userId="eecbfa9617bcf066" providerId="LiveId" clId="{CED4A83C-449D-4884-BBE3-D1C96CDA3770}" dt="2026-06-08T02:15:43.303" v="7433" actId="478"/>
          <ac:picMkLst>
            <pc:docMk/>
            <pc:sldMk cId="3237908880" sldId="12848"/>
            <ac:picMk id="15" creationId="{0D19F7A5-11D3-6755-B5F8-C3751A868095}"/>
          </ac:picMkLst>
        </pc:picChg>
        <pc:picChg chg="add mod">
          <ac:chgData name="hyung jun jo" userId="eecbfa9617bcf066" providerId="LiveId" clId="{CED4A83C-449D-4884-BBE3-D1C96CDA3770}" dt="2026-06-08T02:15:50.120" v="7434" actId="14100"/>
          <ac:picMkLst>
            <pc:docMk/>
            <pc:sldMk cId="3237908880" sldId="12848"/>
            <ac:picMk id="18" creationId="{4108A47A-ACAE-C934-A8EE-B008AB53AE8F}"/>
          </ac:picMkLst>
        </pc:picChg>
      </pc:sldChg>
      <pc:sldMasterChg chg="modSp addSldLayout modSldLayout">
        <pc:chgData name="hyung jun jo" userId="eecbfa9617bcf066" providerId="LiveId" clId="{CED4A83C-449D-4884-BBE3-D1C96CDA3770}" dt="2026-05-31T05:25:23.342" v="1069"/>
        <pc:sldMasterMkLst>
          <pc:docMk/>
          <pc:sldMasterMk cId="170779366" sldId="2147483648"/>
        </pc:sldMasterMkLst>
        <pc:spChg chg="mod">
          <ac:chgData name="hyung jun jo" userId="eecbfa9617bcf066" providerId="LiveId" clId="{CED4A83C-449D-4884-BBE3-D1C96CDA3770}" dt="2026-05-31T02:59:28.581" v="1"/>
          <ac:spMkLst>
            <pc:docMk/>
            <pc:sldMasterMk cId="170779366" sldId="2147483648"/>
            <ac:spMk id="2" creationId="{00000000-0000-0000-0000-00000000000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asterMk cId="170779366" sldId="2147483648"/>
            <ac:spMk id="3" creationId="{00000000-0000-0000-0000-00000000000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asterMk cId="170779366" sldId="2147483648"/>
            <ac:spMk id="5" creationId="{00000000-0000-0000-0000-000000000000}"/>
          </ac:spMkLst>
        </pc:spChg>
        <pc:spChg chg="mod">
          <ac:chgData name="hyung jun jo" userId="eecbfa9617bcf066" providerId="LiveId" clId="{CED4A83C-449D-4884-BBE3-D1C96CDA3770}" dt="2026-05-31T02:59:28.581" v="1"/>
          <ac:spMkLst>
            <pc:docMk/>
            <pc:sldMasterMk cId="170779366" sldId="2147483648"/>
            <ac:spMk id="6" creationId="{00000000-0000-0000-0000-000000000000}"/>
          </ac:spMkLst>
        </pc:spChg>
        <pc:sldLayoutChg chg="addSp modSp mod">
          <pc:chgData name="hyung jun jo" userId="eecbfa9617bcf066" providerId="LiveId" clId="{CED4A83C-449D-4884-BBE3-D1C96CDA3770}" dt="2026-05-31T03:34:51.761" v="26" actId="207"/>
          <pc:sldLayoutMkLst>
            <pc:docMk/>
            <pc:sldMasterMk cId="170779366" sldId="2147483648"/>
            <pc:sldLayoutMk cId="1317483628" sldId="2147483649"/>
          </pc:sldLayoutMkLst>
          <pc:spChg chg="mod">
            <ac:chgData name="hyung jun jo" userId="eecbfa9617bcf066" providerId="LiveId" clId="{CED4A83C-449D-4884-BBE3-D1C96CDA3770}" dt="2026-05-31T03:34:16.183" v="22" actId="207"/>
            <ac:spMkLst>
              <pc:docMk/>
              <pc:sldMasterMk cId="170779366" sldId="2147483648"/>
              <pc:sldLayoutMk cId="1317483628" sldId="2147483649"/>
              <ac:spMk id="2" creationId="{00000000-0000-0000-0000-000000000000}"/>
            </ac:spMkLst>
          </pc:spChg>
          <pc:spChg chg="mod">
            <ac:chgData name="hyung jun jo" userId="eecbfa9617bcf066" providerId="LiveId" clId="{CED4A83C-449D-4884-BBE3-D1C96CDA3770}" dt="2026-05-31T02:59:28.581" v="1"/>
            <ac:spMkLst>
              <pc:docMk/>
              <pc:sldMasterMk cId="170779366" sldId="2147483648"/>
              <pc:sldLayoutMk cId="1317483628" sldId="2147483649"/>
              <ac:spMk id="3" creationId="{00000000-0000-0000-0000-000000000000}"/>
            </ac:spMkLst>
          </pc:spChg>
          <pc:spChg chg="mod">
            <ac:chgData name="hyung jun jo" userId="eecbfa9617bcf066" providerId="LiveId" clId="{CED4A83C-449D-4884-BBE3-D1C96CDA3770}" dt="2026-05-31T03:34:51.761" v="26" actId="207"/>
            <ac:spMkLst>
              <pc:docMk/>
              <pc:sldMasterMk cId="170779366" sldId="2147483648"/>
              <pc:sldLayoutMk cId="1317483628" sldId="2147483649"/>
              <ac:spMk id="6" creationId="{00000000-0000-0000-0000-000000000000}"/>
            </ac:spMkLst>
          </pc:spChg>
          <pc:picChg chg="add mod ord">
            <ac:chgData name="hyung jun jo" userId="eecbfa9617bcf066" providerId="LiveId" clId="{CED4A83C-449D-4884-BBE3-D1C96CDA3770}" dt="2026-05-31T03:34:06.713" v="21" actId="167"/>
            <ac:picMkLst>
              <pc:docMk/>
              <pc:sldMasterMk cId="170779366" sldId="2147483648"/>
              <pc:sldLayoutMk cId="1317483628" sldId="2147483649"/>
              <ac:picMk id="5" creationId="{A16755A9-C3ED-F644-8470-6FC3589DF1FC}"/>
            </ac:picMkLst>
          </pc:picChg>
        </pc:sldLayoutChg>
        <pc:sldLayoutChg chg="addSp delSp modSp mod">
          <pc:chgData name="hyung jun jo" userId="eecbfa9617bcf066" providerId="LiveId" clId="{CED4A83C-449D-4884-BBE3-D1C96CDA3770}" dt="2026-05-31T05:25:10.052" v="1067" actId="732"/>
          <pc:sldLayoutMkLst>
            <pc:docMk/>
            <pc:sldMasterMk cId="170779366" sldId="2147483648"/>
            <pc:sldLayoutMk cId="4234359944" sldId="2147483652"/>
          </pc:sldLayoutMkLst>
          <pc:spChg chg="mod">
            <ac:chgData name="hyung jun jo" userId="eecbfa9617bcf066" providerId="LiveId" clId="{CED4A83C-449D-4884-BBE3-D1C96CDA3770}" dt="2026-05-31T03:36:33.032" v="30" actId="207"/>
            <ac:spMkLst>
              <pc:docMk/>
              <pc:sldMasterMk cId="170779366" sldId="2147483648"/>
              <pc:sldLayoutMk cId="4234359944" sldId="2147483652"/>
              <ac:spMk id="6" creationId="{4E3E916B-2994-D2E4-E016-94750097FC51}"/>
            </ac:spMkLst>
          </pc:spChg>
          <pc:spChg chg="mod">
            <ac:chgData name="hyung jun jo" userId="eecbfa9617bcf066" providerId="LiveId" clId="{CED4A83C-449D-4884-BBE3-D1C96CDA3770}" dt="2026-05-31T03:36:33.032" v="30" actId="207"/>
            <ac:spMkLst>
              <pc:docMk/>
              <pc:sldMasterMk cId="170779366" sldId="2147483648"/>
              <pc:sldLayoutMk cId="4234359944" sldId="2147483652"/>
              <ac:spMk id="12" creationId="{2942B934-6DED-54E6-ECBC-B3AD202E82E5}"/>
            </ac:spMkLst>
          </pc:spChg>
          <pc:spChg chg="mod">
            <ac:chgData name="hyung jun jo" userId="eecbfa9617bcf066" providerId="LiveId" clId="{CED4A83C-449D-4884-BBE3-D1C96CDA3770}" dt="2026-05-31T03:36:33.032" v="30" actId="207"/>
            <ac:spMkLst>
              <pc:docMk/>
              <pc:sldMasterMk cId="170779366" sldId="2147483648"/>
              <pc:sldLayoutMk cId="4234359944" sldId="2147483652"/>
              <ac:spMk id="16" creationId="{5D7E8600-F21B-449F-342D-BC69E4F16B27}"/>
            </ac:spMkLst>
          </pc:spChg>
          <pc:spChg chg="mod">
            <ac:chgData name="hyung jun jo" userId="eecbfa9617bcf066" providerId="LiveId" clId="{CED4A83C-449D-4884-BBE3-D1C96CDA3770}" dt="2026-05-31T03:36:33.032" v="30" actId="207"/>
            <ac:spMkLst>
              <pc:docMk/>
              <pc:sldMasterMk cId="170779366" sldId="2147483648"/>
              <pc:sldLayoutMk cId="4234359944" sldId="2147483652"/>
              <ac:spMk id="17" creationId="{BB894467-B78B-B9EE-C739-EF91965C8D52}"/>
            </ac:spMkLst>
          </pc:spChg>
          <pc:picChg chg="add mod ord">
            <ac:chgData name="hyung jun jo" userId="eecbfa9617bcf066" providerId="LiveId" clId="{CED4A83C-449D-4884-BBE3-D1C96CDA3770}" dt="2026-05-31T03:34:38.391" v="25" actId="167"/>
            <ac:picMkLst>
              <pc:docMk/>
              <pc:sldMasterMk cId="170779366" sldId="2147483648"/>
              <pc:sldLayoutMk cId="4234359944" sldId="2147483652"/>
              <ac:picMk id="3" creationId="{558983E1-1845-9218-2E18-09B7A46C499B}"/>
            </ac:picMkLst>
          </pc:picChg>
          <pc:picChg chg="add mod modCrop">
            <ac:chgData name="hyung jun jo" userId="eecbfa9617bcf066" providerId="LiveId" clId="{CED4A83C-449D-4884-BBE3-D1C96CDA3770}" dt="2026-05-31T05:25:10.052" v="1067" actId="732"/>
            <ac:picMkLst>
              <pc:docMk/>
              <pc:sldMasterMk cId="170779366" sldId="2147483648"/>
              <pc:sldLayoutMk cId="4234359944" sldId="2147483652"/>
              <ac:picMk id="4" creationId="{617E97D2-CFC1-47A5-1E44-A2C74D5416CF}"/>
            </ac:picMkLst>
          </pc:picChg>
          <pc:picChg chg="add mod">
            <ac:chgData name="hyung jun jo" userId="eecbfa9617bcf066" providerId="LiveId" clId="{CED4A83C-449D-4884-BBE3-D1C96CDA3770}" dt="2026-05-31T05:23:02.132" v="1043"/>
            <ac:picMkLst>
              <pc:docMk/>
              <pc:sldMasterMk cId="170779366" sldId="2147483648"/>
              <pc:sldLayoutMk cId="4234359944" sldId="2147483652"/>
              <ac:picMk id="59" creationId="{0852F047-F879-4EAC-FF71-FD6F37C508D6}"/>
            </ac:picMkLst>
          </pc:picChg>
        </pc:sldLayoutChg>
        <pc:sldLayoutChg chg="addSp delSp modSp add mod modTransition">
          <pc:chgData name="hyung jun jo" userId="eecbfa9617bcf066" providerId="LiveId" clId="{CED4A83C-449D-4884-BBE3-D1C96CDA3770}" dt="2026-05-31T05:25:21.570" v="1068"/>
          <pc:sldLayoutMkLst>
            <pc:docMk/>
            <pc:sldMasterMk cId="170779366" sldId="2147483648"/>
            <pc:sldLayoutMk cId="841074727" sldId="2147483654"/>
          </pc:sldLayoutMkLst>
          <pc:picChg chg="add mod ord">
            <ac:chgData name="hyung jun jo" userId="eecbfa9617bcf066" providerId="LiveId" clId="{CED4A83C-449D-4884-BBE3-D1C96CDA3770}" dt="2026-05-31T03:36:51.386" v="36" actId="167"/>
            <ac:picMkLst>
              <pc:docMk/>
              <pc:sldMasterMk cId="170779366" sldId="2147483648"/>
              <pc:sldLayoutMk cId="841074727" sldId="2147483654"/>
              <ac:picMk id="4" creationId="{8C636737-28D9-1C14-D06D-790C2589BA02}"/>
            </ac:picMkLst>
          </pc:picChg>
          <pc:picChg chg="add mod">
            <ac:chgData name="hyung jun jo" userId="eecbfa9617bcf066" providerId="LiveId" clId="{CED4A83C-449D-4884-BBE3-D1C96CDA3770}" dt="2026-05-31T05:25:21.570" v="1068"/>
            <ac:picMkLst>
              <pc:docMk/>
              <pc:sldMasterMk cId="170779366" sldId="2147483648"/>
              <pc:sldLayoutMk cId="841074727" sldId="2147483654"/>
              <ac:picMk id="5" creationId="{A4B250B8-DE1C-EF1F-4126-6D4C02FF52CF}"/>
            </ac:picMkLst>
          </pc:picChg>
        </pc:sldLayoutChg>
        <pc:sldLayoutChg chg="addSp delSp modSp mod">
          <pc:chgData name="hyung jun jo" userId="eecbfa9617bcf066" providerId="LiveId" clId="{CED4A83C-449D-4884-BBE3-D1C96CDA3770}" dt="2026-05-31T05:25:23.342" v="1069"/>
          <pc:sldLayoutMkLst>
            <pc:docMk/>
            <pc:sldMasterMk cId="170779366" sldId="2147483648"/>
            <pc:sldLayoutMk cId="4136589055" sldId="2147483655"/>
          </pc:sldLayoutMkLst>
          <pc:picChg chg="add mod ord">
            <ac:chgData name="hyung jun jo" userId="eecbfa9617bcf066" providerId="LiveId" clId="{CED4A83C-449D-4884-BBE3-D1C96CDA3770}" dt="2026-05-31T03:37:01.289" v="40" actId="167"/>
            <ac:picMkLst>
              <pc:docMk/>
              <pc:sldMasterMk cId="170779366" sldId="2147483648"/>
              <pc:sldLayoutMk cId="4136589055" sldId="2147483655"/>
              <ac:picMk id="3" creationId="{16FFC07A-BDAE-829A-BEF2-343EA4E73318}"/>
            </ac:picMkLst>
          </pc:picChg>
          <pc:picChg chg="add mod">
            <ac:chgData name="hyung jun jo" userId="eecbfa9617bcf066" providerId="LiveId" clId="{CED4A83C-449D-4884-BBE3-D1C96CDA3770}" dt="2026-05-31T05:25:23.342" v="1069"/>
            <ac:picMkLst>
              <pc:docMk/>
              <pc:sldMasterMk cId="170779366" sldId="2147483648"/>
              <pc:sldLayoutMk cId="4136589055" sldId="2147483655"/>
              <ac:picMk id="5" creationId="{04A34971-8938-CBC5-C3D4-E9D9E8FAD905}"/>
            </ac:picMkLst>
          </pc:picChg>
        </pc:sldLayoutChg>
        <pc:sldLayoutChg chg="addSp delSp modSp mod">
          <pc:chgData name="hyung jun jo" userId="eecbfa9617bcf066" providerId="LiveId" clId="{CED4A83C-449D-4884-BBE3-D1C96CDA3770}" dt="2026-05-31T04:04:02.131" v="188" actId="167"/>
          <pc:sldLayoutMkLst>
            <pc:docMk/>
            <pc:sldMasterMk cId="170779366" sldId="2147483648"/>
            <pc:sldLayoutMk cId="3577107734" sldId="2147483656"/>
          </pc:sldLayoutMkLst>
          <pc:picChg chg="add mod ord">
            <ac:chgData name="hyung jun jo" userId="eecbfa9617bcf066" providerId="LiveId" clId="{CED4A83C-449D-4884-BBE3-D1C96CDA3770}" dt="2026-05-31T04:04:02.131" v="188" actId="167"/>
            <ac:picMkLst>
              <pc:docMk/>
              <pc:sldMasterMk cId="170779366" sldId="2147483648"/>
              <pc:sldLayoutMk cId="3577107734" sldId="2147483656"/>
              <ac:picMk id="7" creationId="{0C8C74B0-6E0D-E1E6-18A7-4B67DCE719F0}"/>
            </ac:picMkLst>
          </pc:picChg>
        </pc:sldLayoutChg>
        <pc:sldLayoutChg chg="addSp delSp modSp add mod modTransition">
          <pc:chgData name="hyung jun jo" userId="eecbfa9617bcf066" providerId="LiveId" clId="{CED4A83C-449D-4884-BBE3-D1C96CDA3770}" dt="2026-05-31T04:04:32.289" v="193" actId="167"/>
          <pc:sldLayoutMkLst>
            <pc:docMk/>
            <pc:sldMasterMk cId="170779366" sldId="2147483648"/>
            <pc:sldLayoutMk cId="3106266859" sldId="2147483657"/>
          </pc:sldLayoutMkLst>
          <pc:picChg chg="add mod ord">
            <ac:chgData name="hyung jun jo" userId="eecbfa9617bcf066" providerId="LiveId" clId="{CED4A83C-449D-4884-BBE3-D1C96CDA3770}" dt="2026-05-31T04:04:32.289" v="193" actId="167"/>
            <ac:picMkLst>
              <pc:docMk/>
              <pc:sldMasterMk cId="170779366" sldId="2147483648"/>
              <pc:sldLayoutMk cId="3106266859" sldId="2147483657"/>
              <ac:picMk id="4" creationId="{22EE4E79-5E98-2EF7-4986-2BA7CD1215B7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D0DEDB5-100A-4C79-A08B-19D6AD8231D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B65C57F-159D-4D2D-A5CC-1FB7169FF6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3D3AC-07D2-48E7-AC23-BAC0CB4AE23C}" type="datetimeFigureOut">
              <a:rPr lang="ko-KR" altLang="en-US" smtClean="0">
                <a:latin typeface="Pretendard" panose="02000503000000020004" pitchFamily="50" charset="-127"/>
                <a:ea typeface="Pretendard" panose="02000503000000020004" pitchFamily="50" charset="-127"/>
              </a:rPr>
              <a:t>2026-06-08</a:t>
            </a:fld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D8EEDC-A161-4C43-A22C-1F298FF170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CD3370-AB4E-4263-AA91-637CC062AC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DC9C0-663B-487E-93FC-CE85ED33B9C4}" type="slidenum">
              <a:rPr lang="ko-KR" altLang="en-US" smtClean="0">
                <a:latin typeface="Pretendard" panose="02000503000000020004" pitchFamily="50" charset="-127"/>
                <a:ea typeface="Pretendard" panose="02000503000000020004" pitchFamily="50" charset="-127"/>
              </a:rPr>
              <a:t>‹#›</a:t>
            </a:fld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800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50EAC4C3-317D-4A76-B749-56A565D72E78}" type="datetimeFigureOut">
              <a:rPr lang="ko-KR" altLang="en-US" smtClean="0"/>
              <a:pPr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" y="739775"/>
            <a:ext cx="658177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AC506254-5FEB-4A4A-85E1-4517A16DA6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044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10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34E84-8BB7-8A4D-D278-5062FE9DC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2A0770-EB0A-254A-8D61-E077E488F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6526BE-6D90-8144-7BB0-1DED0FEDF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1E172F-0CCD-3327-EF49-3E2F82434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556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C2741-18CD-2A9F-ABBD-501F9ECCD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BC7265-B6AB-7C6C-FF25-9F0AC831B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38D8E7-DC2E-41E5-DC3C-956AACC44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7B36B9-201E-56B0-D079-DA2E05CED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949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79913-6A8D-BC20-BE31-8644DF5C5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7A2BBA-871B-E1CA-C4D7-32E5B4B00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4975A4-36DD-85BE-7DB5-8542C014A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47900-0A2A-4830-93C3-B6A39CED1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08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F706E-A06C-350B-B40B-065890C09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7F773B-7070-45B3-539E-FF53067D4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0FFA18-45F7-5636-54D8-142E5C16E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A6858C-D27E-6BCE-0B0A-0D2442B76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069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BB017-E316-E661-B0B2-0BA1DACA5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B3C491-5CEF-0D78-2A75-1302FD449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0DB2F3-7B94-01A5-DEB8-F94073520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81412F-1CCB-EE77-86A1-30E96EA0D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D89E5F-BEEF-42A1-A57B-E5A736D51194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4138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97C6E-0418-8F43-6CDA-30D47CB0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62E117-AC8F-3C3E-AC63-5A16A31C9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F20F0D-262A-4617-CD45-06D616CC6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DEDAA0-0D47-B434-8FEE-11CA50551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79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992BF-0F14-5B77-C130-244F41896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538A85-A7D2-F915-ECF7-BEC84A950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4485FA-9BE2-3CFB-B88A-D38C819E4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68AD0E-70ED-6405-D81F-233609B35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164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05882-0216-C0BA-8F16-F8B51A7C0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17B5B7-BA8F-BCAF-1DF7-D6F891625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C7216C-3E22-76CD-63AD-4AAE87202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6514AC-809E-5824-477D-2BFCD9A4F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402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4AF7A-0A2E-25E0-B24F-7821944C1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E79B1A-9EEF-8216-95F9-CEAAEB9F3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DB772A-0875-6873-2126-D343BB8CA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B76D4B-AAFC-5AEF-226A-E362CD829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730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D99EF-1637-0D22-E3BB-D0B4D189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0AE0E3-513F-954B-5152-3DD9A5C2A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D1A442-1D5E-56AB-5F1C-3B84C6115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0127C9-4D0D-3061-8751-A1BFAC688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472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657E1-3292-ED2F-B28C-6D267F995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34EC38-CEAA-592A-5B77-3406FD49A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D252E0-66F2-7323-8B7B-9E38C7DD4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173B28-F17B-0AC6-EBB8-259506546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414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7C53D-E33C-93D5-A69C-E4204B08A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14A52D-C171-D14A-B5C4-266116EF1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E02B30-9EBD-F155-E7AA-FECF598D7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51F84F-EA73-46A7-896F-4924AEEDF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515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81AC2-FCB6-B06E-2882-4BCBB2B07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AF0196-D15E-327B-0CFD-5C5F6CB35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A80249-189E-4CCE-A51E-7E7643392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C16A43-79D0-3949-381C-91755573D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5959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25442-821A-2023-23A1-1AA4D3FE2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30A34B-CBD7-2D24-98EA-9C96E2673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3350E6-1FC4-F4CD-888F-EEA8871EB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A510B0-F0B9-DFFA-FD66-8D128ECF3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341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800BE-08DF-8D4B-8D1D-C1885B3C6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AF667F-86F6-A42D-4A16-833193C52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404180-B42C-3DC2-B8B4-3DCDE1777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3F8FA6-13F7-9066-8DA6-2BFC84DB2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0325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97C6E-0418-8F43-6CDA-30D47CB0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62E117-AC8F-3C3E-AC63-5A16A31C9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F20F0D-262A-4617-CD45-06D616CC6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DEDAA0-0D47-B434-8FEE-11CA50551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1439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D89E5F-BEEF-42A1-A57B-E5A736D51194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4279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50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E5431-529F-06D8-6CB1-68E60DCB7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40F005-5A65-A692-338E-237543AC0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1E4464-2EEF-BEB7-8BD8-E3D65DC55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AB5D1F-75A0-D1A6-B7CD-D2BA0B6D3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3023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D89E5F-BEEF-42A1-A57B-E5A736D51194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4279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6479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06254-5FEB-4A4A-85E1-4517A16DA617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321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16755A9-C3ED-F644-8470-6FC3589DF1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1" y="2130429"/>
            <a:ext cx="10363200" cy="511358"/>
          </a:xfrm>
        </p:spPr>
        <p:txBody>
          <a:bodyPr/>
          <a:lstStyle>
            <a:lvl1pPr algn="ctr">
              <a:defRPr sz="3323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2" y="3886201"/>
            <a:ext cx="8534401" cy="2273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22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DFBBC6A-3425-4C62-80BA-0DDE16A15D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483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her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C8C74B0-6E0D-E1E6-18A7-4B67DCE719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1" y="2130429"/>
            <a:ext cx="10363200" cy="511358"/>
          </a:xfrm>
        </p:spPr>
        <p:txBody>
          <a:bodyPr/>
          <a:lstStyle>
            <a:lvl1pPr algn="ctr">
              <a:defRPr sz="3323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2" y="3886201"/>
            <a:ext cx="8534401" cy="2273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22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DFBBC6A-3425-4C62-80BA-0DDE16A15D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10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58983E1-1845-9218-2E18-09B7A46C49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4E3E916B-2994-D2E4-E016-94750097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66" y="298715"/>
            <a:ext cx="11523135" cy="265137"/>
          </a:xfrm>
        </p:spPr>
        <p:txBody>
          <a:bodyPr/>
          <a:lstStyle>
            <a:lvl1pPr>
              <a:defRPr sz="1723" baseline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2942B934-6DED-54E6-ECBC-B3AD202E82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2615" y="6572267"/>
            <a:ext cx="9825834" cy="151580"/>
          </a:xfrm>
        </p:spPr>
        <p:txBody>
          <a:bodyPr/>
          <a:lstStyle>
            <a:lvl1pPr>
              <a:defRPr sz="985">
                <a:solidFill>
                  <a:schemeClr val="bg1"/>
                </a:solidFill>
              </a:defRPr>
            </a:lvl1pPr>
          </a:lstStyle>
          <a:p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5D7E8600-F21B-449F-342D-BC69E4F16B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561" y="668432"/>
            <a:ext cx="10559924" cy="340863"/>
          </a:xfrm>
        </p:spPr>
        <p:txBody>
          <a:bodyPr/>
          <a:lstStyle>
            <a:lvl1pPr marL="0" indent="0" algn="ctr" defTabSz="844083" rtl="0" eaLnBrk="1" latinLnBrk="0" hangingPunct="1">
              <a:spcBef>
                <a:spcPts val="0"/>
              </a:spcBef>
              <a:buNone/>
              <a:defRPr lang="ko-KR" altLang="en-US" sz="2215" b="1" kern="1200" baseline="0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161197" indent="0">
              <a:buNone/>
              <a:defRPr sz="1662"/>
            </a:lvl2pPr>
            <a:lvl3pPr>
              <a:defRPr sz="1662"/>
            </a:lvl3pPr>
            <a:lvl4pPr>
              <a:defRPr sz="1846"/>
            </a:lvl4pPr>
            <a:lvl5pPr>
              <a:defRPr sz="1846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B894467-B78B-B9EE-C739-EF91965C8D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184566" y="6577457"/>
            <a:ext cx="673003" cy="1278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DFBBC6A-3425-4C62-80BA-0DDE16A15D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0852F047-F879-4EAC-FF71-FD6F37C508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660"/>
          <a:stretch>
            <a:fillRect/>
          </a:stretch>
        </p:blipFill>
        <p:spPr>
          <a:xfrm>
            <a:off x="0" y="5801253"/>
            <a:ext cx="12192000" cy="105674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17E97D2-CFC1-47A5-1E44-A2C74D5416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64" t="48277"/>
          <a:stretch>
            <a:fillRect/>
          </a:stretch>
        </p:blipFill>
        <p:spPr>
          <a:xfrm>
            <a:off x="-31816" y="0"/>
            <a:ext cx="6724799" cy="681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59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C636737-28D9-1C14-D06D-790C2589BA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4E3E916B-2994-D2E4-E016-94750097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66" y="298715"/>
            <a:ext cx="11523135" cy="265137"/>
          </a:xfrm>
        </p:spPr>
        <p:txBody>
          <a:bodyPr/>
          <a:lstStyle>
            <a:lvl1pPr>
              <a:defRPr sz="1723" baseline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2942B934-6DED-54E6-ECBC-B3AD202E82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2615" y="6572267"/>
            <a:ext cx="9825834" cy="151580"/>
          </a:xfrm>
        </p:spPr>
        <p:txBody>
          <a:bodyPr/>
          <a:lstStyle>
            <a:lvl1pPr>
              <a:defRPr sz="985">
                <a:solidFill>
                  <a:schemeClr val="bg1"/>
                </a:solidFill>
              </a:defRPr>
            </a:lvl1pPr>
          </a:lstStyle>
          <a:p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5D7E8600-F21B-449F-342D-BC69E4F16B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561" y="668432"/>
            <a:ext cx="10559924" cy="340863"/>
          </a:xfrm>
        </p:spPr>
        <p:txBody>
          <a:bodyPr/>
          <a:lstStyle>
            <a:lvl1pPr marL="0" indent="0" algn="ctr" defTabSz="844083" rtl="0" eaLnBrk="1" latinLnBrk="0" hangingPunct="1">
              <a:spcBef>
                <a:spcPts val="0"/>
              </a:spcBef>
              <a:buNone/>
              <a:defRPr lang="ko-KR" altLang="en-US" sz="2215" b="1" kern="1200" baseline="0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161197" indent="0">
              <a:buNone/>
              <a:defRPr sz="1662"/>
            </a:lvl2pPr>
            <a:lvl3pPr>
              <a:defRPr sz="1662"/>
            </a:lvl3pPr>
            <a:lvl4pPr>
              <a:defRPr sz="1846"/>
            </a:lvl4pPr>
            <a:lvl5pPr>
              <a:defRPr sz="1846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B894467-B78B-B9EE-C739-EF91965C8D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184566" y="6577457"/>
            <a:ext cx="673003" cy="1278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DFBBC6A-3425-4C62-80BA-0DDE16A15D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B250B8-DE1C-EF1F-4126-6D4C02FF52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64" t="48277"/>
          <a:stretch>
            <a:fillRect/>
          </a:stretch>
        </p:blipFill>
        <p:spPr>
          <a:xfrm>
            <a:off x="-31816" y="0"/>
            <a:ext cx="6724799" cy="681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074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FFC07A-BDAE-829A-BEF2-343EA4E73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4E3E916B-2994-D2E4-E016-94750097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66" y="298715"/>
            <a:ext cx="11523135" cy="265137"/>
          </a:xfrm>
        </p:spPr>
        <p:txBody>
          <a:bodyPr/>
          <a:lstStyle>
            <a:lvl1pPr>
              <a:defRPr sz="1723" baseline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2942B934-6DED-54E6-ECBC-B3AD202E82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2615" y="6572267"/>
            <a:ext cx="9825834" cy="151580"/>
          </a:xfrm>
        </p:spPr>
        <p:txBody>
          <a:bodyPr/>
          <a:lstStyle>
            <a:lvl1pPr>
              <a:defRPr sz="985">
                <a:solidFill>
                  <a:schemeClr val="bg1"/>
                </a:solidFill>
              </a:defRPr>
            </a:lvl1pPr>
          </a:lstStyle>
          <a:p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5D7E8600-F21B-449F-342D-BC69E4F16B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561" y="668432"/>
            <a:ext cx="10559924" cy="340863"/>
          </a:xfrm>
        </p:spPr>
        <p:txBody>
          <a:bodyPr/>
          <a:lstStyle>
            <a:lvl1pPr marL="0" indent="0" algn="ctr" defTabSz="844083" rtl="0" eaLnBrk="1" latinLnBrk="0" hangingPunct="1">
              <a:spcBef>
                <a:spcPts val="0"/>
              </a:spcBef>
              <a:buNone/>
              <a:defRPr lang="ko-KR" altLang="en-US" sz="2215" b="1" kern="1200" baseline="0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161197" indent="0">
              <a:buNone/>
              <a:defRPr sz="1662"/>
            </a:lvl2pPr>
            <a:lvl3pPr>
              <a:defRPr sz="1662"/>
            </a:lvl3pPr>
            <a:lvl4pPr>
              <a:defRPr sz="1846"/>
            </a:lvl4pPr>
            <a:lvl5pPr>
              <a:defRPr sz="1846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B894467-B78B-B9EE-C739-EF91965C8D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184566" y="6577457"/>
            <a:ext cx="673003" cy="1278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DFBBC6A-3425-4C62-80BA-0DDE16A15D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A34971-8938-CBC5-C3D4-E9D9E8FAD90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64" t="48277"/>
          <a:stretch>
            <a:fillRect/>
          </a:stretch>
        </p:blipFill>
        <p:spPr>
          <a:xfrm>
            <a:off x="-31816" y="0"/>
            <a:ext cx="6724799" cy="681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89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2EE4E79-5E98-2EF7-4986-2BA7CD1215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4E3E916B-2994-D2E4-E016-94750097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66" y="298715"/>
            <a:ext cx="11523135" cy="265137"/>
          </a:xfrm>
        </p:spPr>
        <p:txBody>
          <a:bodyPr/>
          <a:lstStyle>
            <a:lvl1pPr>
              <a:defRPr sz="1723" baseline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2942B934-6DED-54E6-ECBC-B3AD202E82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2615" y="6572267"/>
            <a:ext cx="9825834" cy="151580"/>
          </a:xfrm>
        </p:spPr>
        <p:txBody>
          <a:bodyPr/>
          <a:lstStyle>
            <a:lvl1pPr>
              <a:defRPr sz="985">
                <a:solidFill>
                  <a:schemeClr val="bg1"/>
                </a:solidFill>
              </a:defRPr>
            </a:lvl1pPr>
          </a:lstStyle>
          <a:p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5D7E8600-F21B-449F-342D-BC69E4F16B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2561" y="668432"/>
            <a:ext cx="10559924" cy="340863"/>
          </a:xfrm>
        </p:spPr>
        <p:txBody>
          <a:bodyPr/>
          <a:lstStyle>
            <a:lvl1pPr marL="0" indent="0" algn="ctr" defTabSz="844083" rtl="0" eaLnBrk="1" latinLnBrk="0" hangingPunct="1">
              <a:spcBef>
                <a:spcPts val="0"/>
              </a:spcBef>
              <a:buNone/>
              <a:defRPr lang="ko-KR" altLang="en-US" sz="2215" b="1" kern="1200" baseline="0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161197" indent="0">
              <a:buNone/>
              <a:defRPr sz="1662"/>
            </a:lvl2pPr>
            <a:lvl3pPr>
              <a:defRPr sz="1662"/>
            </a:lvl3pPr>
            <a:lvl4pPr>
              <a:defRPr sz="1846"/>
            </a:lvl4pPr>
            <a:lvl5pPr>
              <a:defRPr sz="1846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B894467-B78B-B9EE-C739-EF91965C8D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184566" y="6577457"/>
            <a:ext cx="673003" cy="1278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3DFBBC6A-3425-4C62-80BA-0DDE16A15D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6266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1309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029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02615" y="332658"/>
            <a:ext cx="11523135" cy="26513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34435" y="1196977"/>
            <a:ext cx="11523135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615" y="6559911"/>
            <a:ext cx="9825834" cy="15158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latinLnBrk="0">
              <a:spcBef>
                <a:spcPts val="0"/>
              </a:spcBef>
              <a:defRPr sz="985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84566" y="6577457"/>
            <a:ext cx="673003" cy="12785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 latinLnBrk="0">
              <a:spcBef>
                <a:spcPts val="0"/>
              </a:spcBef>
              <a:defRPr sz="83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3DFBBC6A-3425-4C62-80BA-0DDE16A15D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77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2" r:id="rId3"/>
    <p:sldLayoutId id="2147483654" r:id="rId4"/>
    <p:sldLayoutId id="2147483655" r:id="rId5"/>
    <p:sldLayoutId id="2147483657" r:id="rId6"/>
    <p:sldLayoutId id="2147483651" r:id="rId7"/>
    <p:sldLayoutId id="2147483653" r:id="rId8"/>
  </p:sldLayoutIdLst>
  <p:hf hdr="0" ftr="0" dt="0"/>
  <p:txStyles>
    <p:titleStyle>
      <a:lvl1pPr algn="l" defTabSz="844083" rtl="0" eaLnBrk="1" latinLnBrk="0" hangingPunct="1">
        <a:spcBef>
          <a:spcPts val="0"/>
        </a:spcBef>
        <a:buNone/>
        <a:defRPr sz="1723" b="1" kern="1200">
          <a:solidFill>
            <a:schemeClr val="accent6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1pPr>
    </p:titleStyle>
    <p:bodyStyle>
      <a:lvl1pPr marL="161197" indent="-161197" algn="l" defTabSz="844083" rtl="0" eaLnBrk="1" latinLnBrk="0" hangingPunct="1">
        <a:spcBef>
          <a:spcPts val="0"/>
        </a:spcBef>
        <a:buFont typeface="Wingdings" panose="05000000000000000000" pitchFamily="2" charset="2"/>
        <a:buChar char="§"/>
        <a:defRPr sz="1477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1pPr>
      <a:lvl2pPr marL="335583" indent="-174386" algn="l" defTabSz="844083" rtl="0" eaLnBrk="1" latinLnBrk="0" hangingPunct="1">
        <a:spcBef>
          <a:spcPts val="0"/>
        </a:spcBef>
        <a:buFont typeface="Arial" panose="020B0604020202020204" pitchFamily="34" charset="0"/>
        <a:buChar char="-"/>
        <a:defRPr sz="1477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2pPr>
      <a:lvl3pPr marL="496778" indent="-161197" algn="l" defTabSz="844083" rtl="0" eaLnBrk="1" latinLnBrk="0" hangingPunct="1">
        <a:spcBef>
          <a:spcPts val="0"/>
        </a:spcBef>
        <a:buFont typeface="바탕" panose="02030600000101010101" pitchFamily="18" charset="-127"/>
        <a:buChar char="∙"/>
        <a:defRPr sz="1477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3pPr>
      <a:lvl4pPr marL="1477145" indent="-211021" algn="l" defTabSz="844083" rtl="0" eaLnBrk="1" latinLnBrk="1" hangingPunct="1">
        <a:spcBef>
          <a:spcPct val="20000"/>
        </a:spcBef>
        <a:buFont typeface="Arial" panose="020B0604020202020204" pitchFamily="34" charset="0"/>
        <a:buChar char="–"/>
        <a:defRPr sz="1292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99186" indent="-211021" algn="l" defTabSz="844083" rtl="0" eaLnBrk="1" latinLnBrk="1" hangingPunct="1">
        <a:spcBef>
          <a:spcPct val="20000"/>
        </a:spcBef>
        <a:buFont typeface="Arial" panose="020B0604020202020204" pitchFamily="34" charset="0"/>
        <a:buChar char="»"/>
        <a:defRPr sz="1292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hyperlink" Target="http://cpia.zoai.uk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jp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hyperlink" Target="http://cpia.zoai.uk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jp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microsoft.com/office/2007/relationships/hdphoto" Target="../media/hdphoto2.wd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notesSlide" Target="../notesSlides/notesSlide2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microsoft.com/office/2007/relationships/hdphoto" Target="../media/hdphoto3.wdp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image" Target="../media/image38.png"/><Relationship Id="rId5" Type="http://schemas.openxmlformats.org/officeDocument/2006/relationships/tags" Target="../tags/tag7.xml"/><Relationship Id="rId10" Type="http://schemas.openxmlformats.org/officeDocument/2006/relationships/image" Target="../media/image37.png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39.png"/><Relationship Id="rId4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Relationship Id="rId5" Type="http://schemas.microsoft.com/office/2007/relationships/hdphoto" Target="../media/hdphoto5.wdp"/><Relationship Id="rId4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jpe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4">
            <a:extLst>
              <a:ext uri="{FF2B5EF4-FFF2-40B4-BE49-F238E27FC236}">
                <a16:creationId xmlns:a16="http://schemas.microsoft.com/office/drawing/2014/main" id="{5E2FB72D-9C44-FAB8-8BF1-58529E175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6762" y="5678284"/>
            <a:ext cx="3258476" cy="64977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t"/>
          <a:lstStyle/>
          <a:p>
            <a:pPr algn="ctr" defTabSz="843823" latinLnBrk="0">
              <a:lnSpc>
                <a:spcPct val="130000"/>
              </a:lnSpc>
              <a:spcAft>
                <a:spcPts val="554"/>
              </a:spcAft>
              <a:defRPr/>
            </a:pP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SK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에코플랜트 조형준 프로</a:t>
            </a:r>
            <a:b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`26.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06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1BBECAB1-4C48-9451-B2EA-9E13F33D7895}"/>
              </a:ext>
            </a:extLst>
          </p:cNvPr>
          <p:cNvSpPr txBox="1">
            <a:spLocks/>
          </p:cNvSpPr>
          <p:nvPr/>
        </p:nvSpPr>
        <p:spPr>
          <a:xfrm>
            <a:off x="1767906" y="1298009"/>
            <a:ext cx="8656188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defRPr/>
            </a:pPr>
            <a:r>
              <a:rPr lang="ko-KR" altLang="en-US" sz="48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현장 </a:t>
            </a:r>
            <a:r>
              <a:rPr lang="en-US" altLang="ko-KR" sz="4800" dirty="0">
                <a:solidFill>
                  <a:srgbClr val="87E0EB"/>
                </a:solidFill>
                <a:latin typeface="+mj-ea"/>
                <a:cs typeface="Pretendard" panose="02000503000000020004" pitchFamily="50" charset="-127"/>
              </a:rPr>
              <a:t>Bottleneck</a:t>
            </a:r>
            <a:r>
              <a:rPr lang="ko-KR" altLang="en-US" sz="48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을 </a:t>
            </a:r>
            <a:endParaRPr lang="en-US" altLang="ko-KR" sz="4800" dirty="0">
              <a:solidFill>
                <a:schemeClr val="bg1"/>
              </a:solidFill>
              <a:latin typeface="+mj-ea"/>
              <a:cs typeface="Pretendard" panose="02000503000000020004" pitchFamily="50" charset="-127"/>
            </a:endParaRPr>
          </a:p>
          <a:p>
            <a:pPr algn="ctr">
              <a:defRPr/>
            </a:pPr>
            <a:r>
              <a:rPr lang="en-US" altLang="ko-KR" sz="48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AI Agent</a:t>
            </a:r>
            <a:r>
              <a:rPr lang="ko-KR" altLang="en-US" sz="48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로 재설계하다</a:t>
            </a:r>
            <a:endParaRPr lang="en-US" altLang="ko-KR" sz="28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C36B1-322A-7266-E5D1-75FBA7B5A6C9}"/>
              </a:ext>
            </a:extLst>
          </p:cNvPr>
          <p:cNvSpPr txBox="1"/>
          <p:nvPr/>
        </p:nvSpPr>
        <p:spPr>
          <a:xfrm>
            <a:off x="176845" y="198576"/>
            <a:ext cx="3363421" cy="253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1000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’26</a:t>
            </a:r>
            <a:r>
              <a:rPr lang="ko-KR" altLang="en-US" sz="1000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년 </a:t>
            </a:r>
            <a:r>
              <a:rPr lang="en-US" altLang="ko-KR" sz="1000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FLP </a:t>
            </a:r>
            <a:r>
              <a:rPr lang="ko-KR" altLang="en-US" sz="1000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과정 </a:t>
            </a:r>
            <a:r>
              <a:rPr lang="en-US" altLang="ko-KR" sz="1000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Module 2 – AX Design Project</a:t>
            </a:r>
            <a:endParaRPr lang="en-US" sz="1000" spc="0" dirty="0">
              <a:solidFill>
                <a:schemeClr val="bg1">
                  <a:lumMod val="6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5" name="제목 1">
            <a:extLst>
              <a:ext uri="{FF2B5EF4-FFF2-40B4-BE49-F238E27FC236}">
                <a16:creationId xmlns:a16="http://schemas.microsoft.com/office/drawing/2014/main" id="{43AC7154-511E-0E78-6248-A6BC92639584}"/>
              </a:ext>
            </a:extLst>
          </p:cNvPr>
          <p:cNvSpPr txBox="1">
            <a:spLocks/>
          </p:cNvSpPr>
          <p:nvPr/>
        </p:nvSpPr>
        <p:spPr>
          <a:xfrm>
            <a:off x="1767906" y="2882834"/>
            <a:ext cx="8656188" cy="289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en-US" altLang="ko-KR" sz="1600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Hi-tech </a:t>
            </a:r>
            <a:r>
              <a:rPr lang="ko-KR" altLang="en-US" sz="1600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현장 운영 구조 전환을 위한</a:t>
            </a:r>
            <a:r>
              <a:rPr lang="en-US" altLang="ko-KR" sz="1600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lang="ko-KR" altLang="en-US" sz="1600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생산성 최적화 </a:t>
            </a:r>
            <a:r>
              <a:rPr lang="en-US" altLang="ko-KR" sz="1600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 Agent : CPIA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67FB8D3-EAE0-41AB-7B48-7C8113331709}"/>
              </a:ext>
            </a:extLst>
          </p:cNvPr>
          <p:cNvSpPr/>
          <p:nvPr/>
        </p:nvSpPr>
        <p:spPr>
          <a:xfrm>
            <a:off x="1767906" y="3794971"/>
            <a:ext cx="2565838" cy="1261064"/>
          </a:xfrm>
          <a:prstGeom prst="rect">
            <a:avLst/>
          </a:prstGeom>
          <a:solidFill>
            <a:srgbClr val="15233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C2DF6E1-F622-CA3C-F90B-4E8315BAFB21}"/>
              </a:ext>
            </a:extLst>
          </p:cNvPr>
          <p:cNvSpPr/>
          <p:nvPr/>
        </p:nvSpPr>
        <p:spPr>
          <a:xfrm>
            <a:off x="4813081" y="3794971"/>
            <a:ext cx="2565838" cy="1261064"/>
          </a:xfrm>
          <a:prstGeom prst="rect">
            <a:avLst/>
          </a:prstGeom>
          <a:solidFill>
            <a:srgbClr val="15233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CAD972E-F211-4F99-342C-CB4CE8C9A1D7}"/>
              </a:ext>
            </a:extLst>
          </p:cNvPr>
          <p:cNvSpPr/>
          <p:nvPr/>
        </p:nvSpPr>
        <p:spPr>
          <a:xfrm>
            <a:off x="7858256" y="3794971"/>
            <a:ext cx="2565838" cy="1261064"/>
          </a:xfrm>
          <a:prstGeom prst="rect">
            <a:avLst/>
          </a:prstGeom>
          <a:solidFill>
            <a:srgbClr val="15233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822EDE-B7FE-9B7B-11CA-2478790B8DE7}"/>
              </a:ext>
            </a:extLst>
          </p:cNvPr>
          <p:cNvSpPr txBox="1"/>
          <p:nvPr/>
        </p:nvSpPr>
        <p:spPr>
          <a:xfrm>
            <a:off x="1991282" y="3939348"/>
            <a:ext cx="1261884" cy="1457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900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MONTHLY SAVING</a:t>
            </a:r>
            <a:endParaRPr lang="en-US" sz="900" spc="0" dirty="0">
              <a:solidFill>
                <a:schemeClr val="bg1">
                  <a:lumMod val="6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5C1A43-E1FC-F156-511B-1CA9490A90EC}"/>
              </a:ext>
            </a:extLst>
          </p:cNvPr>
          <p:cNvSpPr txBox="1"/>
          <p:nvPr/>
        </p:nvSpPr>
        <p:spPr>
          <a:xfrm>
            <a:off x="5068380" y="3939348"/>
            <a:ext cx="1107996" cy="1457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000" spc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US" altLang="ko-KR" sz="900" dirty="0"/>
              <a:t>REALLOCATION</a:t>
            </a:r>
            <a:endParaRPr lang="en-US" sz="9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A3A17D-193E-4256-9049-121BD290B22C}"/>
              </a:ext>
            </a:extLst>
          </p:cNvPr>
          <p:cNvSpPr txBox="1"/>
          <p:nvPr/>
        </p:nvSpPr>
        <p:spPr>
          <a:xfrm>
            <a:off x="8083923" y="3939348"/>
            <a:ext cx="1646605" cy="1457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000" spc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US" altLang="ko-KR" sz="900" dirty="0"/>
              <a:t>SCHEDULE ACCELATION</a:t>
            </a:r>
            <a:endParaRPr lang="en-US" sz="900" dirty="0"/>
          </a:p>
        </p:txBody>
      </p:sp>
      <p:sp>
        <p:nvSpPr>
          <p:cNvPr id="33" name="제목 1">
            <a:extLst>
              <a:ext uri="{FF2B5EF4-FFF2-40B4-BE49-F238E27FC236}">
                <a16:creationId xmlns:a16="http://schemas.microsoft.com/office/drawing/2014/main" id="{247010F0-AC66-C733-466A-3E544C5C6ED4}"/>
              </a:ext>
            </a:extLst>
          </p:cNvPr>
          <p:cNvSpPr txBox="1">
            <a:spLocks/>
          </p:cNvSpPr>
          <p:nvPr/>
        </p:nvSpPr>
        <p:spPr>
          <a:xfrm>
            <a:off x="1991282" y="4181604"/>
            <a:ext cx="1963881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ko-KR" sz="2800" dirty="0">
                <a:solidFill>
                  <a:srgbClr val="87E0EB"/>
                </a:solidFill>
                <a:latin typeface="+mj-ea"/>
                <a:cs typeface="Pretendard" panose="02000503000000020004" pitchFamily="50" charset="-127"/>
              </a:rPr>
              <a:t>2,155</a:t>
            </a:r>
            <a:r>
              <a:rPr lang="en-US" altLang="ko-KR" sz="28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 </a:t>
            </a:r>
            <a:r>
              <a:rPr lang="en-US" altLang="ko-KR" sz="14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h / M</a:t>
            </a:r>
          </a:p>
        </p:txBody>
      </p:sp>
      <p:sp>
        <p:nvSpPr>
          <p:cNvPr id="35" name="제목 1">
            <a:extLst>
              <a:ext uri="{FF2B5EF4-FFF2-40B4-BE49-F238E27FC236}">
                <a16:creationId xmlns:a16="http://schemas.microsoft.com/office/drawing/2014/main" id="{60C4F24D-883C-8FA6-D84C-7227794F062C}"/>
              </a:ext>
            </a:extLst>
          </p:cNvPr>
          <p:cNvSpPr txBox="1">
            <a:spLocks/>
          </p:cNvSpPr>
          <p:nvPr/>
        </p:nvSpPr>
        <p:spPr>
          <a:xfrm>
            <a:off x="1991282" y="4723501"/>
            <a:ext cx="1963881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ko-KR" sz="10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2,506h </a:t>
            </a:r>
            <a:r>
              <a:rPr lang="ko-KR" altLang="en-US" sz="10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수작업 → </a:t>
            </a:r>
            <a:r>
              <a:rPr lang="en-US" altLang="ko-KR" sz="10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351h AI </a:t>
            </a:r>
            <a:r>
              <a:rPr lang="ko-KR" altLang="en-US" sz="10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자동화</a:t>
            </a:r>
            <a:endParaRPr lang="en-US" altLang="ko-KR" sz="10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6" name="제목 1">
            <a:extLst>
              <a:ext uri="{FF2B5EF4-FFF2-40B4-BE49-F238E27FC236}">
                <a16:creationId xmlns:a16="http://schemas.microsoft.com/office/drawing/2014/main" id="{D129F432-0E6D-4D0C-1D70-F3FB7A389894}"/>
              </a:ext>
            </a:extLst>
          </p:cNvPr>
          <p:cNvSpPr txBox="1">
            <a:spLocks/>
          </p:cNvSpPr>
          <p:nvPr/>
        </p:nvSpPr>
        <p:spPr>
          <a:xfrm>
            <a:off x="5068380" y="4181604"/>
            <a:ext cx="1963881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ko-KR" sz="2800" dirty="0">
                <a:solidFill>
                  <a:srgbClr val="87E0EB"/>
                </a:solidFill>
                <a:latin typeface="+mj-ea"/>
                <a:cs typeface="Pretendard" panose="02000503000000020004" pitchFamily="50" charset="-127"/>
              </a:rPr>
              <a:t>15.3</a:t>
            </a:r>
            <a:r>
              <a:rPr lang="en-US" altLang="ko-KR" sz="28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 </a:t>
            </a:r>
            <a:r>
              <a:rPr lang="en-US" altLang="ko-KR" sz="14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MP</a:t>
            </a:r>
            <a:endParaRPr lang="en-US" altLang="ko-KR" sz="14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C1441C4B-DB0F-848E-8D64-F8D5651805C8}"/>
              </a:ext>
            </a:extLst>
          </p:cNvPr>
          <p:cNvSpPr txBox="1">
            <a:spLocks/>
          </p:cNvSpPr>
          <p:nvPr/>
        </p:nvSpPr>
        <p:spPr>
          <a:xfrm>
            <a:off x="5068380" y="4723501"/>
            <a:ext cx="2237295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ko-KR" sz="10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Middle Office → Front Office </a:t>
            </a:r>
            <a:r>
              <a:rPr lang="ko-KR" altLang="en-US" sz="10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재배치</a:t>
            </a:r>
            <a:endParaRPr lang="en-US" altLang="ko-KR" sz="10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8" name="제목 1">
            <a:extLst>
              <a:ext uri="{FF2B5EF4-FFF2-40B4-BE49-F238E27FC236}">
                <a16:creationId xmlns:a16="http://schemas.microsoft.com/office/drawing/2014/main" id="{84ECAF93-7609-17E9-0FE1-7560B3551A45}"/>
              </a:ext>
            </a:extLst>
          </p:cNvPr>
          <p:cNvSpPr txBox="1">
            <a:spLocks/>
          </p:cNvSpPr>
          <p:nvPr/>
        </p:nvSpPr>
        <p:spPr>
          <a:xfrm>
            <a:off x="8083923" y="4181604"/>
            <a:ext cx="1963881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ko-KR" sz="2800" dirty="0">
                <a:solidFill>
                  <a:srgbClr val="87E0EB"/>
                </a:solidFill>
                <a:latin typeface="+mj-ea"/>
                <a:cs typeface="Pretendard" panose="02000503000000020004" pitchFamily="50" charset="-127"/>
              </a:rPr>
              <a:t>3~7</a:t>
            </a:r>
            <a:r>
              <a:rPr lang="en-US" altLang="ko-KR" sz="28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 </a:t>
            </a:r>
            <a:r>
              <a:rPr lang="en-US" altLang="ko-KR" sz="14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Day / Site</a:t>
            </a:r>
            <a:endParaRPr lang="en-US" altLang="ko-KR" sz="14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793B0BD1-EE98-F7DC-BFF8-3F086CA15EE2}"/>
              </a:ext>
            </a:extLst>
          </p:cNvPr>
          <p:cNvSpPr txBox="1">
            <a:spLocks/>
          </p:cNvSpPr>
          <p:nvPr/>
        </p:nvSpPr>
        <p:spPr>
          <a:xfrm>
            <a:off x="8083923" y="4723501"/>
            <a:ext cx="1963881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ko-KR" sz="10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Faster Time to Yield</a:t>
            </a:r>
            <a:endParaRPr lang="en-US" altLang="ko-KR" sz="10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9654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AD9D51D-4234-C2C6-4AD1-CE98E9109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4">
            <a:extLst>
              <a:ext uri="{FF2B5EF4-FFF2-40B4-BE49-F238E27FC236}">
                <a16:creationId xmlns:a16="http://schemas.microsoft.com/office/drawing/2014/main" id="{A2A36178-3201-1181-3E66-3B863AB65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6762" y="5577672"/>
            <a:ext cx="3258476" cy="64977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t"/>
          <a:lstStyle/>
          <a:p>
            <a:pPr algn="ctr" defTabSz="843823" latinLnBrk="0">
              <a:lnSpc>
                <a:spcPct val="130000"/>
              </a:lnSpc>
              <a:spcAft>
                <a:spcPts val="554"/>
              </a:spcAft>
              <a:defRPr/>
            </a:pP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SK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에코플랜트 조형준 프로</a:t>
            </a:r>
            <a:b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`26.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06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5C4A4FE1-2A62-7088-37A3-9AAB9C32103A}"/>
              </a:ext>
            </a:extLst>
          </p:cNvPr>
          <p:cNvSpPr txBox="1">
            <a:spLocks/>
          </p:cNvSpPr>
          <p:nvPr/>
        </p:nvSpPr>
        <p:spPr>
          <a:xfrm>
            <a:off x="1767906" y="2343038"/>
            <a:ext cx="8656188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defRPr/>
            </a:pPr>
            <a:r>
              <a:rPr lang="ko-KR" altLang="en-US" sz="48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현장 </a:t>
            </a:r>
            <a:r>
              <a:rPr lang="en-US" altLang="ko-KR" sz="4800" dirty="0">
                <a:solidFill>
                  <a:srgbClr val="87E0EB"/>
                </a:solidFill>
                <a:latin typeface="+mj-ea"/>
                <a:cs typeface="Pretendard" panose="02000503000000020004" pitchFamily="50" charset="-127"/>
              </a:rPr>
              <a:t>Bottleneck</a:t>
            </a:r>
            <a:r>
              <a:rPr lang="ko-KR" altLang="en-US" sz="48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을 </a:t>
            </a:r>
            <a:endParaRPr lang="en-US" altLang="ko-KR" sz="4800" dirty="0">
              <a:solidFill>
                <a:schemeClr val="bg1"/>
              </a:solidFill>
              <a:latin typeface="+mj-ea"/>
              <a:cs typeface="Pretendard" panose="02000503000000020004" pitchFamily="50" charset="-127"/>
            </a:endParaRPr>
          </a:p>
          <a:p>
            <a:pPr algn="ctr">
              <a:defRPr/>
            </a:pPr>
            <a:r>
              <a:rPr lang="en-US" altLang="ko-KR" sz="48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AI Agent</a:t>
            </a:r>
            <a:r>
              <a:rPr lang="ko-KR" altLang="en-US" sz="48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로 재설계하다</a:t>
            </a:r>
            <a:endParaRPr lang="en-US" altLang="ko-KR" sz="28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5B4574-C598-96A8-F0FE-28494F34C0DF}"/>
              </a:ext>
            </a:extLst>
          </p:cNvPr>
          <p:cNvSpPr txBox="1"/>
          <p:nvPr/>
        </p:nvSpPr>
        <p:spPr>
          <a:xfrm>
            <a:off x="176845" y="198576"/>
            <a:ext cx="3363421" cy="253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1000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’26</a:t>
            </a:r>
            <a:r>
              <a:rPr lang="ko-KR" altLang="en-US" sz="1000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년 </a:t>
            </a:r>
            <a:r>
              <a:rPr lang="en-US" altLang="ko-KR" sz="1000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FLP </a:t>
            </a:r>
            <a:r>
              <a:rPr lang="ko-KR" altLang="en-US" sz="1000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과정 </a:t>
            </a:r>
            <a:r>
              <a:rPr lang="en-US" altLang="ko-KR" sz="1000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Module 2 – AX Design Project</a:t>
            </a:r>
            <a:endParaRPr lang="en-US" sz="1000" spc="0" dirty="0">
              <a:solidFill>
                <a:schemeClr val="bg1">
                  <a:lumMod val="6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3ECA46E-3A10-4602-BDBA-20AA2E916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8311" y="198576"/>
            <a:ext cx="3931557" cy="2457223"/>
          </a:xfrm>
          <a:prstGeom prst="rect">
            <a:avLst/>
          </a:prstGeom>
        </p:spPr>
      </p:pic>
      <p:sp>
        <p:nvSpPr>
          <p:cNvPr id="25" name="제목 1">
            <a:extLst>
              <a:ext uri="{FF2B5EF4-FFF2-40B4-BE49-F238E27FC236}">
                <a16:creationId xmlns:a16="http://schemas.microsoft.com/office/drawing/2014/main" id="{2E3B422C-8B45-C7BA-214D-8DF8C3F15333}"/>
              </a:ext>
            </a:extLst>
          </p:cNvPr>
          <p:cNvSpPr txBox="1">
            <a:spLocks/>
          </p:cNvSpPr>
          <p:nvPr/>
        </p:nvSpPr>
        <p:spPr>
          <a:xfrm>
            <a:off x="1767906" y="3927863"/>
            <a:ext cx="8656188" cy="289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ko-KR" altLang="en-US" sz="1600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현장 운영 구조 전환을 위한</a:t>
            </a:r>
            <a:r>
              <a:rPr lang="en-US" altLang="ko-KR" sz="1600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lang="ko-KR" altLang="en-US" sz="1600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생산성 최적화 </a:t>
            </a:r>
            <a:r>
              <a:rPr lang="en-US" altLang="ko-KR" sz="1600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 Agent : CPIA</a:t>
            </a:r>
          </a:p>
        </p:txBody>
      </p:sp>
    </p:spTree>
    <p:extLst>
      <p:ext uri="{BB962C8B-B14F-4D97-AF65-F5344CB8AC3E}">
        <p14:creationId xmlns:p14="http://schemas.microsoft.com/office/powerpoint/2010/main" val="260856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4A1D2-F1B7-9B83-1905-F9CAE3AB9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4C52A64A-8A8B-E2F7-BFBE-48BAC69FBB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1250" y="849830"/>
            <a:ext cx="7430496" cy="914866"/>
          </a:xfrm>
          <a:noFill/>
        </p:spPr>
        <p:txBody>
          <a:bodyPr wrap="none" rtlCol="0">
            <a:spAutoFit/>
          </a:bodyPr>
          <a:lstStyle/>
          <a:p>
            <a:pPr algn="l" defTabSz="1125444" latinLnBrk="1">
              <a:lnSpc>
                <a:spcPct val="110000"/>
              </a:lnSpc>
            </a:pP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단순 건설사를 넘어 </a:t>
            </a: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</a:rPr>
              <a:t>'AI Infra Solution Provider’</a:t>
            </a: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로의 </a:t>
            </a:r>
            <a:endParaRPr lang="en-US" altLang="ko-KR" sz="280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</a:endParaRPr>
          </a:p>
          <a:p>
            <a:pPr algn="l" defTabSz="1125444" latinLnBrk="1">
              <a:lnSpc>
                <a:spcPct val="110000"/>
              </a:lnSpc>
            </a:pP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근본적인 체질 개선을 추진 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C47100-8A25-4803-29F4-CD65A4C53775}"/>
              </a:ext>
            </a:extLst>
          </p:cNvPr>
          <p:cNvSpPr txBox="1"/>
          <p:nvPr/>
        </p:nvSpPr>
        <p:spPr>
          <a:xfrm>
            <a:off x="546078" y="317538"/>
            <a:ext cx="1765227" cy="286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A8B5C7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STRATEGIC CONTEXT</a:t>
            </a:r>
            <a:endParaRPr lang="en-US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A8B5C7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8" name="슬라이드 번호 개체 틀 25">
            <a:extLst>
              <a:ext uri="{FF2B5EF4-FFF2-40B4-BE49-F238E27FC236}">
                <a16:creationId xmlns:a16="http://schemas.microsoft.com/office/drawing/2014/main" id="{53007317-7254-0CF2-FB13-5C61C1735EF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45880" y="6603144"/>
            <a:ext cx="673003" cy="127856"/>
          </a:xfrm>
        </p:spPr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3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FE6717C-6FE7-C1A7-A3B6-2FD882BA550B}"/>
              </a:ext>
            </a:extLst>
          </p:cNvPr>
          <p:cNvSpPr/>
          <p:nvPr/>
        </p:nvSpPr>
        <p:spPr>
          <a:xfrm>
            <a:off x="237190" y="309149"/>
            <a:ext cx="274477" cy="274477"/>
          </a:xfrm>
          <a:prstGeom prst="rect">
            <a:avLst/>
          </a:prstGeom>
          <a:solidFill>
            <a:srgbClr val="16294A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" spc="25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54552D9-41BF-B072-A727-E3EB5297AE83}"/>
              </a:ext>
            </a:extLst>
          </p:cNvPr>
          <p:cNvSpPr/>
          <p:nvPr/>
        </p:nvSpPr>
        <p:spPr>
          <a:xfrm>
            <a:off x="703150" y="2335371"/>
            <a:ext cx="3196964" cy="3723599"/>
          </a:xfrm>
          <a:prstGeom prst="rect">
            <a:avLst/>
          </a:prstGeom>
          <a:solidFill>
            <a:srgbClr val="15233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D1FF799-64D5-06A4-8996-2A7B17659652}"/>
              </a:ext>
            </a:extLst>
          </p:cNvPr>
          <p:cNvSpPr/>
          <p:nvPr/>
        </p:nvSpPr>
        <p:spPr>
          <a:xfrm>
            <a:off x="4474245" y="2284571"/>
            <a:ext cx="3196964" cy="3723599"/>
          </a:xfrm>
          <a:prstGeom prst="rect">
            <a:avLst/>
          </a:prstGeom>
          <a:solidFill>
            <a:srgbClr val="15233A">
              <a:alpha val="60000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D6A1DEC-7BED-36B5-AD49-2BE6A68CD0DA}"/>
              </a:ext>
            </a:extLst>
          </p:cNvPr>
          <p:cNvSpPr/>
          <p:nvPr/>
        </p:nvSpPr>
        <p:spPr>
          <a:xfrm>
            <a:off x="8258436" y="2284571"/>
            <a:ext cx="3196964" cy="3723599"/>
          </a:xfrm>
          <a:prstGeom prst="rect">
            <a:avLst/>
          </a:prstGeom>
          <a:solidFill>
            <a:srgbClr val="15233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AE395B5-787A-D85A-85E2-78BC3CCC1DD4}"/>
              </a:ext>
            </a:extLst>
          </p:cNvPr>
          <p:cNvGrpSpPr/>
          <p:nvPr/>
        </p:nvGrpSpPr>
        <p:grpSpPr>
          <a:xfrm>
            <a:off x="4075395" y="4146370"/>
            <a:ext cx="204071" cy="127846"/>
            <a:chOff x="7276019" y="4585254"/>
            <a:chExt cx="225760" cy="138500"/>
          </a:xfrm>
          <a:solidFill>
            <a:srgbClr val="5CC4D9"/>
          </a:solidFill>
        </p:grpSpPr>
        <p:sp>
          <p:nvSpPr>
            <p:cNvPr id="33" name="L 도형 32">
              <a:extLst>
                <a:ext uri="{FF2B5EF4-FFF2-40B4-BE49-F238E27FC236}">
                  <a16:creationId xmlns:a16="http://schemas.microsoft.com/office/drawing/2014/main" id="{BFAA7CAC-0786-AD6D-C728-989B11B93174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276589" y="4584684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34" name="L 도형 33">
              <a:extLst>
                <a:ext uri="{FF2B5EF4-FFF2-40B4-BE49-F238E27FC236}">
                  <a16:creationId xmlns:a16="http://schemas.microsoft.com/office/drawing/2014/main" id="{1CE1F159-FF73-4F3D-58DF-3CE037CD6A38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362709" y="4584685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5CA6A22-FBD1-9111-AB4F-359CDD777A05}"/>
              </a:ext>
            </a:extLst>
          </p:cNvPr>
          <p:cNvGrpSpPr/>
          <p:nvPr/>
        </p:nvGrpSpPr>
        <p:grpSpPr>
          <a:xfrm>
            <a:off x="7843887" y="4146370"/>
            <a:ext cx="204071" cy="127846"/>
            <a:chOff x="7276019" y="4585254"/>
            <a:chExt cx="225760" cy="138500"/>
          </a:xfrm>
          <a:solidFill>
            <a:srgbClr val="5CC4D9"/>
          </a:solidFill>
        </p:grpSpPr>
        <p:sp>
          <p:nvSpPr>
            <p:cNvPr id="36" name="L 도형 35">
              <a:extLst>
                <a:ext uri="{FF2B5EF4-FFF2-40B4-BE49-F238E27FC236}">
                  <a16:creationId xmlns:a16="http://schemas.microsoft.com/office/drawing/2014/main" id="{0B15D146-0A8F-B3F1-69D4-B3E0CB47AC71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276589" y="4584684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37" name="L 도형 36">
              <a:extLst>
                <a:ext uri="{FF2B5EF4-FFF2-40B4-BE49-F238E27FC236}">
                  <a16:creationId xmlns:a16="http://schemas.microsoft.com/office/drawing/2014/main" id="{CA1CB597-8BB8-9ADC-FC8B-2C4BC0A227F6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362709" y="4584685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563AA213-E6DD-4F31-8021-1FD2D91C2E37}"/>
              </a:ext>
            </a:extLst>
          </p:cNvPr>
          <p:cNvSpPr txBox="1"/>
          <p:nvPr/>
        </p:nvSpPr>
        <p:spPr>
          <a:xfrm>
            <a:off x="1413941" y="2609389"/>
            <a:ext cx="1729584" cy="192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algn="ctr"/>
            <a:r>
              <a:rPr lang="en-US" sz="1200" b="1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CUSTOMER NEEDS </a:t>
            </a:r>
            <a:r>
              <a:rPr lang="ko-KR" altLang="en-US" sz="1200" b="1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변화</a:t>
            </a:r>
            <a:endParaRPr lang="en-US" sz="1200" b="1" spc="0" dirty="0">
              <a:solidFill>
                <a:schemeClr val="bg1">
                  <a:lumMod val="6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F68843-71DA-BCAB-16BC-FD853ADC0639}"/>
              </a:ext>
            </a:extLst>
          </p:cNvPr>
          <p:cNvSpPr txBox="1"/>
          <p:nvPr/>
        </p:nvSpPr>
        <p:spPr>
          <a:xfrm>
            <a:off x="8971919" y="2609389"/>
            <a:ext cx="1769995" cy="192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algn="ctr"/>
            <a:r>
              <a:rPr lang="en-US" sz="1200" b="1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 DELIVERY </a:t>
            </a:r>
            <a:r>
              <a:rPr lang="ko-KR" altLang="en-US" sz="1200" b="1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목표</a:t>
            </a:r>
            <a:endParaRPr lang="en-US" sz="1200" b="1" spc="0" dirty="0">
              <a:solidFill>
                <a:schemeClr val="bg1">
                  <a:lumMod val="6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FC49ED96-55BB-580D-F4B1-AFCA93F10A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01" t="53334" r="33268" b="7325"/>
          <a:stretch>
            <a:fillRect/>
          </a:stretch>
        </p:blipFill>
        <p:spPr>
          <a:xfrm>
            <a:off x="4480942" y="2284814"/>
            <a:ext cx="3190266" cy="372359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4E6830C-D34B-79A5-EAEA-093290842364}"/>
              </a:ext>
            </a:extLst>
          </p:cNvPr>
          <p:cNvSpPr txBox="1"/>
          <p:nvPr/>
        </p:nvSpPr>
        <p:spPr>
          <a:xfrm>
            <a:off x="5034695" y="2609389"/>
            <a:ext cx="2018403" cy="395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algn="ctr"/>
            <a:r>
              <a:rPr lang="ko-KR" altLang="en-US" sz="1200" b="1" spc="0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현 시점 </a:t>
            </a:r>
            <a:endParaRPr lang="en-US" altLang="ko-KR" sz="1200" b="1" spc="0" dirty="0">
              <a:solidFill>
                <a:srgbClr val="87E0EB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ctr"/>
            <a:r>
              <a:rPr lang="ko-KR" altLang="en-US" sz="1200" b="1" spc="0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본원적 경쟁력</a:t>
            </a:r>
            <a:endParaRPr lang="en-US" sz="1200" b="1" spc="0" dirty="0">
              <a:solidFill>
                <a:srgbClr val="87E0EB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07867E-4665-CB2C-6AFE-71D517C034CF}"/>
              </a:ext>
            </a:extLst>
          </p:cNvPr>
          <p:cNvSpPr txBox="1"/>
          <p:nvPr/>
        </p:nvSpPr>
        <p:spPr>
          <a:xfrm>
            <a:off x="5379359" y="3580927"/>
            <a:ext cx="13290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T2Y</a:t>
            </a:r>
          </a:p>
          <a:p>
            <a:pPr algn="ctr"/>
            <a:r>
              <a:rPr lang="en-US" altLang="ko-KR" sz="3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Faster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ECA157-5168-00FB-40CC-76721D50DFE6}"/>
              </a:ext>
            </a:extLst>
          </p:cNvPr>
          <p:cNvSpPr txBox="1"/>
          <p:nvPr/>
        </p:nvSpPr>
        <p:spPr>
          <a:xfrm>
            <a:off x="5222290" y="5105169"/>
            <a:ext cx="16432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Faster</a:t>
            </a:r>
            <a:r>
              <a:rPr lang="ko-KR" altLang="en-US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Time</a:t>
            </a:r>
            <a:r>
              <a:rPr lang="ko-KR" altLang="en-US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to</a:t>
            </a:r>
            <a:r>
              <a:rPr lang="ko-KR" altLang="en-US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Yield</a:t>
            </a:r>
          </a:p>
          <a:p>
            <a:pPr algn="ctr"/>
            <a:r>
              <a:rPr lang="ko-KR" altLang="en-US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고객의 </a:t>
            </a:r>
            <a:r>
              <a:rPr lang="en-US" altLang="ko-KR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T2Y </a:t>
            </a:r>
            <a:r>
              <a:rPr lang="ko-KR" altLang="en-US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단축</a:t>
            </a:r>
            <a:endParaRPr lang="en-US" altLang="ko-KR" sz="14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078F9A-E661-1332-8860-FB94E1F56E34}"/>
              </a:ext>
            </a:extLst>
          </p:cNvPr>
          <p:cNvSpPr txBox="1"/>
          <p:nvPr/>
        </p:nvSpPr>
        <p:spPr>
          <a:xfrm>
            <a:off x="1000759" y="3137978"/>
            <a:ext cx="258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Scale-up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9ABCB4-6A36-DED2-A119-27ED4E1D496F}"/>
              </a:ext>
            </a:extLst>
          </p:cNvPr>
          <p:cNvSpPr txBox="1"/>
          <p:nvPr/>
        </p:nvSpPr>
        <p:spPr>
          <a:xfrm>
            <a:off x="1059207" y="3568227"/>
            <a:ext cx="25041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FAB </a:t>
            </a:r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대형화</a:t>
            </a:r>
            <a:r>
              <a:rPr lang="en-US" altLang="ko-KR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, Hyperscale Data Center </a:t>
            </a:r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구축 </a:t>
            </a:r>
            <a:endParaRPr lang="en-US" altLang="ko-KR" sz="1000" b="0" i="0" dirty="0">
              <a:solidFill>
                <a:srgbClr val="A8B5C7"/>
              </a:solidFill>
              <a:effectLst/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  <a:p>
            <a:pPr algn="ctr"/>
            <a:r>
              <a:rPr lang="en-US" altLang="ko-KR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— </a:t>
            </a:r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투자 규모 확대로 공기 리스크 극대화</a:t>
            </a:r>
            <a:endParaRPr lang="ko-KR" altLang="en-US" sz="1000" dirty="0"/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791062E-1A2D-55A1-5451-16D5B648F5F3}"/>
              </a:ext>
            </a:extLst>
          </p:cNvPr>
          <p:cNvCxnSpPr/>
          <p:nvPr/>
        </p:nvCxnSpPr>
        <p:spPr>
          <a:xfrm>
            <a:off x="1045416" y="4238660"/>
            <a:ext cx="2588631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151F7F7-7618-D3BD-E5A8-DB17CDBBE474}"/>
              </a:ext>
            </a:extLst>
          </p:cNvPr>
          <p:cNvSpPr txBox="1"/>
          <p:nvPr/>
        </p:nvSpPr>
        <p:spPr>
          <a:xfrm>
            <a:off x="1000759" y="4495950"/>
            <a:ext cx="258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Fast Track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EE4AA31-D715-1475-4DC5-C3ED5216742C}"/>
              </a:ext>
            </a:extLst>
          </p:cNvPr>
          <p:cNvSpPr txBox="1"/>
          <p:nvPr/>
        </p:nvSpPr>
        <p:spPr>
          <a:xfrm>
            <a:off x="1045416" y="4926199"/>
            <a:ext cx="25041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NVIDIA GPU </a:t>
            </a:r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메모리 양산 압박</a:t>
            </a:r>
            <a:r>
              <a:rPr lang="en-US" altLang="ko-KR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, </a:t>
            </a:r>
          </a:p>
          <a:p>
            <a:pPr algn="ctr"/>
            <a:r>
              <a:rPr lang="en-US" altLang="ko-KR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40MW AI DC 21</a:t>
            </a:r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개월 내 구축 요구</a:t>
            </a:r>
            <a:endParaRPr lang="ko-KR" alt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32B185C-4FFD-9856-6528-E7919C1094F4}"/>
              </a:ext>
            </a:extLst>
          </p:cNvPr>
          <p:cNvSpPr txBox="1"/>
          <p:nvPr/>
        </p:nvSpPr>
        <p:spPr>
          <a:xfrm>
            <a:off x="8712178" y="3504158"/>
            <a:ext cx="2289474" cy="1136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고객에게</a:t>
            </a:r>
          </a:p>
          <a:p>
            <a:pPr algn="ctr">
              <a:lnSpc>
                <a:spcPct val="150000"/>
              </a:lnSpc>
            </a:pPr>
            <a:r>
              <a:rPr lang="en-US" altLang="ko-KR" sz="2400" b="1" spc="-74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Time Value </a:t>
            </a:r>
            <a:r>
              <a:rPr lang="ko-KR" altLang="en-US" sz="2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제공</a:t>
            </a:r>
            <a:endParaRPr lang="en-US" altLang="ko-KR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927ACD-C02F-4277-DFC5-FC82B0091835}"/>
              </a:ext>
            </a:extLst>
          </p:cNvPr>
          <p:cNvSpPr txBox="1"/>
          <p:nvPr/>
        </p:nvSpPr>
        <p:spPr>
          <a:xfrm>
            <a:off x="9269109" y="5105169"/>
            <a:ext cx="1175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공기단축 </a:t>
            </a:r>
            <a:r>
              <a:rPr lang="en-US" altLang="ko-KR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일당 </a:t>
            </a:r>
            <a:endParaRPr lang="en-US" altLang="ko-KR" sz="14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400" b="1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수억원의</a:t>
            </a:r>
            <a:r>
              <a:rPr lang="ko-KR" altLang="en-US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가치</a:t>
            </a:r>
            <a:endParaRPr lang="en-US" altLang="ko-KR" sz="14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854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53DD9-C0F9-20D1-1A33-FBE84A5C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9DA830F9-4998-CB70-4412-386E90ADD9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1250" y="849830"/>
            <a:ext cx="5756897" cy="442622"/>
          </a:xfrm>
          <a:noFill/>
        </p:spPr>
        <p:txBody>
          <a:bodyPr wrap="none" rtlCol="0">
            <a:spAutoFit/>
          </a:bodyPr>
          <a:lstStyle/>
          <a:p>
            <a:pPr algn="l" defTabSz="1125444" latinLnBrk="1">
              <a:lnSpc>
                <a:spcPct val="110000"/>
              </a:lnSpc>
            </a:pP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Hi-tech </a:t>
            </a: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현장</a:t>
            </a: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의</a:t>
            </a: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</a:rPr>
              <a:t>Bottleneck</a:t>
            </a: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은 어디인가</a:t>
            </a: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D0E6C0-1DAA-98E4-070D-54989371E44B}"/>
              </a:ext>
            </a:extLst>
          </p:cNvPr>
          <p:cNvSpPr txBox="1"/>
          <p:nvPr/>
        </p:nvSpPr>
        <p:spPr>
          <a:xfrm>
            <a:off x="546078" y="317538"/>
            <a:ext cx="928459" cy="286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A8B5C7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APPROACH</a:t>
            </a:r>
            <a:endParaRPr lang="en-US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A8B5C7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0D79240-59FB-8578-D624-C50C7F2D129C}"/>
              </a:ext>
            </a:extLst>
          </p:cNvPr>
          <p:cNvSpPr/>
          <p:nvPr/>
        </p:nvSpPr>
        <p:spPr>
          <a:xfrm>
            <a:off x="237190" y="309149"/>
            <a:ext cx="274477" cy="274477"/>
          </a:xfrm>
          <a:prstGeom prst="rect">
            <a:avLst/>
          </a:prstGeom>
          <a:solidFill>
            <a:srgbClr val="16294A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" spc="25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D05CA8-93FC-99C3-6F32-8D41B9A6C7E3}"/>
              </a:ext>
            </a:extLst>
          </p:cNvPr>
          <p:cNvSpPr txBox="1"/>
          <p:nvPr/>
        </p:nvSpPr>
        <p:spPr>
          <a:xfrm>
            <a:off x="665050" y="1427187"/>
            <a:ext cx="912665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6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개 현장 </a:t>
            </a:r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321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개 </a:t>
            </a:r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Activity 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전수조사로 탐색하여</a:t>
            </a:r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,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 </a:t>
            </a:r>
            <a:r>
              <a:rPr lang="ko-KR" altLang="en-US" sz="1400" dirty="0">
                <a:solidFill>
                  <a:srgbClr val="87E0E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현장 작업 집계 </a:t>
            </a:r>
            <a:r>
              <a:rPr lang="en-US" altLang="ko-KR" sz="1400" dirty="0">
                <a:solidFill>
                  <a:srgbClr val="87E0E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· </a:t>
            </a:r>
            <a:r>
              <a:rPr lang="ko-KR" altLang="en-US" sz="1400" dirty="0">
                <a:solidFill>
                  <a:srgbClr val="87E0E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보고 </a:t>
            </a:r>
            <a:r>
              <a:rPr lang="en-US" altLang="ko-KR" sz="1400" dirty="0">
                <a:solidFill>
                  <a:srgbClr val="87E0E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· </a:t>
            </a:r>
            <a:r>
              <a:rPr lang="ko-KR" altLang="en-US" sz="1400" dirty="0">
                <a:solidFill>
                  <a:srgbClr val="87E0E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분석 업무에 </a:t>
            </a:r>
            <a:r>
              <a:rPr lang="en-US" altLang="ko-KR" sz="1400" dirty="0">
                <a:solidFill>
                  <a:srgbClr val="87E0E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Pain Point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가 있음을 확인</a:t>
            </a:r>
            <a:b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</a:br>
            <a:r>
              <a:rPr lang="en-US" altLang="ko-KR" sz="12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</a:t>
            </a:r>
            <a:r>
              <a:rPr lang="ko-KR" altLang="en-US" sz="12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청주 </a:t>
            </a:r>
            <a:r>
              <a:rPr lang="en-US" altLang="ko-KR" sz="12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</a:t>
            </a:r>
            <a:r>
              <a:rPr lang="ko-KR" altLang="en-US" sz="12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 </a:t>
            </a:r>
            <a:r>
              <a:rPr lang="en-US" altLang="ko-KR" sz="12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M15X,P&amp;T3 / </a:t>
            </a:r>
            <a:r>
              <a:rPr lang="ko-KR" altLang="en-US" sz="12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용인 </a:t>
            </a:r>
            <a:r>
              <a:rPr lang="en-US" altLang="ko-KR" sz="12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</a:t>
            </a:r>
            <a:r>
              <a:rPr lang="ko-KR" altLang="en-US" sz="12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 </a:t>
            </a:r>
            <a:r>
              <a:rPr lang="en-US" altLang="ko-KR" sz="12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Y1 OBL,IBL / </a:t>
            </a:r>
            <a:r>
              <a:rPr lang="ko-KR" altLang="en-US" sz="12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미국 </a:t>
            </a:r>
            <a:r>
              <a:rPr lang="en-US" altLang="ko-KR" sz="12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– Indiana)</a:t>
            </a:r>
            <a:endParaRPr lang="en-US" altLang="ko-KR" sz="1400" dirty="0">
              <a:solidFill>
                <a:srgbClr val="A8B5C7"/>
              </a:solidFill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81A250-9B83-134A-575D-C7AE98882CD9}"/>
              </a:ext>
            </a:extLst>
          </p:cNvPr>
          <p:cNvSpPr/>
          <p:nvPr/>
        </p:nvSpPr>
        <p:spPr>
          <a:xfrm>
            <a:off x="741250" y="2115419"/>
            <a:ext cx="5070080" cy="4154328"/>
          </a:xfrm>
          <a:prstGeom prst="rect">
            <a:avLst/>
          </a:prstGeom>
          <a:solidFill>
            <a:srgbClr val="15233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76038A-9810-341B-A78A-78EAE30DA2FD}"/>
              </a:ext>
            </a:extLst>
          </p:cNvPr>
          <p:cNvSpPr txBox="1"/>
          <p:nvPr/>
        </p:nvSpPr>
        <p:spPr>
          <a:xfrm>
            <a:off x="1010305" y="2285892"/>
            <a:ext cx="3546544" cy="192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ko-KR" altLang="en-US" sz="1200" b="1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현장 </a:t>
            </a:r>
            <a:r>
              <a:rPr lang="en-US" altLang="ko-KR" sz="1200" b="1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Activity </a:t>
            </a:r>
            <a:r>
              <a:rPr lang="ko-KR" altLang="en-US" sz="1200" b="1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분석 결과</a:t>
            </a:r>
            <a:endParaRPr lang="en-US" sz="1200" b="1" spc="0" dirty="0">
              <a:solidFill>
                <a:schemeClr val="bg1">
                  <a:lumMod val="6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EAC9AFA-0914-C893-E9B9-314A8C993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450505"/>
              </p:ext>
            </p:extLst>
          </p:nvPr>
        </p:nvGraphicFramePr>
        <p:xfrm>
          <a:off x="1010305" y="2648854"/>
          <a:ext cx="4371318" cy="3366896"/>
        </p:xfrm>
        <a:graphic>
          <a:graphicData uri="http://schemas.openxmlformats.org/drawingml/2006/table">
            <a:tbl>
              <a:tblPr/>
              <a:tblGrid>
                <a:gridCol w="249886">
                  <a:extLst>
                    <a:ext uri="{9D8B030D-6E8A-4147-A177-3AD203B41FA5}">
                      <a16:colId xmlns:a16="http://schemas.microsoft.com/office/drawing/2014/main" val="2527501052"/>
                    </a:ext>
                  </a:extLst>
                </a:gridCol>
                <a:gridCol w="1930001">
                  <a:extLst>
                    <a:ext uri="{9D8B030D-6E8A-4147-A177-3AD203B41FA5}">
                      <a16:colId xmlns:a16="http://schemas.microsoft.com/office/drawing/2014/main" val="2245732453"/>
                    </a:ext>
                  </a:extLst>
                </a:gridCol>
                <a:gridCol w="702244">
                  <a:extLst>
                    <a:ext uri="{9D8B030D-6E8A-4147-A177-3AD203B41FA5}">
                      <a16:colId xmlns:a16="http://schemas.microsoft.com/office/drawing/2014/main" val="1289558458"/>
                    </a:ext>
                  </a:extLst>
                </a:gridCol>
                <a:gridCol w="586128">
                  <a:extLst>
                    <a:ext uri="{9D8B030D-6E8A-4147-A177-3AD203B41FA5}">
                      <a16:colId xmlns:a16="http://schemas.microsoft.com/office/drawing/2014/main" val="522648952"/>
                    </a:ext>
                  </a:extLst>
                </a:gridCol>
                <a:gridCol w="554156">
                  <a:extLst>
                    <a:ext uri="{9D8B030D-6E8A-4147-A177-3AD203B41FA5}">
                      <a16:colId xmlns:a16="http://schemas.microsoft.com/office/drawing/2014/main" val="1840915705"/>
                    </a:ext>
                  </a:extLst>
                </a:gridCol>
                <a:gridCol w="348903">
                  <a:extLst>
                    <a:ext uri="{9D8B030D-6E8A-4147-A177-3AD203B41FA5}">
                      <a16:colId xmlns:a16="http://schemas.microsoft.com/office/drawing/2014/main" val="3578143006"/>
                    </a:ext>
                  </a:extLst>
                </a:gridCol>
              </a:tblGrid>
              <a:tr h="211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Chunks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Activities</a:t>
                      </a:r>
                      <a:endParaRPr lang="ko-KR" altLang="en-US" sz="10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H/M</a:t>
                      </a:r>
                      <a:endParaRPr lang="ko-KR" altLang="en-US" sz="10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Ratio</a:t>
                      </a:r>
                      <a:endParaRPr lang="ko-KR" altLang="en-US" sz="10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CPIA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99988"/>
                  </a:ext>
                </a:extLst>
              </a:tr>
              <a:tr h="211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</a:t>
                      </a:r>
                      <a:endParaRPr lang="en-US" sz="1000" dirty="0">
                        <a:solidFill>
                          <a:srgbClr val="87E0EB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작업일보 취합</a:t>
                      </a:r>
                      <a:r>
                        <a:rPr lang="en-US" altLang="ko-KR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집계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23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1,285h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16.7%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★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702668"/>
                  </a:ext>
                </a:extLst>
              </a:tr>
              <a:tr h="410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</a:t>
                      </a:r>
                      <a:endParaRPr lang="en-US" sz="1000" dirty="0">
                        <a:solidFill>
                          <a:srgbClr val="87E0EB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정기 보고서 작성 </a:t>
                      </a:r>
                      <a:br>
                        <a:rPr lang="en-US" altLang="ko-KR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Weekly/Monthly </a:t>
                      </a:r>
                      <a:r>
                        <a:rPr lang="ko-KR" altLang="en-US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등</a:t>
                      </a:r>
                      <a:r>
                        <a:rPr lang="en-US" altLang="ko-KR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19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876h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11.4%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★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26110"/>
                  </a:ext>
                </a:extLst>
              </a:tr>
              <a:tr h="211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</a:t>
                      </a:r>
                      <a:endParaRPr lang="en-US" sz="1000">
                        <a:solidFill>
                          <a:srgbClr val="87E0EB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생산성</a:t>
                      </a:r>
                      <a:r>
                        <a:rPr lang="en-US" altLang="ko-KR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 dirty="0" err="1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공정률</a:t>
                      </a:r>
                      <a:r>
                        <a:rPr lang="ko-KR" altLang="en-US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분석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18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423h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5.5%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★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124636"/>
                  </a:ext>
                </a:extLst>
              </a:tr>
              <a:tr h="211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</a:t>
                      </a:r>
                      <a:endParaRPr lang="en-US" sz="1000">
                        <a:solidFill>
                          <a:srgbClr val="87E0EB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공기</a:t>
                      </a:r>
                      <a:r>
                        <a:rPr lang="en-US" altLang="ko-KR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공정 예측</a:t>
                      </a:r>
                      <a:r>
                        <a:rPr lang="en-US" altLang="ko-KR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리스크 탐지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26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532h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6.9%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>
                          <a:solidFill>
                            <a:srgbClr val="87E0EB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★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003780"/>
                  </a:ext>
                </a:extLst>
              </a:tr>
              <a:tr h="211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</a:t>
                      </a:r>
                      <a:endParaRPr lang="en-US" sz="1000">
                        <a:solidFill>
                          <a:schemeClr val="bg1">
                            <a:lumMod val="8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회의</a:t>
                      </a: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MOM </a:t>
                      </a: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작성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16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227h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2.9%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  <a:endParaRPr lang="ko-KR" altLang="en-US" sz="10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702113"/>
                  </a:ext>
                </a:extLst>
              </a:tr>
              <a:tr h="211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설계</a:t>
                      </a: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엔지니어링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63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1,511h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19.6%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387528"/>
                  </a:ext>
                </a:extLst>
              </a:tr>
              <a:tr h="211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안전</a:t>
                      </a: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보건</a:t>
                      </a: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환경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38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579h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7.5%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246085"/>
                  </a:ext>
                </a:extLst>
              </a:tr>
              <a:tr h="211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예산</a:t>
                      </a: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원가</a:t>
                      </a: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계약</a:t>
                      </a: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정산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46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770h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10.0%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472030"/>
                  </a:ext>
                </a:extLst>
              </a:tr>
              <a:tr h="211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품질 관리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42h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0.5%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736041"/>
                  </a:ext>
                </a:extLst>
              </a:tr>
              <a:tr h="211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J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기술</a:t>
                      </a: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법무</a:t>
                      </a: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규제</a:t>
                      </a: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지식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18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1,005h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13.0%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908878"/>
                  </a:ext>
                </a:extLst>
              </a:tr>
              <a:tr h="211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K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인사</a:t>
                      </a: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조직</a:t>
                      </a: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교육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75h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1.0%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25126"/>
                  </a:ext>
                </a:extLst>
              </a:tr>
              <a:tr h="211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자산</a:t>
                      </a: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운영</a:t>
                      </a: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이슈관리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181h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2.3%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726627"/>
                  </a:ext>
                </a:extLst>
              </a:tr>
              <a:tr h="211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Water/</a:t>
                      </a:r>
                      <a:r>
                        <a:rPr lang="ko-KR" alt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솔루션 운전 데이터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100h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1.3%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890314"/>
                  </a:ext>
                </a:extLst>
              </a:tr>
              <a:tr h="211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기타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33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102h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1.3%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993009"/>
                  </a:ext>
                </a:extLst>
              </a:tr>
            </a:tbl>
          </a:graphicData>
        </a:graphic>
      </p:graphicFrame>
      <p:sp>
        <p:nvSpPr>
          <p:cNvPr id="10" name="오른쪽 중괄호 9">
            <a:extLst>
              <a:ext uri="{FF2B5EF4-FFF2-40B4-BE49-F238E27FC236}">
                <a16:creationId xmlns:a16="http://schemas.microsoft.com/office/drawing/2014/main" id="{C3776920-66C0-1FB9-FB28-1264F99A84C1}"/>
              </a:ext>
            </a:extLst>
          </p:cNvPr>
          <p:cNvSpPr/>
          <p:nvPr/>
        </p:nvSpPr>
        <p:spPr>
          <a:xfrm>
            <a:off x="5457825" y="2891035"/>
            <a:ext cx="114300" cy="972344"/>
          </a:xfrm>
          <a:prstGeom prst="rightBrace">
            <a:avLst/>
          </a:prstGeom>
          <a:ln w="12700">
            <a:solidFill>
              <a:srgbClr val="87E0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E24CBF-A88E-5238-DADA-F0396EC264A0}"/>
              </a:ext>
            </a:extLst>
          </p:cNvPr>
          <p:cNvSpPr/>
          <p:nvPr/>
        </p:nvSpPr>
        <p:spPr>
          <a:xfrm>
            <a:off x="6380672" y="2115419"/>
            <a:ext cx="5070080" cy="2038771"/>
          </a:xfrm>
          <a:prstGeom prst="rect">
            <a:avLst/>
          </a:prstGeom>
          <a:solidFill>
            <a:srgbClr val="15233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58C61D-77B2-4D8F-C9B6-2E2E97EFE874}"/>
              </a:ext>
            </a:extLst>
          </p:cNvPr>
          <p:cNvSpPr txBox="1"/>
          <p:nvPr/>
        </p:nvSpPr>
        <p:spPr>
          <a:xfrm>
            <a:off x="6651292" y="2270196"/>
            <a:ext cx="2593467" cy="32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정기 보고를 위한 취합</a:t>
            </a:r>
            <a:r>
              <a:rPr lang="en-US" altLang="ko-KR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4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분석 작업 투입</a:t>
            </a:r>
            <a:endParaRPr lang="en-US" altLang="ko-KR" sz="14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제목 1">
            <a:extLst>
              <a:ext uri="{FF2B5EF4-FFF2-40B4-BE49-F238E27FC236}">
                <a16:creationId xmlns:a16="http://schemas.microsoft.com/office/drawing/2014/main" id="{0544D680-837B-D4FA-5314-1E8B56FC9647}"/>
              </a:ext>
            </a:extLst>
          </p:cNvPr>
          <p:cNvSpPr txBox="1">
            <a:spLocks/>
          </p:cNvSpPr>
          <p:nvPr/>
        </p:nvSpPr>
        <p:spPr>
          <a:xfrm>
            <a:off x="8209174" y="2897655"/>
            <a:ext cx="1519021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ko-KR" sz="2400" dirty="0">
                <a:solidFill>
                  <a:srgbClr val="87E0EB"/>
                </a:solidFill>
                <a:latin typeface="+mj-ea"/>
                <a:cs typeface="Pretendard" panose="02000503000000020004" pitchFamily="50" charset="-127"/>
              </a:rPr>
              <a:t>2,506</a:t>
            </a:r>
            <a:r>
              <a:rPr lang="en-US" altLang="ko-KR" sz="24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 </a:t>
            </a:r>
            <a:r>
              <a:rPr lang="en-US" altLang="ko-KR" sz="12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h/M</a:t>
            </a:r>
            <a:endParaRPr lang="en-US" altLang="ko-KR" sz="12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4" name="제목 1">
            <a:extLst>
              <a:ext uri="{FF2B5EF4-FFF2-40B4-BE49-F238E27FC236}">
                <a16:creationId xmlns:a16="http://schemas.microsoft.com/office/drawing/2014/main" id="{ECDA01BD-7856-D11C-439A-F6811E506DBF}"/>
              </a:ext>
            </a:extLst>
          </p:cNvPr>
          <p:cNvSpPr txBox="1">
            <a:spLocks/>
          </p:cNvSpPr>
          <p:nvPr/>
        </p:nvSpPr>
        <p:spPr>
          <a:xfrm>
            <a:off x="8209174" y="3296903"/>
            <a:ext cx="1519021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반복적 데이터 집계</a:t>
            </a:r>
            <a:r>
              <a:rPr lang="en-US" altLang="ko-KR" sz="10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·</a:t>
            </a:r>
            <a:r>
              <a:rPr lang="ko-KR" altLang="en-US" sz="10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보고</a:t>
            </a:r>
            <a:endParaRPr lang="en-US" altLang="ko-KR" sz="10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8ADE19A-8D0A-5E71-FE4F-EE3B7FA25390}"/>
              </a:ext>
            </a:extLst>
          </p:cNvPr>
          <p:cNvCxnSpPr>
            <a:cxnSpLocks/>
          </p:cNvCxnSpPr>
          <p:nvPr/>
        </p:nvCxnSpPr>
        <p:spPr>
          <a:xfrm>
            <a:off x="6709033" y="2717589"/>
            <a:ext cx="4426620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제목 1">
            <a:extLst>
              <a:ext uri="{FF2B5EF4-FFF2-40B4-BE49-F238E27FC236}">
                <a16:creationId xmlns:a16="http://schemas.microsoft.com/office/drawing/2014/main" id="{51FF66D9-EAA8-7AA2-197A-582A25A0F62C}"/>
              </a:ext>
            </a:extLst>
          </p:cNvPr>
          <p:cNvSpPr txBox="1">
            <a:spLocks/>
          </p:cNvSpPr>
          <p:nvPr/>
        </p:nvSpPr>
        <p:spPr>
          <a:xfrm>
            <a:off x="10173056" y="2897655"/>
            <a:ext cx="106746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ko-KR" sz="2400" dirty="0">
                <a:solidFill>
                  <a:srgbClr val="87E0EB"/>
                </a:solidFill>
                <a:latin typeface="+mj-ea"/>
                <a:cs typeface="Pretendard" panose="02000503000000020004" pitchFamily="50" charset="-127"/>
              </a:rPr>
              <a:t>17</a:t>
            </a:r>
            <a:r>
              <a:rPr lang="en-US" altLang="ko-KR" sz="24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 </a:t>
            </a:r>
            <a:r>
              <a:rPr lang="en-US" altLang="ko-KR" sz="12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MP</a:t>
            </a:r>
            <a:endParaRPr lang="en-US" altLang="ko-KR" sz="12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8" name="제목 1">
            <a:extLst>
              <a:ext uri="{FF2B5EF4-FFF2-40B4-BE49-F238E27FC236}">
                <a16:creationId xmlns:a16="http://schemas.microsoft.com/office/drawing/2014/main" id="{667AD931-FF81-7547-BF70-ED071B9D595E}"/>
              </a:ext>
            </a:extLst>
          </p:cNvPr>
          <p:cNvSpPr txBox="1">
            <a:spLocks/>
          </p:cNvSpPr>
          <p:nvPr/>
        </p:nvSpPr>
        <p:spPr>
          <a:xfrm>
            <a:off x="10173056" y="3296903"/>
            <a:ext cx="1067468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+mj-ea"/>
                <a:ea typeface="Pretendard SemiBold" panose="02000703000000020004" pitchFamily="50" charset="-127"/>
                <a:cs typeface="Pretendard" panose="02000503000000020004" pitchFamily="50" charset="-127"/>
              </a:rPr>
              <a:t>투입 인력 환산</a:t>
            </a:r>
            <a:endParaRPr lang="en-US" altLang="ko-KR" sz="10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5" name="제목 1">
            <a:extLst>
              <a:ext uri="{FF2B5EF4-FFF2-40B4-BE49-F238E27FC236}">
                <a16:creationId xmlns:a16="http://schemas.microsoft.com/office/drawing/2014/main" id="{24438F15-72CE-AE09-7756-2FD74AA7D6B5}"/>
              </a:ext>
            </a:extLst>
          </p:cNvPr>
          <p:cNvSpPr txBox="1">
            <a:spLocks/>
          </p:cNvSpPr>
          <p:nvPr/>
        </p:nvSpPr>
        <p:spPr>
          <a:xfrm>
            <a:off x="6709033" y="2897655"/>
            <a:ext cx="1519021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ko-KR" sz="2400" dirty="0">
                <a:solidFill>
                  <a:srgbClr val="87E0EB"/>
                </a:solidFill>
                <a:latin typeface="+mj-ea"/>
                <a:cs typeface="Pretendard" panose="02000503000000020004" pitchFamily="50" charset="-127"/>
              </a:rPr>
              <a:t>6</a:t>
            </a:r>
            <a:r>
              <a:rPr lang="en-US" altLang="ko-KR" sz="24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 </a:t>
            </a:r>
            <a:r>
              <a:rPr lang="en-US" altLang="ko-KR" sz="12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Site</a:t>
            </a:r>
            <a:endParaRPr lang="en-US" altLang="ko-KR" sz="12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8" name="제목 1">
            <a:extLst>
              <a:ext uri="{FF2B5EF4-FFF2-40B4-BE49-F238E27FC236}">
                <a16:creationId xmlns:a16="http://schemas.microsoft.com/office/drawing/2014/main" id="{66CDEEED-74B1-3B22-C2F9-0D20251B220E}"/>
              </a:ext>
            </a:extLst>
          </p:cNvPr>
          <p:cNvSpPr txBox="1">
            <a:spLocks/>
          </p:cNvSpPr>
          <p:nvPr/>
        </p:nvSpPr>
        <p:spPr>
          <a:xfrm>
            <a:off x="6709033" y="3296903"/>
            <a:ext cx="1519021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ko-KR"/>
            </a:defPPr>
            <a:lvl1pPr latinLnBrk="0">
              <a:spcBef>
                <a:spcPts val="0"/>
              </a:spcBef>
              <a:buNone/>
              <a:defRPr sz="1000" b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동일 구조 반복 확인</a:t>
            </a:r>
            <a:endParaRPr lang="en-US" altLang="ko-KR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9BCDFAE1-0575-258F-A93A-DD54348C3E13}"/>
              </a:ext>
            </a:extLst>
          </p:cNvPr>
          <p:cNvCxnSpPr>
            <a:cxnSpLocks/>
          </p:cNvCxnSpPr>
          <p:nvPr/>
        </p:nvCxnSpPr>
        <p:spPr>
          <a:xfrm>
            <a:off x="6709033" y="3644689"/>
            <a:ext cx="4426620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CC63080-5BB8-94ED-EBE0-EEC05472AB41}"/>
              </a:ext>
            </a:extLst>
          </p:cNvPr>
          <p:cNvSpPr txBox="1"/>
          <p:nvPr/>
        </p:nvSpPr>
        <p:spPr>
          <a:xfrm>
            <a:off x="6709033" y="3807457"/>
            <a:ext cx="3886617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T2Y</a:t>
            </a:r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를 저해하는 보이지 않는 변수 </a:t>
            </a:r>
            <a:r>
              <a:rPr lang="en-US" altLang="ko-KR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— </a:t>
            </a:r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곧 수억 원의 손실로 직결</a:t>
            </a:r>
            <a:endParaRPr lang="ko-KR" altLang="en-US" sz="100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378F189-7FC6-AAAF-FC95-B54352C90FEC}"/>
              </a:ext>
            </a:extLst>
          </p:cNvPr>
          <p:cNvSpPr/>
          <p:nvPr/>
        </p:nvSpPr>
        <p:spPr>
          <a:xfrm>
            <a:off x="6380672" y="4427262"/>
            <a:ext cx="5070080" cy="1821692"/>
          </a:xfrm>
          <a:prstGeom prst="rect">
            <a:avLst/>
          </a:prstGeom>
          <a:solidFill>
            <a:srgbClr val="15233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DED89F7A-D44B-A079-BE38-2B23BB6AF317}"/>
              </a:ext>
            </a:extLst>
          </p:cNvPr>
          <p:cNvGrpSpPr/>
          <p:nvPr/>
        </p:nvGrpSpPr>
        <p:grpSpPr>
          <a:xfrm>
            <a:off x="5966308" y="4064737"/>
            <a:ext cx="208394" cy="127846"/>
            <a:chOff x="7276019" y="4585254"/>
            <a:chExt cx="225760" cy="138500"/>
          </a:xfrm>
          <a:solidFill>
            <a:srgbClr val="5CC4D9"/>
          </a:solidFill>
        </p:grpSpPr>
        <p:sp>
          <p:nvSpPr>
            <p:cNvPr id="58" name="L 도형 57">
              <a:extLst>
                <a:ext uri="{FF2B5EF4-FFF2-40B4-BE49-F238E27FC236}">
                  <a16:creationId xmlns:a16="http://schemas.microsoft.com/office/drawing/2014/main" id="{AC430C3E-B0DE-427F-5689-EDC074A19821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276589" y="4584684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59" name="L 도형 58">
              <a:extLst>
                <a:ext uri="{FF2B5EF4-FFF2-40B4-BE49-F238E27FC236}">
                  <a16:creationId xmlns:a16="http://schemas.microsoft.com/office/drawing/2014/main" id="{F4404FB8-E8C7-8D5E-C571-374DFF58D7FB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362709" y="4584685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C21B7DEF-2171-CBB3-CE67-8F2F96DBFC9C}"/>
              </a:ext>
            </a:extLst>
          </p:cNvPr>
          <p:cNvSpPr txBox="1"/>
          <p:nvPr/>
        </p:nvSpPr>
        <p:spPr>
          <a:xfrm>
            <a:off x="6651292" y="4643741"/>
            <a:ext cx="710265" cy="1619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sz="1000" b="1" spc="0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PAIN 01 </a:t>
            </a: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56BBD918-7943-7626-D95D-E737BA8A9B63}"/>
              </a:ext>
            </a:extLst>
          </p:cNvPr>
          <p:cNvGrpSpPr/>
          <p:nvPr/>
        </p:nvGrpSpPr>
        <p:grpSpPr>
          <a:xfrm>
            <a:off x="8050756" y="4643741"/>
            <a:ext cx="1654375" cy="1412105"/>
            <a:chOff x="8101781" y="2455045"/>
            <a:chExt cx="1654375" cy="1577487"/>
          </a:xfrm>
        </p:grpSpPr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BB2D2AD4-6069-CABF-77F4-AE719B8E6490}"/>
                </a:ext>
              </a:extLst>
            </p:cNvPr>
            <p:cNvCxnSpPr>
              <a:cxnSpLocks/>
            </p:cNvCxnSpPr>
            <p:nvPr/>
          </p:nvCxnSpPr>
          <p:spPr>
            <a:xfrm>
              <a:off x="8101781" y="2455045"/>
              <a:ext cx="0" cy="1577487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34CFD00F-5EEF-6677-0CFC-8F3E70A0D273}"/>
                </a:ext>
              </a:extLst>
            </p:cNvPr>
            <p:cNvCxnSpPr>
              <a:cxnSpLocks/>
            </p:cNvCxnSpPr>
            <p:nvPr/>
          </p:nvCxnSpPr>
          <p:spPr>
            <a:xfrm>
              <a:off x="9756156" y="2455045"/>
              <a:ext cx="0" cy="1577487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CCF9C349-F7A8-86AC-990C-E3AB517D899C}"/>
              </a:ext>
            </a:extLst>
          </p:cNvPr>
          <p:cNvSpPr txBox="1"/>
          <p:nvPr/>
        </p:nvSpPr>
        <p:spPr>
          <a:xfrm>
            <a:off x="6551554" y="4841818"/>
            <a:ext cx="1348254" cy="295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작업일보 수작업 취합</a:t>
            </a:r>
            <a:endParaRPr lang="en-US" altLang="ko-KR" sz="12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7D7596B-76A7-8DCE-BD38-DFEA5D02D444}"/>
              </a:ext>
            </a:extLst>
          </p:cNvPr>
          <p:cNvSpPr txBox="1"/>
          <p:nvPr/>
        </p:nvSpPr>
        <p:spPr>
          <a:xfrm>
            <a:off x="8258041" y="4643741"/>
            <a:ext cx="710265" cy="1619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sz="1000" b="1" spc="0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PAIN 02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84F1A86-62A7-E391-3376-5E8F2650EB54}"/>
              </a:ext>
            </a:extLst>
          </p:cNvPr>
          <p:cNvSpPr txBox="1"/>
          <p:nvPr/>
        </p:nvSpPr>
        <p:spPr>
          <a:xfrm>
            <a:off x="8158303" y="4841818"/>
            <a:ext cx="1101135" cy="295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보고서 작성 반복</a:t>
            </a:r>
            <a:endParaRPr lang="en-US" altLang="ko-KR" sz="12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AF9C19A-7BE4-66A4-E28C-97188C3E6C48}"/>
              </a:ext>
            </a:extLst>
          </p:cNvPr>
          <p:cNvSpPr txBox="1"/>
          <p:nvPr/>
        </p:nvSpPr>
        <p:spPr>
          <a:xfrm>
            <a:off x="9922629" y="4643741"/>
            <a:ext cx="710265" cy="1619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sz="1000" b="1" spc="0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PAIN 03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1088D94-D386-A4A8-F6C5-0A2B2DBFDAF5}"/>
              </a:ext>
            </a:extLst>
          </p:cNvPr>
          <p:cNvSpPr txBox="1"/>
          <p:nvPr/>
        </p:nvSpPr>
        <p:spPr>
          <a:xfrm>
            <a:off x="9822891" y="4841818"/>
            <a:ext cx="1250471" cy="295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공기 지연 사후 인지</a:t>
            </a:r>
            <a:endParaRPr lang="en-US" altLang="ko-KR" sz="12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FED96F3-8BC9-A237-74E7-D80CE81F2A29}"/>
              </a:ext>
            </a:extLst>
          </p:cNvPr>
          <p:cNvSpPr txBox="1"/>
          <p:nvPr/>
        </p:nvSpPr>
        <p:spPr>
          <a:xfrm>
            <a:off x="6551555" y="5261660"/>
            <a:ext cx="14358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BP 100</a:t>
            </a:r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개사 이메일</a:t>
            </a:r>
            <a:r>
              <a:rPr lang="en-US" altLang="ko-KR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·</a:t>
            </a:r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카카오톡</a:t>
            </a:r>
            <a:r>
              <a:rPr lang="en-US" altLang="ko-KR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·SNS</a:t>
            </a:r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로 분산 수신</a:t>
            </a:r>
            <a:r>
              <a:rPr lang="en-US" altLang="ko-KR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.</a:t>
            </a:r>
            <a:endParaRPr lang="en-US" altLang="ko-KR" sz="1000" dirty="0">
              <a:solidFill>
                <a:srgbClr val="A8B5C7"/>
              </a:solidFill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  <a:p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수기 집계에 담당자 </a:t>
            </a:r>
            <a:r>
              <a:rPr lang="en-US" altLang="ko-KR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1~3</a:t>
            </a:r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명 전일 투입</a:t>
            </a:r>
            <a:endParaRPr lang="ko-KR" altLang="en-US" sz="10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15B0C58-3A08-EA6E-512F-F091B4F472B8}"/>
              </a:ext>
            </a:extLst>
          </p:cNvPr>
          <p:cNvSpPr txBox="1"/>
          <p:nvPr/>
        </p:nvSpPr>
        <p:spPr>
          <a:xfrm>
            <a:off x="8166111" y="5261660"/>
            <a:ext cx="14358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dirty="0" err="1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Daily·Weekly</a:t>
            </a:r>
            <a:r>
              <a:rPr lang="en-US" altLang="ko-KR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 Report, S-Curve </a:t>
            </a:r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등 동일 데이터를 매번 </a:t>
            </a:r>
            <a:r>
              <a:rPr lang="en-US" altLang="ko-KR" sz="1000" b="0" i="0" dirty="0" err="1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PPT·Excel</a:t>
            </a:r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에 </a:t>
            </a:r>
            <a:endParaRPr lang="en-US" altLang="ko-KR" sz="1000" b="0" i="0" dirty="0">
              <a:solidFill>
                <a:srgbClr val="A8B5C7"/>
              </a:solidFill>
              <a:effectLst/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  <a:p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수기 기입</a:t>
            </a:r>
            <a:endParaRPr lang="ko-KR" altLang="en-US" sz="1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80793F7-73BD-ED19-70B2-B2F18695132A}"/>
              </a:ext>
            </a:extLst>
          </p:cNvPr>
          <p:cNvSpPr txBox="1"/>
          <p:nvPr/>
        </p:nvSpPr>
        <p:spPr>
          <a:xfrm>
            <a:off x="9820771" y="5261660"/>
            <a:ext cx="14358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현장 담당자</a:t>
            </a:r>
            <a:r>
              <a:rPr lang="en-US" altLang="ko-KR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 </a:t>
            </a:r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경험칙으로 판단</a:t>
            </a:r>
            <a:r>
              <a:rPr lang="en-US" altLang="ko-KR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. </a:t>
            </a:r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주간 회의 후 이상 인지 시 이미 만회 불가 구간 진입</a:t>
            </a:r>
            <a:endParaRPr lang="ko-KR" altLang="en-US" sz="1000" dirty="0"/>
          </a:p>
        </p:txBody>
      </p:sp>
      <p:sp>
        <p:nvSpPr>
          <p:cNvPr id="83" name="슬라이드 번호 개체 틀 25">
            <a:extLst>
              <a:ext uri="{FF2B5EF4-FFF2-40B4-BE49-F238E27FC236}">
                <a16:creationId xmlns:a16="http://schemas.microsoft.com/office/drawing/2014/main" id="{00D1CDA6-B14C-3881-F370-49B0844B442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45880" y="6603144"/>
            <a:ext cx="673003" cy="127856"/>
          </a:xfrm>
        </p:spPr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4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64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FCAB9-B6BC-31EC-27EE-7A81EC36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B101CC-BFD1-1B46-76AE-2F3C0C57786D}"/>
              </a:ext>
            </a:extLst>
          </p:cNvPr>
          <p:cNvSpPr/>
          <p:nvPr/>
        </p:nvSpPr>
        <p:spPr>
          <a:xfrm>
            <a:off x="4497518" y="5709326"/>
            <a:ext cx="3196964" cy="665634"/>
          </a:xfrm>
          <a:prstGeom prst="rect">
            <a:avLst/>
          </a:prstGeom>
          <a:solidFill>
            <a:srgbClr val="15233A">
              <a:alpha val="60000"/>
            </a:srgbClr>
          </a:solidFill>
          <a:ln w="6350">
            <a:solidFill>
              <a:srgbClr val="87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A2E0BF90-CE17-75AD-8869-C37708F4F3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1250" y="849830"/>
            <a:ext cx="7181646" cy="442622"/>
          </a:xfrm>
          <a:noFill/>
        </p:spPr>
        <p:txBody>
          <a:bodyPr wrap="none" rtlCol="0">
            <a:spAutoFit/>
          </a:bodyPr>
          <a:lstStyle/>
          <a:p>
            <a:pPr algn="l" defTabSz="1125444" latinLnBrk="1">
              <a:lnSpc>
                <a:spcPct val="110000"/>
              </a:lnSpc>
            </a:pP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Operational Shift </a:t>
            </a: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로 </a:t>
            </a: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</a:rPr>
              <a:t>Input SUPEX</a:t>
            </a: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의 구체적 실현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FA3FF3-5C72-EBC6-9EDD-FAAFFE585FDE}"/>
              </a:ext>
            </a:extLst>
          </p:cNvPr>
          <p:cNvSpPr txBox="1"/>
          <p:nvPr/>
        </p:nvSpPr>
        <p:spPr>
          <a:xfrm>
            <a:off x="546078" y="317538"/>
            <a:ext cx="1021433" cy="286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A8B5C7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REFRAMING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D28557-BC50-23D7-12EE-375FDD8CFB8B}"/>
              </a:ext>
            </a:extLst>
          </p:cNvPr>
          <p:cNvSpPr/>
          <p:nvPr/>
        </p:nvSpPr>
        <p:spPr>
          <a:xfrm>
            <a:off x="237190" y="309149"/>
            <a:ext cx="274477" cy="274477"/>
          </a:xfrm>
          <a:prstGeom prst="rect">
            <a:avLst/>
          </a:prstGeom>
          <a:solidFill>
            <a:srgbClr val="16294A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" spc="25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B27481-6F98-4170-CF89-9DCA8C9467C2}"/>
              </a:ext>
            </a:extLst>
          </p:cNvPr>
          <p:cNvSpPr txBox="1"/>
          <p:nvPr/>
        </p:nvSpPr>
        <p:spPr>
          <a:xfrm>
            <a:off x="665050" y="1427187"/>
            <a:ext cx="91266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고객에게 </a:t>
            </a:r>
            <a:r>
              <a:rPr lang="en-US" altLang="ko-KR" sz="14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Value</a:t>
            </a:r>
            <a:r>
              <a:rPr lang="ko-KR" altLang="en-US" sz="14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를 제공하는 관점에서 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건설업의 시각에서 확장하여 금융</a:t>
            </a:r>
            <a:r>
              <a:rPr lang="en-US" altLang="ko-KR" sz="14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·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서비스업의 </a:t>
            </a:r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Operating Model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로 재정의</a:t>
            </a:r>
            <a:endParaRPr lang="en-US" altLang="ko-KR" sz="1400" dirty="0">
              <a:solidFill>
                <a:srgbClr val="A8B5C7"/>
              </a:solidFill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  <a:p>
            <a:r>
              <a:rPr lang="ko-KR" altLang="en-US" sz="1400" dirty="0">
                <a:solidFill>
                  <a:srgbClr val="87E0E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데이터</a:t>
            </a:r>
            <a:r>
              <a:rPr lang="en-US" altLang="ko-KR" sz="1400" dirty="0">
                <a:solidFill>
                  <a:srgbClr val="87E0E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·</a:t>
            </a:r>
            <a:r>
              <a:rPr lang="ko-KR" altLang="en-US" sz="1400" dirty="0">
                <a:solidFill>
                  <a:srgbClr val="87E0E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보고 위주의 </a:t>
            </a:r>
            <a:r>
              <a:rPr lang="en-US" altLang="ko-KR" sz="1400" dirty="0">
                <a:solidFill>
                  <a:srgbClr val="87E0E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Middle Office</a:t>
            </a:r>
            <a:r>
              <a:rPr lang="ko-KR" altLang="en-US" sz="1400" dirty="0">
                <a:solidFill>
                  <a:srgbClr val="87E0E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 업무를 </a:t>
            </a:r>
            <a:r>
              <a:rPr lang="en-US" altLang="ko-KR" sz="1400" dirty="0">
                <a:solidFill>
                  <a:srgbClr val="87E0E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AI</a:t>
            </a:r>
            <a:r>
              <a:rPr lang="ko-KR" altLang="en-US" sz="1400" dirty="0">
                <a:solidFill>
                  <a:srgbClr val="87E0E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로 대체하고 인력을 재배치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하여 현장 실행력 강화</a:t>
            </a:r>
          </a:p>
        </p:txBody>
      </p:sp>
      <p:sp>
        <p:nvSpPr>
          <p:cNvPr id="83" name="슬라이드 번호 개체 틀 25">
            <a:extLst>
              <a:ext uri="{FF2B5EF4-FFF2-40B4-BE49-F238E27FC236}">
                <a16:creationId xmlns:a16="http://schemas.microsoft.com/office/drawing/2014/main" id="{2D0FDD41-D1A1-50AC-7F04-C99736EEBED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45880" y="6603144"/>
            <a:ext cx="673003" cy="127856"/>
          </a:xfrm>
        </p:spPr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5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8B880C-8574-FD66-7587-E2D32C3B7067}"/>
              </a:ext>
            </a:extLst>
          </p:cNvPr>
          <p:cNvSpPr/>
          <p:nvPr/>
        </p:nvSpPr>
        <p:spPr>
          <a:xfrm>
            <a:off x="741250" y="2284571"/>
            <a:ext cx="3196964" cy="2975687"/>
          </a:xfrm>
          <a:prstGeom prst="rect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C1E5F2-B15F-C35F-560A-62F9BA26AABB}"/>
              </a:ext>
            </a:extLst>
          </p:cNvPr>
          <p:cNvSpPr txBox="1"/>
          <p:nvPr/>
        </p:nvSpPr>
        <p:spPr>
          <a:xfrm>
            <a:off x="1038802" y="2585782"/>
            <a:ext cx="1729584" cy="192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sz="1200" b="1" spc="0" dirty="0">
                <a:solidFill>
                  <a:srgbClr val="4ADE8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FRONT OFFICE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F6370C-6880-A141-D819-EBEA15F0ACB8}"/>
              </a:ext>
            </a:extLst>
          </p:cNvPr>
          <p:cNvSpPr/>
          <p:nvPr/>
        </p:nvSpPr>
        <p:spPr>
          <a:xfrm>
            <a:off x="4497518" y="2284572"/>
            <a:ext cx="3196964" cy="3010316"/>
          </a:xfrm>
          <a:prstGeom prst="rect">
            <a:avLst/>
          </a:prstGeom>
          <a:solidFill>
            <a:srgbClr val="15233A">
              <a:alpha val="60000"/>
            </a:srgbClr>
          </a:solidFill>
          <a:ln w="6350">
            <a:solidFill>
              <a:srgbClr val="87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45566CA-F392-E852-BB65-43B496F3D994}"/>
              </a:ext>
            </a:extLst>
          </p:cNvPr>
          <p:cNvSpPr/>
          <p:nvPr/>
        </p:nvSpPr>
        <p:spPr>
          <a:xfrm>
            <a:off x="8253786" y="2284571"/>
            <a:ext cx="3196964" cy="2975687"/>
          </a:xfrm>
          <a:prstGeom prst="rect">
            <a:avLst/>
          </a:prstGeom>
          <a:solidFill>
            <a:srgbClr val="15233A">
              <a:alpha val="60000"/>
            </a:srgb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9A9B80-538A-9352-7904-3B578097F958}"/>
              </a:ext>
            </a:extLst>
          </p:cNvPr>
          <p:cNvSpPr txBox="1"/>
          <p:nvPr/>
        </p:nvSpPr>
        <p:spPr>
          <a:xfrm>
            <a:off x="8572454" y="2585782"/>
            <a:ext cx="1729584" cy="192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sz="1200" b="1" spc="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BACK OFFICE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EF52BD7-AF45-6E76-E30E-810AA24461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01" t="53334" r="33268" b="7325"/>
          <a:stretch>
            <a:fillRect/>
          </a:stretch>
        </p:blipFill>
        <p:spPr>
          <a:xfrm>
            <a:off x="4481994" y="2284814"/>
            <a:ext cx="3212488" cy="29754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2EA960-830B-9D2A-9047-CD6405CDF65F}"/>
              </a:ext>
            </a:extLst>
          </p:cNvPr>
          <p:cNvSpPr txBox="1"/>
          <p:nvPr/>
        </p:nvSpPr>
        <p:spPr>
          <a:xfrm>
            <a:off x="4861054" y="2585782"/>
            <a:ext cx="1729584" cy="192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sz="1200" b="1" spc="0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MIDDLE OFFICE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22FFB16-C93B-547D-C968-0A2FA9C6CDE7}"/>
              </a:ext>
            </a:extLst>
          </p:cNvPr>
          <p:cNvSpPr/>
          <p:nvPr/>
        </p:nvSpPr>
        <p:spPr>
          <a:xfrm>
            <a:off x="4817254" y="2164079"/>
            <a:ext cx="976451" cy="238551"/>
          </a:xfrm>
          <a:prstGeom prst="rect">
            <a:avLst/>
          </a:prstGeom>
          <a:solidFill>
            <a:srgbClr val="5CC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6294A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CPIA TARGET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28FBE1ED-0EF2-0C5D-75E3-CAA1E5A2B8F6}"/>
              </a:ext>
            </a:extLst>
          </p:cNvPr>
          <p:cNvCxnSpPr>
            <a:cxnSpLocks/>
            <a:stCxn id="18" idx="1"/>
            <a:endCxn id="5" idx="2"/>
          </p:cNvCxnSpPr>
          <p:nvPr/>
        </p:nvCxnSpPr>
        <p:spPr>
          <a:xfrm rot="10800000">
            <a:off x="2339732" y="5260259"/>
            <a:ext cx="2157786" cy="781885"/>
          </a:xfrm>
          <a:prstGeom prst="bentConnector2">
            <a:avLst/>
          </a:prstGeom>
          <a:ln w="12700">
            <a:solidFill>
              <a:srgbClr val="4ADE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433A72F-B4E7-1A40-99B6-E954C730F0DA}"/>
              </a:ext>
            </a:extLst>
          </p:cNvPr>
          <p:cNvGrpSpPr/>
          <p:nvPr/>
        </p:nvGrpSpPr>
        <p:grpSpPr>
          <a:xfrm rot="5400000">
            <a:off x="5996047" y="5415436"/>
            <a:ext cx="208394" cy="127846"/>
            <a:chOff x="7276019" y="4585254"/>
            <a:chExt cx="225760" cy="138500"/>
          </a:xfrm>
          <a:solidFill>
            <a:srgbClr val="5CC4D9"/>
          </a:solidFill>
        </p:grpSpPr>
        <p:sp>
          <p:nvSpPr>
            <p:cNvPr id="30" name="L 도형 29">
              <a:extLst>
                <a:ext uri="{FF2B5EF4-FFF2-40B4-BE49-F238E27FC236}">
                  <a16:creationId xmlns:a16="http://schemas.microsoft.com/office/drawing/2014/main" id="{CD34886C-BEB9-9789-B7AC-B00F15B1C0F9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276589" y="4584684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31" name="L 도형 30">
              <a:extLst>
                <a:ext uri="{FF2B5EF4-FFF2-40B4-BE49-F238E27FC236}">
                  <a16:creationId xmlns:a16="http://schemas.microsoft.com/office/drawing/2014/main" id="{8507EC7A-5366-B612-3818-AF8AC4A0A7D2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362709" y="4584685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2A34C74-1E5E-1833-E591-1DA562967C98}"/>
              </a:ext>
            </a:extLst>
          </p:cNvPr>
          <p:cNvSpPr txBox="1"/>
          <p:nvPr/>
        </p:nvSpPr>
        <p:spPr>
          <a:xfrm>
            <a:off x="1038802" y="2929274"/>
            <a:ext cx="1848455" cy="2714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현장 관리 </a:t>
            </a: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커뮤니케이션</a:t>
            </a:r>
            <a:endParaRPr lang="en-US" altLang="ko-KR" sz="16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10B1CA-3BBE-BA63-58DA-98F9A68C284E}"/>
              </a:ext>
            </a:extLst>
          </p:cNvPr>
          <p:cNvSpPr txBox="1"/>
          <p:nvPr/>
        </p:nvSpPr>
        <p:spPr>
          <a:xfrm>
            <a:off x="4861054" y="2929274"/>
            <a:ext cx="1805431" cy="2714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데이터 집계 </a:t>
            </a: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검증 </a:t>
            </a: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보고</a:t>
            </a:r>
            <a:endParaRPr lang="en-US" altLang="ko-KR" sz="16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663A55-145B-9D80-462D-E4153FFFA2ED}"/>
              </a:ext>
            </a:extLst>
          </p:cNvPr>
          <p:cNvSpPr txBox="1"/>
          <p:nvPr/>
        </p:nvSpPr>
        <p:spPr>
          <a:xfrm>
            <a:off x="8572454" y="2929274"/>
            <a:ext cx="1429943" cy="2714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검토 </a:t>
            </a: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정산 </a:t>
            </a: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시스템</a:t>
            </a:r>
            <a:endParaRPr lang="en-US" altLang="ko-KR" sz="16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5261F2-A8AC-9073-69B8-B5831738B81A}"/>
              </a:ext>
            </a:extLst>
          </p:cNvPr>
          <p:cNvSpPr txBox="1"/>
          <p:nvPr/>
        </p:nvSpPr>
        <p:spPr>
          <a:xfrm>
            <a:off x="4861054" y="3257601"/>
            <a:ext cx="262277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AI</a:t>
            </a:r>
            <a:r>
              <a:rPr lang="ko-KR" altLang="en-US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로 대체 가능한 단순</a:t>
            </a:r>
            <a:r>
              <a:rPr lang="en-US" altLang="ko-KR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/</a:t>
            </a:r>
            <a:r>
              <a:rPr lang="ko-KR" altLang="en-US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반복적인 작업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BEFDDF-DE03-8657-F6E0-512389C93D51}"/>
              </a:ext>
            </a:extLst>
          </p:cNvPr>
          <p:cNvSpPr txBox="1"/>
          <p:nvPr/>
        </p:nvSpPr>
        <p:spPr>
          <a:xfrm>
            <a:off x="1038802" y="3257601"/>
            <a:ext cx="157739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000" b="0" i="0" dirty="0">
                <a:solidFill>
                  <a:srgbClr val="A8B5C7"/>
                </a:solidFill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사람만 가능한 본질적 역할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224168-F31B-43FF-43F8-30738B686083}"/>
              </a:ext>
            </a:extLst>
          </p:cNvPr>
          <p:cNvSpPr txBox="1"/>
          <p:nvPr/>
        </p:nvSpPr>
        <p:spPr>
          <a:xfrm>
            <a:off x="8584336" y="3257601"/>
            <a:ext cx="1669327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사람의 확인이 필요한 검토 영역</a:t>
            </a:r>
            <a:endParaRPr lang="ko-KR" alt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589A68-714C-15FE-338B-CC9F309FDAC1}"/>
              </a:ext>
            </a:extLst>
          </p:cNvPr>
          <p:cNvSpPr txBox="1"/>
          <p:nvPr/>
        </p:nvSpPr>
        <p:spPr>
          <a:xfrm>
            <a:off x="1038802" y="3588653"/>
            <a:ext cx="1573508" cy="8967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발주처 협의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의사결정</a:t>
            </a:r>
            <a:endParaRPr lang="en-US" altLang="ko-KR" sz="100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공정 문제 해결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현장 조치</a:t>
            </a:r>
            <a:endParaRPr lang="en-US" altLang="ko-KR" sz="100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리스크 판단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· Catch-up </a:t>
            </a: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실행</a:t>
            </a:r>
            <a:endParaRPr lang="en-US" altLang="ko-KR" sz="100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협력사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(BP) </a:t>
            </a: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관계 관리</a:t>
            </a:r>
            <a:endParaRPr lang="en-US" altLang="ko-KR" sz="100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AAB7C6-A1FF-F8A5-9AAB-97B208F3FF40}"/>
              </a:ext>
            </a:extLst>
          </p:cNvPr>
          <p:cNvSpPr txBox="1"/>
          <p:nvPr/>
        </p:nvSpPr>
        <p:spPr>
          <a:xfrm>
            <a:off x="4817254" y="3588653"/>
            <a:ext cx="1738489" cy="8967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작업일보 취합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정합성 검증</a:t>
            </a:r>
            <a:endParaRPr lang="en-US" altLang="ko-KR" sz="100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공정률</a:t>
            </a: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생산성 보고서 작성</a:t>
            </a:r>
            <a:endParaRPr lang="en-US" altLang="ko-KR" sz="100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공기 지연 리스크 집계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모니터링</a:t>
            </a:r>
            <a:endParaRPr lang="en-US" altLang="ko-KR" sz="100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회의 자료 데이터 가공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00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포매팅</a:t>
            </a:r>
            <a:endParaRPr lang="en-US" altLang="ko-KR" sz="100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3DE511-56EE-9CC6-3709-70766DB2ED44}"/>
              </a:ext>
            </a:extLst>
          </p:cNvPr>
          <p:cNvSpPr txBox="1"/>
          <p:nvPr/>
        </p:nvSpPr>
        <p:spPr>
          <a:xfrm>
            <a:off x="8613365" y="3588653"/>
            <a:ext cx="1364733" cy="8967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기성 정산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회계 처리</a:t>
            </a:r>
            <a:endParaRPr lang="en-US" altLang="ko-KR" sz="100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퇴직공제 신고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기록</a:t>
            </a:r>
            <a:endParaRPr lang="en-US" altLang="ko-KR" sz="100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ERP · PMIS </a:t>
            </a: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시스템 관리</a:t>
            </a:r>
            <a:endParaRPr lang="en-US" altLang="ko-KR" sz="100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계약 문서 보관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관리</a:t>
            </a:r>
            <a:endParaRPr lang="en-US" altLang="ko-KR" sz="100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DA8C12-DBC2-7099-AA08-CD20998C409B}"/>
              </a:ext>
            </a:extLst>
          </p:cNvPr>
          <p:cNvSpPr txBox="1"/>
          <p:nvPr/>
        </p:nvSpPr>
        <p:spPr>
          <a:xfrm>
            <a:off x="2553832" y="6083435"/>
            <a:ext cx="1729584" cy="1619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200" b="1" spc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pPr algn="ctr"/>
            <a:r>
              <a:rPr lang="en-US" sz="1000" b="0" dirty="0">
                <a:solidFill>
                  <a:schemeClr val="bg1"/>
                </a:solidFill>
              </a:rPr>
              <a:t>REALLOCATION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8660CAA8-9291-60BF-85BC-7351C5041C13}"/>
              </a:ext>
            </a:extLst>
          </p:cNvPr>
          <p:cNvCxnSpPr>
            <a:cxnSpLocks/>
          </p:cNvCxnSpPr>
          <p:nvPr/>
        </p:nvCxnSpPr>
        <p:spPr>
          <a:xfrm>
            <a:off x="1038802" y="4705532"/>
            <a:ext cx="2628323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F32CAEE-FEE1-9E15-56B5-041A2EEE9FDA}"/>
              </a:ext>
            </a:extLst>
          </p:cNvPr>
          <p:cNvSpPr txBox="1"/>
          <p:nvPr/>
        </p:nvSpPr>
        <p:spPr>
          <a:xfrm>
            <a:off x="1459265" y="4865046"/>
            <a:ext cx="1760931" cy="2035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4ADE80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현장 인력 부족에 따른 확충 필요</a:t>
            </a:r>
            <a:endParaRPr lang="en-US" altLang="ko-KR" sz="12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4ADE80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1A155E1-4B72-EF2C-FB88-96998CC8EF54}"/>
              </a:ext>
            </a:extLst>
          </p:cNvPr>
          <p:cNvSpPr txBox="1"/>
          <p:nvPr/>
        </p:nvSpPr>
        <p:spPr>
          <a:xfrm>
            <a:off x="2960390" y="5785603"/>
            <a:ext cx="916469" cy="2035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4ADE80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현장 실행력 강화</a:t>
            </a:r>
            <a:endParaRPr lang="en-US" altLang="ko-KR" sz="12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4ADE80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78A5D60-CFCC-D2A9-3FDC-8B03FAFC84C9}"/>
              </a:ext>
            </a:extLst>
          </p:cNvPr>
          <p:cNvCxnSpPr>
            <a:cxnSpLocks/>
          </p:cNvCxnSpPr>
          <p:nvPr/>
        </p:nvCxnSpPr>
        <p:spPr>
          <a:xfrm>
            <a:off x="4795071" y="4705532"/>
            <a:ext cx="2628323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B577204A-763A-6A59-B77E-833B8455D885}"/>
              </a:ext>
            </a:extLst>
          </p:cNvPr>
          <p:cNvSpPr txBox="1"/>
          <p:nvPr/>
        </p:nvSpPr>
        <p:spPr>
          <a:xfrm>
            <a:off x="4998487" y="4865046"/>
            <a:ext cx="2195024" cy="2035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총 </a:t>
            </a:r>
            <a:r>
              <a:rPr lang="en-US" altLang="ko-KR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2,506 h/M</a:t>
            </a: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중 </a:t>
            </a:r>
            <a:r>
              <a:rPr lang="en-US" altLang="ko-KR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약 </a:t>
            </a:r>
            <a:r>
              <a:rPr lang="en-US" altLang="ko-KR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86% AI </a:t>
            </a: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대체 가능</a:t>
            </a:r>
            <a:endParaRPr lang="en-US" altLang="ko-KR" sz="12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87E0EB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0D17699-B7C9-DC60-4932-5D7915889772}"/>
              </a:ext>
            </a:extLst>
          </p:cNvPr>
          <p:cNvCxnSpPr>
            <a:cxnSpLocks/>
          </p:cNvCxnSpPr>
          <p:nvPr/>
        </p:nvCxnSpPr>
        <p:spPr>
          <a:xfrm>
            <a:off x="8515037" y="4705532"/>
            <a:ext cx="2628323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F000A64-3C99-E8B7-FA05-39B4FE9D74CE}"/>
              </a:ext>
            </a:extLst>
          </p:cNvPr>
          <p:cNvSpPr txBox="1"/>
          <p:nvPr/>
        </p:nvSpPr>
        <p:spPr>
          <a:xfrm>
            <a:off x="9016516" y="4865046"/>
            <a:ext cx="1598899" cy="2035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현행 유지 </a:t>
            </a:r>
            <a:r>
              <a:rPr lang="en-US" altLang="ko-KR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(</a:t>
            </a: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부분 자동화 가능</a:t>
            </a:r>
            <a:r>
              <a:rPr lang="en-US" altLang="ko-KR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altLang="ko-KR" sz="12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0" name="제목 1">
            <a:extLst>
              <a:ext uri="{FF2B5EF4-FFF2-40B4-BE49-F238E27FC236}">
                <a16:creationId xmlns:a16="http://schemas.microsoft.com/office/drawing/2014/main" id="{4E300550-1FBB-C22D-3147-1AA24322EB8F}"/>
              </a:ext>
            </a:extLst>
          </p:cNvPr>
          <p:cNvSpPr txBox="1">
            <a:spLocks/>
          </p:cNvSpPr>
          <p:nvPr/>
        </p:nvSpPr>
        <p:spPr>
          <a:xfrm>
            <a:off x="5210396" y="5766052"/>
            <a:ext cx="175568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defRPr/>
            </a:pPr>
            <a:r>
              <a:rPr lang="en-US" altLang="ko-KR" sz="2400">
                <a:solidFill>
                  <a:srgbClr val="87E0EB"/>
                </a:solidFill>
                <a:latin typeface="+mj-ea"/>
                <a:cs typeface="Pretendard" panose="02000503000000020004" pitchFamily="50" charset="-127"/>
              </a:rPr>
              <a:t>15.3</a:t>
            </a:r>
            <a:r>
              <a:rPr lang="en-US" altLang="ko-KR" sz="240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 </a:t>
            </a:r>
            <a:r>
              <a:rPr lang="en-US" altLang="ko-KR" sz="12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FTE* </a:t>
            </a:r>
            <a:r>
              <a:rPr lang="ko-KR" altLang="en-US" sz="12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확보</a:t>
            </a:r>
            <a:endParaRPr lang="en-US" altLang="ko-KR" sz="12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1" name="제목 1">
            <a:extLst>
              <a:ext uri="{FF2B5EF4-FFF2-40B4-BE49-F238E27FC236}">
                <a16:creationId xmlns:a16="http://schemas.microsoft.com/office/drawing/2014/main" id="{24A321C5-E30D-D973-3CBC-61ECABB7E948}"/>
              </a:ext>
            </a:extLst>
          </p:cNvPr>
          <p:cNvSpPr txBox="1">
            <a:spLocks/>
          </p:cNvSpPr>
          <p:nvPr/>
        </p:nvSpPr>
        <p:spPr>
          <a:xfrm>
            <a:off x="5599017" y="6136072"/>
            <a:ext cx="1067468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ko-KR"/>
            </a:defPPr>
            <a:lvl1pPr latinLnBrk="0">
              <a:spcBef>
                <a:spcPts val="0"/>
              </a:spcBef>
              <a:buNone/>
              <a:defRPr sz="1000" b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  <a:cs typeface="Pretendard" panose="02000503000000020004" pitchFamily="50" charset="-127"/>
              </a:defRPr>
            </a:lvl1pPr>
          </a:lstStyle>
          <a:p>
            <a:r>
              <a:rPr lang="en-US" altLang="ko-KR" dirty="0"/>
              <a:t>2,155 h/H</a:t>
            </a:r>
            <a:r>
              <a:rPr lang="ko-KR" altLang="en-US" dirty="0"/>
              <a:t> 환산 시</a:t>
            </a:r>
            <a:endParaRPr lang="en-US" altLang="ko-KR" dirty="0"/>
          </a:p>
        </p:txBody>
      </p:sp>
      <p:sp>
        <p:nvSpPr>
          <p:cNvPr id="85" name="제목 1">
            <a:extLst>
              <a:ext uri="{FF2B5EF4-FFF2-40B4-BE49-F238E27FC236}">
                <a16:creationId xmlns:a16="http://schemas.microsoft.com/office/drawing/2014/main" id="{5754F437-2839-6049-6F1F-847ECC40F1EC}"/>
              </a:ext>
            </a:extLst>
          </p:cNvPr>
          <p:cNvSpPr txBox="1">
            <a:spLocks/>
          </p:cNvSpPr>
          <p:nvPr/>
        </p:nvSpPr>
        <p:spPr>
          <a:xfrm>
            <a:off x="6163657" y="6418107"/>
            <a:ext cx="160484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>
              <a:defRPr sz="100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r>
              <a:rPr lang="en-US" altLang="ko-KR" dirty="0"/>
              <a:t>* FTE: Full-Time Equivalent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539C69C5-8D71-A243-9CEE-142BDF30B4E8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3938214" y="3772415"/>
            <a:ext cx="543780" cy="122"/>
          </a:xfrm>
          <a:prstGeom prst="line">
            <a:avLst/>
          </a:prstGeom>
          <a:solidFill>
            <a:srgbClr val="15233A">
              <a:alpha val="60000"/>
            </a:srgb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ADC9860-7CDF-F3E4-54CA-FBA35C200748}"/>
              </a:ext>
            </a:extLst>
          </p:cNvPr>
          <p:cNvCxnSpPr>
            <a:cxnSpLocks/>
            <a:stCxn id="14" idx="3"/>
            <a:endCxn id="12" idx="1"/>
          </p:cNvCxnSpPr>
          <p:nvPr/>
        </p:nvCxnSpPr>
        <p:spPr>
          <a:xfrm flipV="1">
            <a:off x="7694482" y="3772415"/>
            <a:ext cx="559304" cy="122"/>
          </a:xfrm>
          <a:prstGeom prst="line">
            <a:avLst/>
          </a:prstGeom>
          <a:solidFill>
            <a:srgbClr val="15233A">
              <a:alpha val="60000"/>
            </a:srgb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55793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DB66B-B2E7-E9D1-0A9A-1A1484BC5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F71C4343-2479-5614-D90B-0A34877A8F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1250" y="849830"/>
            <a:ext cx="4431534" cy="442622"/>
          </a:xfrm>
          <a:noFill/>
        </p:spPr>
        <p:txBody>
          <a:bodyPr wrap="none" rtlCol="0">
            <a:spAutoFit/>
          </a:bodyPr>
          <a:lstStyle/>
          <a:p>
            <a:pPr algn="l" defTabSz="1125444" latinLnBrk="1">
              <a:lnSpc>
                <a:spcPct val="110000"/>
              </a:lnSpc>
            </a:pP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</a:rPr>
              <a:t>CPIA</a:t>
            </a: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, </a:t>
            </a: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어떻게 사람을 대신하는가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289064-C4C4-1C1A-2187-8CD25D21A727}"/>
              </a:ext>
            </a:extLst>
          </p:cNvPr>
          <p:cNvSpPr txBox="1"/>
          <p:nvPr/>
        </p:nvSpPr>
        <p:spPr>
          <a:xfrm>
            <a:off x="546078" y="317538"/>
            <a:ext cx="835485" cy="286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A8B5C7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PROCESS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1DFDA1C-EDD2-FC7F-A743-A571BE6D7734}"/>
              </a:ext>
            </a:extLst>
          </p:cNvPr>
          <p:cNvSpPr/>
          <p:nvPr/>
        </p:nvSpPr>
        <p:spPr>
          <a:xfrm>
            <a:off x="237190" y="309149"/>
            <a:ext cx="274477" cy="274477"/>
          </a:xfrm>
          <a:prstGeom prst="rect">
            <a:avLst/>
          </a:prstGeom>
          <a:solidFill>
            <a:srgbClr val="16294A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" spc="25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</a:p>
        </p:txBody>
      </p:sp>
      <p:sp>
        <p:nvSpPr>
          <p:cNvPr id="83" name="슬라이드 번호 개체 틀 25">
            <a:extLst>
              <a:ext uri="{FF2B5EF4-FFF2-40B4-BE49-F238E27FC236}">
                <a16:creationId xmlns:a16="http://schemas.microsoft.com/office/drawing/2014/main" id="{7D309C43-4042-CBE8-DB01-27D49FF42BF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45880" y="6603144"/>
            <a:ext cx="673003" cy="127856"/>
          </a:xfrm>
        </p:spPr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6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3C410BC-D3CB-0EC8-15AD-DDB57293EF22}"/>
              </a:ext>
            </a:extLst>
          </p:cNvPr>
          <p:cNvSpPr/>
          <p:nvPr/>
        </p:nvSpPr>
        <p:spPr>
          <a:xfrm>
            <a:off x="963820" y="2229368"/>
            <a:ext cx="4769723" cy="4189295"/>
          </a:xfrm>
          <a:prstGeom prst="rect">
            <a:avLst/>
          </a:prstGeom>
          <a:solidFill>
            <a:srgbClr val="15233A">
              <a:alpha val="6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AF78A8E-53AC-045E-9CFA-ECBA6D11A66F}"/>
              </a:ext>
            </a:extLst>
          </p:cNvPr>
          <p:cNvSpPr/>
          <p:nvPr/>
        </p:nvSpPr>
        <p:spPr>
          <a:xfrm>
            <a:off x="6533277" y="2229368"/>
            <a:ext cx="4769723" cy="4189295"/>
          </a:xfrm>
          <a:prstGeom prst="rect">
            <a:avLst/>
          </a:prstGeom>
          <a:solidFill>
            <a:srgbClr val="15233A">
              <a:alpha val="60000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AB51A3E-66D2-B1D8-692C-70A477CD290C}"/>
              </a:ext>
            </a:extLst>
          </p:cNvPr>
          <p:cNvCxnSpPr>
            <a:cxnSpLocks/>
          </p:cNvCxnSpPr>
          <p:nvPr/>
        </p:nvCxnSpPr>
        <p:spPr>
          <a:xfrm>
            <a:off x="6141459" y="2246328"/>
            <a:ext cx="0" cy="4136324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3" name="그림 72">
            <a:extLst>
              <a:ext uri="{FF2B5EF4-FFF2-40B4-BE49-F238E27FC236}">
                <a16:creationId xmlns:a16="http://schemas.microsoft.com/office/drawing/2014/main" id="{93A796E5-55DE-3957-FC94-B6E0A45FE2C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01" t="53334" r="33268" b="7325"/>
          <a:stretch>
            <a:fillRect/>
          </a:stretch>
        </p:blipFill>
        <p:spPr>
          <a:xfrm>
            <a:off x="6542537" y="2229368"/>
            <a:ext cx="4769723" cy="4189295"/>
          </a:xfrm>
          <a:prstGeom prst="rect">
            <a:avLst/>
          </a:prstGeom>
        </p:spPr>
      </p:pic>
      <p:grpSp>
        <p:nvGrpSpPr>
          <p:cNvPr id="48" name="그룹 47">
            <a:extLst>
              <a:ext uri="{FF2B5EF4-FFF2-40B4-BE49-F238E27FC236}">
                <a16:creationId xmlns:a16="http://schemas.microsoft.com/office/drawing/2014/main" id="{A977C201-4988-4555-50F5-B823C5F2B3C9}"/>
              </a:ext>
            </a:extLst>
          </p:cNvPr>
          <p:cNvGrpSpPr/>
          <p:nvPr/>
        </p:nvGrpSpPr>
        <p:grpSpPr>
          <a:xfrm>
            <a:off x="6023324" y="4250567"/>
            <a:ext cx="204071" cy="127846"/>
            <a:chOff x="7276019" y="4585254"/>
            <a:chExt cx="225760" cy="138500"/>
          </a:xfrm>
          <a:solidFill>
            <a:srgbClr val="5CC4D9"/>
          </a:solidFill>
        </p:grpSpPr>
        <p:sp>
          <p:nvSpPr>
            <p:cNvPr id="49" name="L 도형 48">
              <a:extLst>
                <a:ext uri="{FF2B5EF4-FFF2-40B4-BE49-F238E27FC236}">
                  <a16:creationId xmlns:a16="http://schemas.microsoft.com/office/drawing/2014/main" id="{B6A427AA-28DA-95CB-C047-6DF5F5775178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276589" y="4584684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50" name="L 도형 49">
              <a:extLst>
                <a:ext uri="{FF2B5EF4-FFF2-40B4-BE49-F238E27FC236}">
                  <a16:creationId xmlns:a16="http://schemas.microsoft.com/office/drawing/2014/main" id="{1B8AE5BA-15C7-2EAD-2049-5B4B68BDE3A1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362709" y="4584685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34B79C4-85BB-91B7-8161-AE42296FA85C}"/>
              </a:ext>
            </a:extLst>
          </p:cNvPr>
          <p:cNvSpPr/>
          <p:nvPr/>
        </p:nvSpPr>
        <p:spPr>
          <a:xfrm>
            <a:off x="6818325" y="2496547"/>
            <a:ext cx="554026" cy="191771"/>
          </a:xfrm>
          <a:prstGeom prst="rect">
            <a:avLst/>
          </a:prstGeom>
          <a:solidFill>
            <a:srgbClr val="5CC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6294A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TO-BE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0803D83-2993-3571-AEFA-A9C47FB443E2}"/>
              </a:ext>
            </a:extLst>
          </p:cNvPr>
          <p:cNvSpPr/>
          <p:nvPr/>
        </p:nvSpPr>
        <p:spPr>
          <a:xfrm>
            <a:off x="1293825" y="2496547"/>
            <a:ext cx="554026" cy="191771"/>
          </a:xfrm>
          <a:prstGeom prst="rect">
            <a:avLst/>
          </a:prstGeom>
          <a:solidFill>
            <a:schemeClr val="bg1">
              <a:lumMod val="9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AS-IS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C215E3-FDC9-AFE0-3DDB-ADEFCB55B6FB}"/>
              </a:ext>
            </a:extLst>
          </p:cNvPr>
          <p:cNvSpPr txBox="1"/>
          <p:nvPr/>
        </p:nvSpPr>
        <p:spPr>
          <a:xfrm>
            <a:off x="1293824" y="2762214"/>
            <a:ext cx="3464989" cy="2714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7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단계 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수작업을 통한 집계 </a:t>
            </a: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보고 </a:t>
            </a: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분석 </a:t>
            </a:r>
            <a:endParaRPr lang="en-US" altLang="ko-KR" sz="16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5931309-0DF1-63C9-438D-5D9563F5297A}"/>
              </a:ext>
            </a:extLst>
          </p:cNvPr>
          <p:cNvSpPr txBox="1"/>
          <p:nvPr/>
        </p:nvSpPr>
        <p:spPr>
          <a:xfrm>
            <a:off x="665050" y="1427187"/>
            <a:ext cx="91266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CPIA</a:t>
            </a:r>
            <a:r>
              <a:rPr lang="en-US" altLang="ko-KR" sz="12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 (Construction Productivity Intelligence Agent) 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를 통해 집계</a:t>
            </a:r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보고</a:t>
            </a:r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분석의 일련의 과정을 </a:t>
            </a:r>
            <a:endParaRPr lang="en-US" altLang="ko-KR" sz="1400" dirty="0">
              <a:solidFill>
                <a:srgbClr val="A8B5C7"/>
              </a:solidFill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  <a:p>
            <a:r>
              <a:rPr lang="en-US" altLang="ko-KR" sz="1400" dirty="0" err="1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LangGraph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 기술로 구현하여 현장 프로세스를 동일하게 대체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FED74B3-5D59-D848-52F9-38CFFBDBAFFE}"/>
              </a:ext>
            </a:extLst>
          </p:cNvPr>
          <p:cNvSpPr txBox="1"/>
          <p:nvPr/>
        </p:nvSpPr>
        <p:spPr>
          <a:xfrm>
            <a:off x="6818325" y="2762214"/>
            <a:ext cx="3573450" cy="2714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7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개 </a:t>
            </a: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Sub-Agent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를</a:t>
            </a: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통한 업무 대체 수행</a:t>
            </a:r>
            <a:endParaRPr lang="en-US" altLang="ko-KR" sz="16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93E4B90A-766A-870F-F87E-97C8E1EAE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421987"/>
              </p:ext>
            </p:extLst>
          </p:nvPr>
        </p:nvGraphicFramePr>
        <p:xfrm>
          <a:off x="1381563" y="3221164"/>
          <a:ext cx="3916404" cy="2087435"/>
        </p:xfrm>
        <a:graphic>
          <a:graphicData uri="http://schemas.openxmlformats.org/drawingml/2006/table">
            <a:tbl>
              <a:tblPr/>
              <a:tblGrid>
                <a:gridCol w="339560">
                  <a:extLst>
                    <a:ext uri="{9D8B030D-6E8A-4147-A177-3AD203B41FA5}">
                      <a16:colId xmlns:a16="http://schemas.microsoft.com/office/drawing/2014/main" val="2527501052"/>
                    </a:ext>
                  </a:extLst>
                </a:gridCol>
                <a:gridCol w="2622594">
                  <a:extLst>
                    <a:ext uri="{9D8B030D-6E8A-4147-A177-3AD203B41FA5}">
                      <a16:colId xmlns:a16="http://schemas.microsoft.com/office/drawing/2014/main" val="2245732453"/>
                    </a:ext>
                  </a:extLst>
                </a:gridCol>
                <a:gridCol w="954250">
                  <a:extLst>
                    <a:ext uri="{9D8B030D-6E8A-4147-A177-3AD203B41FA5}">
                      <a16:colId xmlns:a16="http://schemas.microsoft.com/office/drawing/2014/main" val="1289558458"/>
                    </a:ext>
                  </a:extLst>
                </a:gridCol>
              </a:tblGrid>
              <a:tr h="29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01</a:t>
                      </a:r>
                    </a:p>
                  </a:txBody>
                  <a:tcPr marL="11365" marR="11365" marT="5682" marB="5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협력사 작업일보 송부 이메일 열람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1~2 h/D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rgbClr val="A8B5C7"/>
                        </a:solidFill>
                        <a:latin typeface="JetBrains Mono" panose="02000009000000000000" pitchFamily="49" charset="0"/>
                        <a:ea typeface="Pretendard" panose="02000503000000020004" pitchFamily="50" charset="-127"/>
                        <a:cs typeface="JetBrains Mono" panose="02000009000000000000" pitchFamily="49" charset="0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99988"/>
                  </a:ext>
                </a:extLst>
              </a:tr>
              <a:tr h="29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02</a:t>
                      </a:r>
                    </a:p>
                  </a:txBody>
                  <a:tcPr marL="11365" marR="11365" marT="5682" marB="5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엑셀 복사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붙여넣기 및 집계 작업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2~3 h/D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rgbClr val="A8B5C7"/>
                        </a:solidFill>
                        <a:latin typeface="JetBrains Mono" panose="02000009000000000000" pitchFamily="49" charset="0"/>
                        <a:ea typeface="Pretendard" panose="02000503000000020004" pitchFamily="50" charset="-127"/>
                        <a:cs typeface="JetBrains Mono" panose="02000009000000000000" pitchFamily="49" charset="0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702668"/>
                  </a:ext>
                </a:extLst>
              </a:tr>
              <a:tr h="29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03</a:t>
                      </a:r>
                    </a:p>
                  </a:txBody>
                  <a:tcPr marL="11365" marR="11365" marT="5682" marB="5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공정표 항목 수작업 매핑</a:t>
                      </a:r>
                      <a:endParaRPr lang="en-US" altLang="ko-KR" sz="1000" dirty="0">
                        <a:solidFill>
                          <a:schemeClr val="bg1">
                            <a:lumMod val="8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1 h/D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rgbClr val="A8B5C7"/>
                        </a:solidFill>
                        <a:latin typeface="JetBrains Mono" panose="02000009000000000000" pitchFamily="49" charset="0"/>
                        <a:ea typeface="Pretendard" panose="02000503000000020004" pitchFamily="50" charset="-127"/>
                        <a:cs typeface="JetBrains Mono" panose="02000009000000000000" pitchFamily="49" charset="0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26110"/>
                  </a:ext>
                </a:extLst>
              </a:tr>
              <a:tr h="29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04</a:t>
                      </a:r>
                    </a:p>
                  </a:txBody>
                  <a:tcPr marL="11365" marR="11365" marT="5682" marB="5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현장 이력 축적 없이 일 단위 </a:t>
                      </a:r>
                      <a:r>
                        <a:rPr lang="ko-KR" altLang="en-US" sz="10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재취합</a:t>
                      </a:r>
                      <a:endParaRPr lang="ko-KR" altLang="en-US" sz="1000" dirty="0">
                        <a:solidFill>
                          <a:schemeClr val="bg1">
                            <a:lumMod val="8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1 h/D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rgbClr val="A8B5C7"/>
                        </a:solidFill>
                        <a:latin typeface="JetBrains Mono" panose="02000009000000000000" pitchFamily="49" charset="0"/>
                        <a:ea typeface="Pretendard" panose="02000503000000020004" pitchFamily="50" charset="-127"/>
                        <a:cs typeface="JetBrains Mono" panose="02000009000000000000" pitchFamily="49" charset="0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124636"/>
                  </a:ext>
                </a:extLst>
              </a:tr>
              <a:tr h="29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05</a:t>
                      </a:r>
                    </a:p>
                  </a:txBody>
                  <a:tcPr marL="11365" marR="11365" marT="5682" marB="5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엑셀 보고서 수기 작성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2 h/D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rgbClr val="A8B5C7"/>
                        </a:solidFill>
                        <a:latin typeface="JetBrains Mono" panose="02000009000000000000" pitchFamily="49" charset="0"/>
                        <a:ea typeface="Pretendard" panose="02000503000000020004" pitchFamily="50" charset="-127"/>
                        <a:cs typeface="JetBrains Mono" panose="02000009000000000000" pitchFamily="49" charset="0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003780"/>
                  </a:ext>
                </a:extLst>
              </a:tr>
              <a:tr h="29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06</a:t>
                      </a:r>
                    </a:p>
                  </a:txBody>
                  <a:tcPr marL="11365" marR="11365" marT="5682" marB="5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PM </a:t>
                      </a: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경험칙으로 공정 이상 판단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D+2.5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진단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rgbClr val="A8B5C7"/>
                        </a:solidFill>
                        <a:latin typeface="JetBrains Mono" panose="02000009000000000000" pitchFamily="49" charset="0"/>
                        <a:ea typeface="Pretendard" panose="02000503000000020004" pitchFamily="50" charset="-127"/>
                        <a:cs typeface="JetBrains Mono" panose="02000009000000000000" pitchFamily="49" charset="0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478016"/>
                  </a:ext>
                </a:extLst>
              </a:tr>
              <a:tr h="29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07</a:t>
                      </a:r>
                    </a:p>
                  </a:txBody>
                  <a:tcPr marL="11365" marR="11365" marT="5682" marB="5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공기 만회 대책 사후 임시 수립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Pretendard" panose="02000503000000020004" pitchFamily="50" charset="-127"/>
                          <a:cs typeface="JetBrains Mono" panose="02000009000000000000" pitchFamily="49" charset="0"/>
                        </a:rPr>
                        <a:t>사후 대응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702113"/>
                  </a:ext>
                </a:extLst>
              </a:tr>
            </a:tbl>
          </a:graphicData>
        </a:graphic>
      </p:graphicFrame>
      <p:sp>
        <p:nvSpPr>
          <p:cNvPr id="84" name="직사각형 83">
            <a:extLst>
              <a:ext uri="{FF2B5EF4-FFF2-40B4-BE49-F238E27FC236}">
                <a16:creationId xmlns:a16="http://schemas.microsoft.com/office/drawing/2014/main" id="{9BC36AEC-5A38-3A71-168B-FDC16B19BD03}"/>
              </a:ext>
            </a:extLst>
          </p:cNvPr>
          <p:cNvSpPr/>
          <p:nvPr/>
        </p:nvSpPr>
        <p:spPr>
          <a:xfrm>
            <a:off x="1293824" y="5543550"/>
            <a:ext cx="4084421" cy="666749"/>
          </a:xfrm>
          <a:prstGeom prst="rect">
            <a:avLst/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9E62F3E-4366-6CF6-A3C0-D07ABB205E35}"/>
              </a:ext>
            </a:extLst>
          </p:cNvPr>
          <p:cNvSpPr txBox="1"/>
          <p:nvPr/>
        </p:nvSpPr>
        <p:spPr>
          <a:xfrm>
            <a:off x="1516329" y="5666372"/>
            <a:ext cx="616241" cy="172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투입</a:t>
            </a:r>
            <a:endParaRPr lang="en-US" altLang="ko-KR" sz="10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F5E69E2-9635-4EB7-E935-FCA08C37DC0E}"/>
              </a:ext>
            </a:extLst>
          </p:cNvPr>
          <p:cNvSpPr txBox="1"/>
          <p:nvPr/>
        </p:nvSpPr>
        <p:spPr>
          <a:xfrm>
            <a:off x="1516330" y="5870417"/>
            <a:ext cx="1013022" cy="2035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담당자 </a:t>
            </a:r>
            <a:r>
              <a:rPr lang="en-US" altLang="ko-KR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명 전일</a:t>
            </a:r>
            <a:endParaRPr lang="en-US" altLang="ko-KR" sz="12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305BE25-048A-13E4-BD10-12D38CA30357}"/>
              </a:ext>
            </a:extLst>
          </p:cNvPr>
          <p:cNvSpPr txBox="1"/>
          <p:nvPr/>
        </p:nvSpPr>
        <p:spPr>
          <a:xfrm>
            <a:off x="2859355" y="5666372"/>
            <a:ext cx="616241" cy="172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보고</a:t>
            </a:r>
            <a:endParaRPr lang="en-US" altLang="ko-KR" sz="10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D73D17F-36B5-25CD-2AD3-8DFC725D5049}"/>
              </a:ext>
            </a:extLst>
          </p:cNvPr>
          <p:cNvSpPr txBox="1"/>
          <p:nvPr/>
        </p:nvSpPr>
        <p:spPr>
          <a:xfrm>
            <a:off x="2859356" y="5870417"/>
            <a:ext cx="718335" cy="2035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D+2.5</a:t>
            </a: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일</a:t>
            </a:r>
            <a:endParaRPr lang="en-US" altLang="ko-KR" sz="12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BFC9B4A-A577-B5EA-E899-ECB25C65ACBD}"/>
              </a:ext>
            </a:extLst>
          </p:cNvPr>
          <p:cNvSpPr txBox="1"/>
          <p:nvPr/>
        </p:nvSpPr>
        <p:spPr>
          <a:xfrm>
            <a:off x="3907694" y="5666372"/>
            <a:ext cx="616241" cy="172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대응</a:t>
            </a:r>
            <a:endParaRPr lang="en-US" altLang="ko-KR" sz="10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EDAD0E4-D654-398D-7D07-E8AC98BCA559}"/>
              </a:ext>
            </a:extLst>
          </p:cNvPr>
          <p:cNvSpPr txBox="1"/>
          <p:nvPr/>
        </p:nvSpPr>
        <p:spPr>
          <a:xfrm>
            <a:off x="3907695" y="5870417"/>
            <a:ext cx="1013022" cy="2035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지연 사후 인지</a:t>
            </a:r>
            <a:endParaRPr lang="en-US" altLang="ko-KR" sz="12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56248071-8E0E-2F0A-C61F-BD779107E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848021"/>
              </p:ext>
            </p:extLst>
          </p:nvPr>
        </p:nvGraphicFramePr>
        <p:xfrm>
          <a:off x="7028933" y="3221164"/>
          <a:ext cx="3916404" cy="2087435"/>
        </p:xfrm>
        <a:graphic>
          <a:graphicData uri="http://schemas.openxmlformats.org/drawingml/2006/table">
            <a:tbl>
              <a:tblPr/>
              <a:tblGrid>
                <a:gridCol w="339560">
                  <a:extLst>
                    <a:ext uri="{9D8B030D-6E8A-4147-A177-3AD203B41FA5}">
                      <a16:colId xmlns:a16="http://schemas.microsoft.com/office/drawing/2014/main" val="2527501052"/>
                    </a:ext>
                  </a:extLst>
                </a:gridCol>
                <a:gridCol w="2622594">
                  <a:extLst>
                    <a:ext uri="{9D8B030D-6E8A-4147-A177-3AD203B41FA5}">
                      <a16:colId xmlns:a16="http://schemas.microsoft.com/office/drawing/2014/main" val="2245732453"/>
                    </a:ext>
                  </a:extLst>
                </a:gridCol>
                <a:gridCol w="954250">
                  <a:extLst>
                    <a:ext uri="{9D8B030D-6E8A-4147-A177-3AD203B41FA5}">
                      <a16:colId xmlns:a16="http://schemas.microsoft.com/office/drawing/2014/main" val="1289558458"/>
                    </a:ext>
                  </a:extLst>
                </a:gridCol>
              </a:tblGrid>
              <a:tr h="29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01</a:t>
                      </a:r>
                    </a:p>
                  </a:txBody>
                  <a:tcPr marL="11365" marR="11365" marT="5682" marB="5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Collector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이메일 자동 수집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-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rgbClr val="A8B5C7"/>
                        </a:solidFill>
                        <a:latin typeface="JetBrains Mono" panose="02000009000000000000" pitchFamily="49" charset="0"/>
                        <a:ea typeface="Pretendard" panose="02000503000000020004" pitchFamily="50" charset="-127"/>
                        <a:cs typeface="JetBrains Mono" panose="02000009000000000000" pitchFamily="49" charset="0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99988"/>
                  </a:ext>
                </a:extLst>
              </a:tr>
              <a:tr h="29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02</a:t>
                      </a:r>
                    </a:p>
                  </a:txBody>
                  <a:tcPr marL="11365" marR="11365" marT="5682" marB="5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Parser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엑셀 데이터 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DB</a:t>
                      </a: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-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rgbClr val="A8B5C7"/>
                        </a:solidFill>
                        <a:latin typeface="JetBrains Mono" panose="02000009000000000000" pitchFamily="49" charset="0"/>
                        <a:ea typeface="Pretendard" panose="02000503000000020004" pitchFamily="50" charset="-127"/>
                        <a:cs typeface="JetBrains Mono" panose="02000009000000000000" pitchFamily="49" charset="0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702668"/>
                  </a:ext>
                </a:extLst>
              </a:tr>
              <a:tr h="29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03</a:t>
                      </a:r>
                    </a:p>
                  </a:txBody>
                  <a:tcPr marL="11365" marR="11365" marT="5682" marB="5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Mapper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작업물량 ↔ 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WBS </a:t>
                      </a: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매칭</a:t>
                      </a:r>
                      <a:endParaRPr lang="en-US" altLang="ko-KR" sz="1000" dirty="0">
                        <a:solidFill>
                          <a:schemeClr val="bg1">
                            <a:lumMod val="8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Review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10min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rgbClr val="A8B5C7"/>
                        </a:solidFill>
                        <a:latin typeface="JetBrains Mono" panose="02000009000000000000" pitchFamily="49" charset="0"/>
                        <a:ea typeface="Pretendard" panose="02000503000000020004" pitchFamily="50" charset="-127"/>
                        <a:cs typeface="JetBrains Mono" panose="02000009000000000000" pitchFamily="49" charset="0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26110"/>
                  </a:ext>
                </a:extLst>
              </a:tr>
              <a:tr h="29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04</a:t>
                      </a:r>
                    </a:p>
                  </a:txBody>
                  <a:tcPr marL="11365" marR="11365" marT="5682" marB="5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Atomizer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작업 내용 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RAG </a:t>
                      </a: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-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rgbClr val="A8B5C7"/>
                        </a:solidFill>
                        <a:latin typeface="JetBrains Mono" panose="02000009000000000000" pitchFamily="49" charset="0"/>
                        <a:ea typeface="Pretendard" panose="02000503000000020004" pitchFamily="50" charset="-127"/>
                        <a:cs typeface="JetBrains Mono" panose="02000009000000000000" pitchFamily="49" charset="0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124636"/>
                  </a:ext>
                </a:extLst>
              </a:tr>
              <a:tr h="29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05</a:t>
                      </a:r>
                    </a:p>
                  </a:txBody>
                  <a:tcPr marL="11365" marR="11365" marT="5682" marB="5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Exporter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통합 작업일보 자동 생성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Review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10min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rgbClr val="A8B5C7"/>
                        </a:solidFill>
                        <a:latin typeface="JetBrains Mono" panose="02000009000000000000" pitchFamily="49" charset="0"/>
                        <a:ea typeface="Pretendard" panose="02000503000000020004" pitchFamily="50" charset="-127"/>
                        <a:cs typeface="JetBrains Mono" panose="02000009000000000000" pitchFamily="49" charset="0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003780"/>
                  </a:ext>
                </a:extLst>
              </a:tr>
              <a:tr h="29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06</a:t>
                      </a:r>
                    </a:p>
                  </a:txBody>
                  <a:tcPr marL="11365" marR="11365" marT="5682" marB="5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Forecaster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생산성 분석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예측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D+0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진단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rgbClr val="A8B5C7"/>
                        </a:solidFill>
                        <a:latin typeface="JetBrains Mono" panose="02000009000000000000" pitchFamily="49" charset="0"/>
                        <a:ea typeface="Pretendard" panose="02000503000000020004" pitchFamily="50" charset="-127"/>
                        <a:cs typeface="JetBrains Mono" panose="02000009000000000000" pitchFamily="49" charset="0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478016"/>
                  </a:ext>
                </a:extLst>
              </a:tr>
              <a:tr h="29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07</a:t>
                      </a:r>
                    </a:p>
                  </a:txBody>
                  <a:tcPr marL="11365" marR="11365" marT="5682" marB="56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solidFill>
                            <a:srgbClr val="87E0EB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Optimizer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공기 최적화 방안 수립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A8B5C7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선제 대응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rgbClr val="A8B5C7"/>
                        </a:solidFill>
                        <a:latin typeface="JetBrains Mono" panose="02000009000000000000" pitchFamily="49" charset="0"/>
                        <a:ea typeface="Pretendard" panose="02000503000000020004" pitchFamily="50" charset="-127"/>
                        <a:cs typeface="JetBrains Mono" panose="02000009000000000000" pitchFamily="49" charset="0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702113"/>
                  </a:ext>
                </a:extLst>
              </a:tr>
            </a:tbl>
          </a:graphicData>
        </a:graphic>
      </p:graphicFrame>
      <p:sp>
        <p:nvSpPr>
          <p:cNvPr id="93" name="직사각형 92">
            <a:extLst>
              <a:ext uri="{FF2B5EF4-FFF2-40B4-BE49-F238E27FC236}">
                <a16:creationId xmlns:a16="http://schemas.microsoft.com/office/drawing/2014/main" id="{811F7B60-F15A-03C6-4D8B-C044D392E234}"/>
              </a:ext>
            </a:extLst>
          </p:cNvPr>
          <p:cNvSpPr/>
          <p:nvPr/>
        </p:nvSpPr>
        <p:spPr>
          <a:xfrm>
            <a:off x="6941194" y="5543550"/>
            <a:ext cx="4084421" cy="666749"/>
          </a:xfrm>
          <a:prstGeom prst="rect">
            <a:avLst/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rgbClr val="87E0EB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9F055CA-72BE-5522-0C92-8ACFB134913B}"/>
              </a:ext>
            </a:extLst>
          </p:cNvPr>
          <p:cNvSpPr txBox="1"/>
          <p:nvPr/>
        </p:nvSpPr>
        <p:spPr>
          <a:xfrm>
            <a:off x="7163699" y="5666372"/>
            <a:ext cx="616241" cy="172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투입</a:t>
            </a:r>
            <a:endParaRPr lang="en-US" altLang="ko-KR" sz="10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76BA637-A16A-AAB8-EE20-E033668130BE}"/>
              </a:ext>
            </a:extLst>
          </p:cNvPr>
          <p:cNvSpPr txBox="1"/>
          <p:nvPr/>
        </p:nvSpPr>
        <p:spPr>
          <a:xfrm>
            <a:off x="7163700" y="5870417"/>
            <a:ext cx="1013022" cy="2035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담당자 </a:t>
            </a:r>
            <a:r>
              <a:rPr lang="en-US" altLang="ko-KR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20</a:t>
            </a: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분</a:t>
            </a:r>
            <a:r>
              <a:rPr lang="en-US" altLang="ko-KR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일</a:t>
            </a:r>
            <a:endParaRPr lang="en-US" altLang="ko-KR" sz="12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87E0EB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E217853-45AB-A0B3-39D5-F808A457C2FA}"/>
              </a:ext>
            </a:extLst>
          </p:cNvPr>
          <p:cNvSpPr txBox="1"/>
          <p:nvPr/>
        </p:nvSpPr>
        <p:spPr>
          <a:xfrm>
            <a:off x="8506725" y="5666372"/>
            <a:ext cx="616241" cy="172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보고</a:t>
            </a:r>
            <a:endParaRPr lang="en-US" altLang="ko-KR" sz="10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1877280-8191-0DF1-52CF-C83E687F4B39}"/>
              </a:ext>
            </a:extLst>
          </p:cNvPr>
          <p:cNvSpPr txBox="1"/>
          <p:nvPr/>
        </p:nvSpPr>
        <p:spPr>
          <a:xfrm>
            <a:off x="8506726" y="5870417"/>
            <a:ext cx="718335" cy="2035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D+0 (</a:t>
            </a: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당일</a:t>
            </a:r>
            <a:r>
              <a:rPr lang="en-US" altLang="ko-KR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altLang="ko-KR" sz="12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87E0EB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F25538F-6532-3E0E-506D-54E69E0B4E9E}"/>
              </a:ext>
            </a:extLst>
          </p:cNvPr>
          <p:cNvSpPr txBox="1"/>
          <p:nvPr/>
        </p:nvSpPr>
        <p:spPr>
          <a:xfrm>
            <a:off x="9555064" y="5666372"/>
            <a:ext cx="616241" cy="172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대응</a:t>
            </a:r>
            <a:endParaRPr lang="en-US" altLang="ko-KR" sz="10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5300AE2-DCC7-9597-2962-23E512E31A45}"/>
              </a:ext>
            </a:extLst>
          </p:cNvPr>
          <p:cNvSpPr txBox="1"/>
          <p:nvPr/>
        </p:nvSpPr>
        <p:spPr>
          <a:xfrm>
            <a:off x="9555065" y="5870417"/>
            <a:ext cx="1390272" cy="2035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공기 위험 </a:t>
            </a:r>
            <a:r>
              <a:rPr lang="en-US" altLang="ko-KR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D-14 </a:t>
            </a: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선제</a:t>
            </a:r>
            <a:endParaRPr lang="en-US" altLang="ko-KR" sz="12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87E0EB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16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2AC92-4707-FEA4-5384-E4D068E5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FCEB4022-169B-6303-4990-7E6FAEF80D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1250" y="849830"/>
            <a:ext cx="4431534" cy="442622"/>
          </a:xfrm>
          <a:noFill/>
        </p:spPr>
        <p:txBody>
          <a:bodyPr wrap="none" rtlCol="0">
            <a:spAutoFit/>
          </a:bodyPr>
          <a:lstStyle/>
          <a:p>
            <a:pPr algn="l" defTabSz="1125444" latinLnBrk="1">
              <a:lnSpc>
                <a:spcPct val="110000"/>
              </a:lnSpc>
            </a:pP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</a:rPr>
              <a:t>CPIA</a:t>
            </a: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, </a:t>
            </a: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어떻게 사람을 대신하는가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77BEE-B077-F6DC-0CA7-AD9EEB275376}"/>
              </a:ext>
            </a:extLst>
          </p:cNvPr>
          <p:cNvSpPr txBox="1"/>
          <p:nvPr/>
        </p:nvSpPr>
        <p:spPr>
          <a:xfrm>
            <a:off x="546078" y="317538"/>
            <a:ext cx="835485" cy="286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A8B5C7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PROCESS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CF0C3BC-53FC-A5CB-8DBC-FC0FA13D0E78}"/>
              </a:ext>
            </a:extLst>
          </p:cNvPr>
          <p:cNvSpPr/>
          <p:nvPr/>
        </p:nvSpPr>
        <p:spPr>
          <a:xfrm>
            <a:off x="237190" y="309149"/>
            <a:ext cx="274477" cy="274477"/>
          </a:xfrm>
          <a:prstGeom prst="rect">
            <a:avLst/>
          </a:prstGeom>
          <a:solidFill>
            <a:srgbClr val="16294A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" spc="25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</a:p>
        </p:txBody>
      </p:sp>
      <p:sp>
        <p:nvSpPr>
          <p:cNvPr id="83" name="슬라이드 번호 개체 틀 25">
            <a:extLst>
              <a:ext uri="{FF2B5EF4-FFF2-40B4-BE49-F238E27FC236}">
                <a16:creationId xmlns:a16="http://schemas.microsoft.com/office/drawing/2014/main" id="{D038F850-4438-77AC-523A-B604976D194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45880" y="6603144"/>
            <a:ext cx="673003" cy="127856"/>
          </a:xfrm>
        </p:spPr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7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65E77E-8825-E875-135F-B444F54C5C22}"/>
              </a:ext>
            </a:extLst>
          </p:cNvPr>
          <p:cNvSpPr/>
          <p:nvPr/>
        </p:nvSpPr>
        <p:spPr>
          <a:xfrm>
            <a:off x="846121" y="1732547"/>
            <a:ext cx="4859450" cy="4504223"/>
          </a:xfrm>
          <a:prstGeom prst="rect">
            <a:avLst/>
          </a:prstGeom>
          <a:solidFill>
            <a:srgbClr val="15233A">
              <a:alpha val="60000"/>
            </a:srgb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6AFFF7-B462-C99F-7254-D0096B514F99}"/>
              </a:ext>
            </a:extLst>
          </p:cNvPr>
          <p:cNvSpPr/>
          <p:nvPr/>
        </p:nvSpPr>
        <p:spPr>
          <a:xfrm>
            <a:off x="1176126" y="2141631"/>
            <a:ext cx="554026" cy="231595"/>
          </a:xfrm>
          <a:prstGeom prst="rect">
            <a:avLst/>
          </a:prstGeom>
          <a:solidFill>
            <a:srgbClr val="5CC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6294A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시연</a:t>
            </a:r>
            <a:r>
              <a:rPr lang="en-US" altLang="ko-KR" sz="1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6294A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-</a:t>
            </a:r>
            <a:r>
              <a:rPr lang="en-US" altLang="ko-KR" sz="1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6294A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739484-4A6C-C32C-BA1F-C6FC971598B0}"/>
              </a:ext>
            </a:extLst>
          </p:cNvPr>
          <p:cNvSpPr/>
          <p:nvPr/>
        </p:nvSpPr>
        <p:spPr>
          <a:xfrm>
            <a:off x="6486430" y="1732547"/>
            <a:ext cx="4859450" cy="4504223"/>
          </a:xfrm>
          <a:prstGeom prst="rect">
            <a:avLst/>
          </a:prstGeom>
          <a:solidFill>
            <a:srgbClr val="15233A">
              <a:alpha val="60000"/>
            </a:srgb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860F1-2C30-D7C8-69D1-23DB8280789D}"/>
              </a:ext>
            </a:extLst>
          </p:cNvPr>
          <p:cNvSpPr txBox="1"/>
          <p:nvPr/>
        </p:nvSpPr>
        <p:spPr>
          <a:xfrm>
            <a:off x="1869683" y="2101805"/>
            <a:ext cx="2774236" cy="2714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작업일보 취합</a:t>
            </a: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보고 업무 자동화</a:t>
            </a:r>
            <a:endParaRPr lang="en-US" altLang="ko-KR" sz="16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DC01A4-D883-F34C-3B1D-6FB4878BC4D3}"/>
              </a:ext>
            </a:extLst>
          </p:cNvPr>
          <p:cNvSpPr/>
          <p:nvPr/>
        </p:nvSpPr>
        <p:spPr>
          <a:xfrm>
            <a:off x="1319628" y="3747028"/>
            <a:ext cx="3912436" cy="2146300"/>
          </a:xfrm>
          <a:prstGeom prst="rect">
            <a:avLst/>
          </a:prstGeom>
          <a:solidFill>
            <a:schemeClr val="bg1">
              <a:lumMod val="95000"/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영상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873213-F4BD-4C94-265F-5BA8C9979C33}"/>
              </a:ext>
            </a:extLst>
          </p:cNvPr>
          <p:cNvSpPr/>
          <p:nvPr/>
        </p:nvSpPr>
        <p:spPr>
          <a:xfrm>
            <a:off x="6959937" y="3747028"/>
            <a:ext cx="3912436" cy="2146300"/>
          </a:xfrm>
          <a:prstGeom prst="rect">
            <a:avLst/>
          </a:prstGeom>
          <a:solidFill>
            <a:schemeClr val="bg1">
              <a:lumMod val="95000"/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영상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FE4292-E5BD-00D3-8FEA-BD37D6D1C2DD}"/>
              </a:ext>
            </a:extLst>
          </p:cNvPr>
          <p:cNvSpPr txBox="1"/>
          <p:nvPr/>
        </p:nvSpPr>
        <p:spPr>
          <a:xfrm>
            <a:off x="7559702" y="2101805"/>
            <a:ext cx="2076705" cy="2714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생산성 분석</a:t>
            </a: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예측</a:t>
            </a: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최적화</a:t>
            </a:r>
            <a:endParaRPr lang="en-US" altLang="ko-KR" sz="16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3271AFE-B0AC-1C30-A4DD-2A18C6D0BBE5}"/>
              </a:ext>
            </a:extLst>
          </p:cNvPr>
          <p:cNvSpPr/>
          <p:nvPr/>
        </p:nvSpPr>
        <p:spPr>
          <a:xfrm>
            <a:off x="6876454" y="2141631"/>
            <a:ext cx="554026" cy="231595"/>
          </a:xfrm>
          <a:prstGeom prst="rect">
            <a:avLst/>
          </a:prstGeom>
          <a:solidFill>
            <a:srgbClr val="5CC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6294A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시연</a:t>
            </a:r>
            <a:r>
              <a:rPr lang="en-US" altLang="ko-KR" sz="1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6294A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-2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C20E0A-F7B1-5367-9139-A5D065B80F6D}"/>
              </a:ext>
            </a:extLst>
          </p:cNvPr>
          <p:cNvSpPr txBox="1"/>
          <p:nvPr/>
        </p:nvSpPr>
        <p:spPr>
          <a:xfrm>
            <a:off x="1319628" y="2559308"/>
            <a:ext cx="2123598" cy="896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메일 자동 수집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(Collector)</a:t>
            </a:r>
          </a:p>
          <a:p>
            <a:pPr marL="285750" indent="-28575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비정형 작업일보 구조화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(Parser)</a:t>
            </a:r>
          </a:p>
          <a:p>
            <a:pPr marL="285750" indent="-28575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작업물량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-WBS </a:t>
            </a: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매핑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(Mapper)</a:t>
            </a:r>
          </a:p>
          <a:p>
            <a:pPr marL="285750" indent="-28575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종합 작업일보 자동 생성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(Exporter)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453A8E-5F5D-BF05-37C6-B02B22C063EF}"/>
              </a:ext>
            </a:extLst>
          </p:cNvPr>
          <p:cNvSpPr txBox="1"/>
          <p:nvPr/>
        </p:nvSpPr>
        <p:spPr>
          <a:xfrm>
            <a:off x="6959937" y="2549770"/>
            <a:ext cx="1880323" cy="8967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일 단위 생산성 분석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(Forecaster)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공기 지연 리스크 진단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(Forecaster)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최적화 시나리오 수립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(Optimizer)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공기 단축 시뮬레이션 </a:t>
            </a:r>
            <a:r>
              <a:rPr lang="en-US" altLang="ko-KR" sz="10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(Optimizer)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87CBED03-4E47-B754-C0A6-928143F0ED63}"/>
              </a:ext>
            </a:extLst>
          </p:cNvPr>
          <p:cNvSpPr txBox="1">
            <a:spLocks/>
          </p:cNvSpPr>
          <p:nvPr/>
        </p:nvSpPr>
        <p:spPr>
          <a:xfrm>
            <a:off x="4041901" y="2733184"/>
            <a:ext cx="1519021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ko-KR" sz="2400" dirty="0">
                <a:solidFill>
                  <a:srgbClr val="87E0EB"/>
                </a:solidFill>
                <a:latin typeface="+mj-ea"/>
                <a:cs typeface="Pretendard" panose="02000503000000020004" pitchFamily="50" charset="-127"/>
              </a:rPr>
              <a:t>2,155</a:t>
            </a:r>
            <a:r>
              <a:rPr lang="en-US" altLang="ko-KR" sz="24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 </a:t>
            </a:r>
            <a:r>
              <a:rPr lang="en-US" altLang="ko-KR" sz="12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h/M</a:t>
            </a:r>
            <a:endParaRPr lang="en-US" altLang="ko-KR" sz="12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3E6952FC-B44A-E2A2-A659-CD1315C1643E}"/>
              </a:ext>
            </a:extLst>
          </p:cNvPr>
          <p:cNvSpPr txBox="1">
            <a:spLocks/>
          </p:cNvSpPr>
          <p:nvPr/>
        </p:nvSpPr>
        <p:spPr>
          <a:xfrm>
            <a:off x="4041901" y="3132432"/>
            <a:ext cx="1519021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ko-KR" sz="10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Middle Office </a:t>
            </a:r>
            <a:r>
              <a:rPr lang="ko-KR" altLang="en-US" sz="10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업무 절감</a:t>
            </a:r>
            <a:endParaRPr lang="en-US" altLang="ko-KR" sz="10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0E51456-5828-836B-9420-CE1991A6A0E6}"/>
              </a:ext>
            </a:extLst>
          </p:cNvPr>
          <p:cNvGrpSpPr/>
          <p:nvPr/>
        </p:nvGrpSpPr>
        <p:grpSpPr>
          <a:xfrm>
            <a:off x="3419037" y="2899457"/>
            <a:ext cx="204071" cy="127846"/>
            <a:chOff x="7276019" y="4585254"/>
            <a:chExt cx="225760" cy="138500"/>
          </a:xfrm>
          <a:solidFill>
            <a:srgbClr val="5CC4D9"/>
          </a:solidFill>
        </p:grpSpPr>
        <p:sp>
          <p:nvSpPr>
            <p:cNvPr id="21" name="L 도형 20">
              <a:extLst>
                <a:ext uri="{FF2B5EF4-FFF2-40B4-BE49-F238E27FC236}">
                  <a16:creationId xmlns:a16="http://schemas.microsoft.com/office/drawing/2014/main" id="{C2BE31BD-2249-FD3D-28FC-AB65485390B5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276589" y="4584684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2" name="L 도형 21">
              <a:extLst>
                <a:ext uri="{FF2B5EF4-FFF2-40B4-BE49-F238E27FC236}">
                  <a16:creationId xmlns:a16="http://schemas.microsoft.com/office/drawing/2014/main" id="{528EDA04-61FF-44C8-D033-35A963D8A06A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362709" y="4584685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23" name="제목 1">
            <a:extLst>
              <a:ext uri="{FF2B5EF4-FFF2-40B4-BE49-F238E27FC236}">
                <a16:creationId xmlns:a16="http://schemas.microsoft.com/office/drawing/2014/main" id="{6BBBADA3-7B2A-EFF8-F76E-A5D2B5C26605}"/>
              </a:ext>
            </a:extLst>
          </p:cNvPr>
          <p:cNvSpPr txBox="1">
            <a:spLocks/>
          </p:cNvSpPr>
          <p:nvPr/>
        </p:nvSpPr>
        <p:spPr>
          <a:xfrm>
            <a:off x="9878832" y="2703268"/>
            <a:ext cx="125589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ko-KR" sz="2400" dirty="0">
                <a:solidFill>
                  <a:srgbClr val="87E0EB"/>
                </a:solidFill>
                <a:latin typeface="+mj-ea"/>
                <a:cs typeface="Pretendard" panose="02000503000000020004" pitchFamily="50" charset="-127"/>
              </a:rPr>
              <a:t>3~7</a:t>
            </a:r>
            <a:r>
              <a:rPr lang="en-US" altLang="ko-KR" sz="24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 </a:t>
            </a:r>
            <a:r>
              <a:rPr lang="en-US" altLang="ko-KR" sz="12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Days</a:t>
            </a:r>
            <a:endParaRPr lang="en-US" altLang="ko-KR" sz="12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4" name="제목 1">
            <a:extLst>
              <a:ext uri="{FF2B5EF4-FFF2-40B4-BE49-F238E27FC236}">
                <a16:creationId xmlns:a16="http://schemas.microsoft.com/office/drawing/2014/main" id="{1208D5AD-1336-C9C6-46DB-D641BD5B2ED6}"/>
              </a:ext>
            </a:extLst>
          </p:cNvPr>
          <p:cNvSpPr txBox="1">
            <a:spLocks/>
          </p:cNvSpPr>
          <p:nvPr/>
        </p:nvSpPr>
        <p:spPr>
          <a:xfrm>
            <a:off x="9878832" y="3102516"/>
            <a:ext cx="1255894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현장 공기 단축</a:t>
            </a:r>
            <a:endParaRPr lang="en-US" altLang="ko-KR" sz="10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9AF7E60-9D46-C88C-5827-4AB441A35FB2}"/>
              </a:ext>
            </a:extLst>
          </p:cNvPr>
          <p:cNvGrpSpPr/>
          <p:nvPr/>
        </p:nvGrpSpPr>
        <p:grpSpPr>
          <a:xfrm>
            <a:off x="9204754" y="2900864"/>
            <a:ext cx="204071" cy="127846"/>
            <a:chOff x="7276019" y="4585254"/>
            <a:chExt cx="225760" cy="138500"/>
          </a:xfrm>
          <a:solidFill>
            <a:srgbClr val="5CC4D9"/>
          </a:solidFill>
        </p:grpSpPr>
        <p:sp>
          <p:nvSpPr>
            <p:cNvPr id="26" name="L 도형 25">
              <a:extLst>
                <a:ext uri="{FF2B5EF4-FFF2-40B4-BE49-F238E27FC236}">
                  <a16:creationId xmlns:a16="http://schemas.microsoft.com/office/drawing/2014/main" id="{E687FC49-0DAD-58C8-B40F-41483C9E1D56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276589" y="4584684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7" name="L 도형 26">
              <a:extLst>
                <a:ext uri="{FF2B5EF4-FFF2-40B4-BE49-F238E27FC236}">
                  <a16:creationId xmlns:a16="http://schemas.microsoft.com/office/drawing/2014/main" id="{8B9BA8B3-EB00-75DD-8918-454B8968508E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362709" y="4584685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82B114A-3F8D-E6F3-7F14-52E7F9087C26}"/>
              </a:ext>
            </a:extLst>
          </p:cNvPr>
          <p:cNvSpPr/>
          <p:nvPr/>
        </p:nvSpPr>
        <p:spPr>
          <a:xfrm>
            <a:off x="1305968" y="2607469"/>
            <a:ext cx="141833" cy="155499"/>
          </a:xfrm>
          <a:prstGeom prst="roundRect">
            <a:avLst/>
          </a:prstGeom>
          <a:solidFill>
            <a:srgbClr val="16294A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00" spc="25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2F5108D-34F0-A643-3C64-E63EB33DDFB7}"/>
              </a:ext>
            </a:extLst>
          </p:cNvPr>
          <p:cNvSpPr/>
          <p:nvPr/>
        </p:nvSpPr>
        <p:spPr>
          <a:xfrm>
            <a:off x="1305968" y="2830718"/>
            <a:ext cx="141833" cy="155499"/>
          </a:xfrm>
          <a:prstGeom prst="roundRect">
            <a:avLst/>
          </a:prstGeom>
          <a:solidFill>
            <a:srgbClr val="16294A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00" spc="25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7AEFBE2-32F7-52DC-D154-8075C54B57D8}"/>
              </a:ext>
            </a:extLst>
          </p:cNvPr>
          <p:cNvSpPr/>
          <p:nvPr/>
        </p:nvSpPr>
        <p:spPr>
          <a:xfrm>
            <a:off x="1305968" y="3065624"/>
            <a:ext cx="141833" cy="155499"/>
          </a:xfrm>
          <a:prstGeom prst="roundRect">
            <a:avLst/>
          </a:prstGeom>
          <a:solidFill>
            <a:srgbClr val="16294A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00" spc="25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7DA287B-3F1E-07A5-090E-864581799883}"/>
              </a:ext>
            </a:extLst>
          </p:cNvPr>
          <p:cNvSpPr/>
          <p:nvPr/>
        </p:nvSpPr>
        <p:spPr>
          <a:xfrm>
            <a:off x="1305968" y="3288873"/>
            <a:ext cx="141833" cy="155499"/>
          </a:xfrm>
          <a:prstGeom prst="roundRect">
            <a:avLst/>
          </a:prstGeom>
          <a:solidFill>
            <a:srgbClr val="16294A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00" spc="25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D02A342-4B2D-FC73-08FA-D32BD1440066}"/>
              </a:ext>
            </a:extLst>
          </p:cNvPr>
          <p:cNvSpPr/>
          <p:nvPr/>
        </p:nvSpPr>
        <p:spPr>
          <a:xfrm>
            <a:off x="6907965" y="2607469"/>
            <a:ext cx="141833" cy="155499"/>
          </a:xfrm>
          <a:prstGeom prst="roundRect">
            <a:avLst/>
          </a:prstGeom>
          <a:solidFill>
            <a:srgbClr val="16294A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00" spc="25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D6D5098-316E-0E44-D639-07AEBBE6BC25}"/>
              </a:ext>
            </a:extLst>
          </p:cNvPr>
          <p:cNvSpPr/>
          <p:nvPr/>
        </p:nvSpPr>
        <p:spPr>
          <a:xfrm>
            <a:off x="6907965" y="2830718"/>
            <a:ext cx="141833" cy="155499"/>
          </a:xfrm>
          <a:prstGeom prst="roundRect">
            <a:avLst/>
          </a:prstGeom>
          <a:solidFill>
            <a:srgbClr val="16294A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00" spc="25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8E34F30-4565-2B71-D9EC-5B2D4DB8FE2D}"/>
              </a:ext>
            </a:extLst>
          </p:cNvPr>
          <p:cNvSpPr/>
          <p:nvPr/>
        </p:nvSpPr>
        <p:spPr>
          <a:xfrm>
            <a:off x="6907965" y="3065624"/>
            <a:ext cx="141833" cy="155499"/>
          </a:xfrm>
          <a:prstGeom prst="roundRect">
            <a:avLst/>
          </a:prstGeom>
          <a:solidFill>
            <a:srgbClr val="16294A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00" spc="25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4E6D0B2-AB7C-E15E-73D5-B5CBBD27B1DF}"/>
              </a:ext>
            </a:extLst>
          </p:cNvPr>
          <p:cNvSpPr/>
          <p:nvPr/>
        </p:nvSpPr>
        <p:spPr>
          <a:xfrm>
            <a:off x="6907965" y="3288873"/>
            <a:ext cx="141833" cy="155499"/>
          </a:xfrm>
          <a:prstGeom prst="roundRect">
            <a:avLst/>
          </a:prstGeom>
          <a:solidFill>
            <a:srgbClr val="16294A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00" spc="25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3412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AC155-BD39-98BB-A79D-4490643BB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84122D35-5E9B-F9C9-ED99-AFAE0172DB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1250" y="849830"/>
            <a:ext cx="6363473" cy="442622"/>
          </a:xfrm>
          <a:noFill/>
        </p:spPr>
        <p:txBody>
          <a:bodyPr wrap="none" rtlCol="0">
            <a:spAutoFit/>
          </a:bodyPr>
          <a:lstStyle/>
          <a:p>
            <a:pPr algn="l" defTabSz="1125444" latinLnBrk="1">
              <a:lnSpc>
                <a:spcPct val="110000"/>
              </a:lnSpc>
            </a:pP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6</a:t>
            </a: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개 현장</a:t>
            </a: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, 15.3</a:t>
            </a: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명의</a:t>
            </a: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 </a:t>
            </a: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</a:rPr>
              <a:t>Front Office </a:t>
            </a: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로의 재배치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FE9170-DE12-7919-497B-463D3F7E9E33}"/>
              </a:ext>
            </a:extLst>
          </p:cNvPr>
          <p:cNvSpPr txBox="1"/>
          <p:nvPr/>
        </p:nvSpPr>
        <p:spPr>
          <a:xfrm>
            <a:off x="546078" y="317538"/>
            <a:ext cx="742511" cy="286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A8B5C7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IMPACT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E07B12-A40E-3533-4B1D-05999BF50CC9}"/>
              </a:ext>
            </a:extLst>
          </p:cNvPr>
          <p:cNvSpPr/>
          <p:nvPr/>
        </p:nvSpPr>
        <p:spPr>
          <a:xfrm>
            <a:off x="237190" y="309149"/>
            <a:ext cx="274477" cy="274477"/>
          </a:xfrm>
          <a:prstGeom prst="rect">
            <a:avLst/>
          </a:prstGeom>
          <a:solidFill>
            <a:srgbClr val="16294A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" spc="25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</a:p>
        </p:txBody>
      </p:sp>
      <p:sp>
        <p:nvSpPr>
          <p:cNvPr id="83" name="슬라이드 번호 개체 틀 25">
            <a:extLst>
              <a:ext uri="{FF2B5EF4-FFF2-40B4-BE49-F238E27FC236}">
                <a16:creationId xmlns:a16="http://schemas.microsoft.com/office/drawing/2014/main" id="{0D595CC9-22B3-5C49-5E2A-51B28917F1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45880" y="6603144"/>
            <a:ext cx="673003" cy="127856"/>
          </a:xfrm>
        </p:spPr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8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AF886-33BB-CAB2-6A23-53C3CF5DE5EA}"/>
              </a:ext>
            </a:extLst>
          </p:cNvPr>
          <p:cNvSpPr txBox="1"/>
          <p:nvPr/>
        </p:nvSpPr>
        <p:spPr>
          <a:xfrm>
            <a:off x="665050" y="1427187"/>
            <a:ext cx="91266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‘</a:t>
            </a:r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Middle Office 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자동화 → 가용 시간 확보 → </a:t>
            </a:r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Front Office 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실행력 강화 → 공기 지연 예방’</a:t>
            </a:r>
          </a:p>
          <a:p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이라는 강력한 성과 선순환 구조를 창출</a:t>
            </a:r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, 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현장 실행력으로 재투자되는 가용 인력 </a:t>
            </a:r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— Input SUPEX</a:t>
            </a:r>
            <a:endParaRPr lang="ko-KR" altLang="en-US" sz="1400" dirty="0">
              <a:solidFill>
                <a:srgbClr val="A8B5C7"/>
              </a:solidFill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B5CF8B0-E5CF-454E-EE6A-AFCE5C9E7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823520"/>
              </p:ext>
            </p:extLst>
          </p:nvPr>
        </p:nvGraphicFramePr>
        <p:xfrm>
          <a:off x="1048711" y="2484699"/>
          <a:ext cx="6109172" cy="3237678"/>
        </p:xfrm>
        <a:graphic>
          <a:graphicData uri="http://schemas.openxmlformats.org/drawingml/2006/table">
            <a:tbl>
              <a:tblPr/>
              <a:tblGrid>
                <a:gridCol w="1930001">
                  <a:extLst>
                    <a:ext uri="{9D8B030D-6E8A-4147-A177-3AD203B41FA5}">
                      <a16:colId xmlns:a16="http://schemas.microsoft.com/office/drawing/2014/main" val="2245732453"/>
                    </a:ext>
                  </a:extLst>
                </a:gridCol>
                <a:gridCol w="702244">
                  <a:extLst>
                    <a:ext uri="{9D8B030D-6E8A-4147-A177-3AD203B41FA5}">
                      <a16:colId xmlns:a16="http://schemas.microsoft.com/office/drawing/2014/main" val="1289558458"/>
                    </a:ext>
                  </a:extLst>
                </a:gridCol>
                <a:gridCol w="586128">
                  <a:extLst>
                    <a:ext uri="{9D8B030D-6E8A-4147-A177-3AD203B41FA5}">
                      <a16:colId xmlns:a16="http://schemas.microsoft.com/office/drawing/2014/main" val="522648952"/>
                    </a:ext>
                  </a:extLst>
                </a:gridCol>
                <a:gridCol w="2890799">
                  <a:extLst>
                    <a:ext uri="{9D8B030D-6E8A-4147-A177-3AD203B41FA5}">
                      <a16:colId xmlns:a16="http://schemas.microsoft.com/office/drawing/2014/main" val="1840915705"/>
                    </a:ext>
                  </a:extLst>
                </a:gridCol>
              </a:tblGrid>
              <a:tr h="362040"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현장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buNone/>
                      </a:pPr>
                      <a:r>
                        <a:rPr lang="ko-KR" altLang="en-US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투입 </a:t>
                      </a: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현재</a:t>
                      </a: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buNone/>
                      </a:pPr>
                      <a:r>
                        <a:rPr lang="ko-KR" altLang="en-US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절감 </a:t>
                      </a: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FTE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ko-KR" altLang="en-US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재배치 방향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99988"/>
                  </a:ext>
                </a:extLst>
              </a:tr>
              <a:tr h="362040"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en-US" altLang="ko-KR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Y-1 Ph-1 OBL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buNone/>
                      </a:pP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967h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buNone/>
                      </a:pP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5.9</a:t>
                      </a:r>
                      <a:endParaRPr lang="ko-KR" altLang="en-US" sz="1000" kern="1200">
                        <a:solidFill>
                          <a:schemeClr val="bg1">
                            <a:lumMod val="8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en-US" altLang="ko-KR" sz="1000" kern="12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Front</a:t>
                      </a:r>
                      <a:r>
                        <a:rPr lang="ko-KR" altLang="en-US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강화 </a:t>
                      </a:r>
                      <a:r>
                        <a:rPr lang="en-US" altLang="ko-KR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 </a:t>
                      </a:r>
                      <a:r>
                        <a:rPr lang="ko-KR" altLang="en-US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공정 판단 </a:t>
                      </a:r>
                      <a:r>
                        <a:rPr lang="en-US" altLang="ko-KR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 </a:t>
                      </a:r>
                      <a:r>
                        <a:rPr lang="ko-KR" altLang="en-US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발주처 협의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702668"/>
                  </a:ext>
                </a:extLst>
              </a:tr>
              <a:tr h="703398"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en-US" altLang="ko-KR" sz="1000" kern="12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Indiana</a:t>
                      </a:r>
                      <a:r>
                        <a:rPr lang="ko-KR" altLang="en-US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Fab</a:t>
                      </a:r>
                      <a:r>
                        <a:rPr lang="ko-KR" altLang="en-US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HAC (</a:t>
                      </a:r>
                      <a:r>
                        <a:rPr lang="ko-KR" altLang="en-US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美</a:t>
                      </a:r>
                      <a:r>
                        <a:rPr lang="en-US" altLang="ko-KR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buNone/>
                      </a:pP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410h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buNone/>
                      </a:pPr>
                      <a:r>
                        <a:rPr lang="en-US" altLang="ko-KR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2.5</a:t>
                      </a:r>
                      <a:endParaRPr lang="ko-KR" altLang="en-US" sz="100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해외 </a:t>
                      </a:r>
                      <a:r>
                        <a:rPr lang="en-US" altLang="ko-KR" sz="1000" kern="12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Front</a:t>
                      </a:r>
                      <a:r>
                        <a:rPr lang="ko-KR" altLang="en-US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보강 </a:t>
                      </a:r>
                      <a:r>
                        <a:rPr lang="en-US" altLang="ko-KR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 </a:t>
                      </a:r>
                      <a:r>
                        <a:rPr lang="en-US" altLang="ko-KR" sz="1000" kern="12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Globality</a:t>
                      </a:r>
                      <a:endParaRPr lang="ko-KR" altLang="en-US" sz="100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26110"/>
                  </a:ext>
                </a:extLst>
              </a:tr>
              <a:tr h="362040"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P&amp;T 3 </a:t>
                      </a:r>
                      <a:r>
                        <a:rPr lang="ko-KR" altLang="en-US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증축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buNone/>
                      </a:pPr>
                      <a:r>
                        <a:rPr lang="en-US" altLang="ko-KR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296h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buNone/>
                      </a:pP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1.8</a:t>
                      </a:r>
                      <a:endParaRPr lang="ko-KR" altLang="en-US" sz="1000" kern="1200">
                        <a:solidFill>
                          <a:schemeClr val="bg1">
                            <a:lumMod val="8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Hi-tech </a:t>
                      </a:r>
                      <a:r>
                        <a:rPr lang="ko-KR" altLang="en-US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신규 현장 투입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124636"/>
                  </a:ext>
                </a:extLst>
              </a:tr>
              <a:tr h="362040"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M15X OBL &amp; PT7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buNone/>
                      </a:pP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286h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buNone/>
                      </a:pPr>
                      <a:r>
                        <a:rPr lang="en-US" altLang="ko-KR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1.7</a:t>
                      </a:r>
                      <a:endParaRPr lang="ko-KR" altLang="en-US" sz="100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Hi-tech </a:t>
                      </a:r>
                      <a:r>
                        <a:rPr lang="ko-KR" altLang="en-US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신규 현장 투입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003780"/>
                  </a:ext>
                </a:extLst>
              </a:tr>
              <a:tr h="362040"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Y-1 Ph-1 IBL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buNone/>
                      </a:pP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288h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buNone/>
                      </a:pPr>
                      <a:r>
                        <a:rPr lang="en-US" altLang="ko-KR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1.8</a:t>
                      </a:r>
                      <a:endParaRPr lang="ko-KR" altLang="en-US" sz="100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Hi-tech </a:t>
                      </a:r>
                      <a:r>
                        <a:rPr lang="ko-KR" altLang="en-US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신규 현장 투입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702113"/>
                  </a:ext>
                </a:extLst>
              </a:tr>
              <a:tr h="362040"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ko-KR" altLang="en-US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청주 </a:t>
                      </a: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M15X IBL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buNone/>
                      </a:pP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259h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buNone/>
                      </a:pPr>
                      <a:r>
                        <a:rPr lang="en-US" altLang="ko-KR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1.6</a:t>
                      </a:r>
                      <a:endParaRPr lang="ko-KR" altLang="en-US" sz="1000" kern="1200" dirty="0">
                        <a:solidFill>
                          <a:schemeClr val="bg1">
                            <a:lumMod val="8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en-US" altLang="ko-KR" sz="1000" kern="12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Hi-tech</a:t>
                      </a:r>
                      <a:r>
                        <a:rPr lang="ko-KR" altLang="en-US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신규 현장 투입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387528"/>
                  </a:ext>
                </a:extLst>
              </a:tr>
              <a:tr h="362040"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ko-KR" altLang="en-US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합계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buNone/>
                      </a:pP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2,506h</a:t>
                      </a:r>
                      <a:endParaRPr lang="ko-KR" altLang="en-US" sz="1000" kern="1200">
                        <a:solidFill>
                          <a:schemeClr val="bg1">
                            <a:lumMod val="8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buNone/>
                      </a:pPr>
                      <a:r>
                        <a:rPr lang="en-US" altLang="ko-KR" sz="1000" kern="120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15.3</a:t>
                      </a:r>
                      <a:endParaRPr lang="ko-KR" altLang="en-US" sz="1000" kern="1200">
                        <a:solidFill>
                          <a:schemeClr val="bg1">
                            <a:lumMod val="8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buNone/>
                      </a:pPr>
                      <a:r>
                        <a:rPr lang="ko-KR" altLang="en-US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신규 채용 없이 </a:t>
                      </a:r>
                      <a:r>
                        <a:rPr lang="en-US" altLang="ko-KR" sz="1000" kern="1200" dirty="0" err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Front</a:t>
                      </a:r>
                      <a:r>
                        <a:rPr lang="ko-KR" altLang="en-US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 </a:t>
                      </a:r>
                      <a:r>
                        <a:rPr lang="ko-KR" altLang="en-US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해외 </a:t>
                      </a:r>
                      <a:r>
                        <a:rPr lang="en-US" altLang="ko-KR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 </a:t>
                      </a:r>
                      <a:r>
                        <a:rPr lang="ko-KR" altLang="en-US" sz="100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신규 배치</a:t>
                      </a:r>
                    </a:p>
                  </a:txBody>
                  <a:tcPr marL="15786" marR="15786" marT="7893" marB="789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246085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88F99BAF-1DF1-2516-22BC-1C1AE6793C2F}"/>
              </a:ext>
            </a:extLst>
          </p:cNvPr>
          <p:cNvGrpSpPr/>
          <p:nvPr/>
        </p:nvGrpSpPr>
        <p:grpSpPr>
          <a:xfrm>
            <a:off x="7460811" y="4039615"/>
            <a:ext cx="208394" cy="127846"/>
            <a:chOff x="7276019" y="4585254"/>
            <a:chExt cx="225760" cy="138500"/>
          </a:xfrm>
          <a:solidFill>
            <a:srgbClr val="5CC4D9"/>
          </a:solidFill>
        </p:grpSpPr>
        <p:sp>
          <p:nvSpPr>
            <p:cNvPr id="8" name="L 도형 7">
              <a:extLst>
                <a:ext uri="{FF2B5EF4-FFF2-40B4-BE49-F238E27FC236}">
                  <a16:creationId xmlns:a16="http://schemas.microsoft.com/office/drawing/2014/main" id="{746B4F2C-8718-5CCE-A806-55C5134EE2EA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276589" y="4584684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9" name="L 도형 8">
              <a:extLst>
                <a:ext uri="{FF2B5EF4-FFF2-40B4-BE49-F238E27FC236}">
                  <a16:creationId xmlns:a16="http://schemas.microsoft.com/office/drawing/2014/main" id="{B4A7F35F-4B5D-ECE8-609A-4A8EE946E640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362709" y="4584685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10" name="제목 1">
            <a:extLst>
              <a:ext uri="{FF2B5EF4-FFF2-40B4-BE49-F238E27FC236}">
                <a16:creationId xmlns:a16="http://schemas.microsoft.com/office/drawing/2014/main" id="{5ED0F8D9-4912-DD6F-7377-8436FA952350}"/>
              </a:ext>
            </a:extLst>
          </p:cNvPr>
          <p:cNvSpPr txBox="1">
            <a:spLocks/>
          </p:cNvSpPr>
          <p:nvPr/>
        </p:nvSpPr>
        <p:spPr>
          <a:xfrm>
            <a:off x="8436919" y="3429000"/>
            <a:ext cx="3342126" cy="7694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ko-KR" sz="1400" b="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15.3</a:t>
            </a:r>
            <a:r>
              <a:rPr lang="ko-KR" altLang="en-US" sz="1400" b="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명 </a:t>
            </a:r>
            <a:r>
              <a:rPr lang="en-US" altLang="ko-KR" sz="1400" b="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× </a:t>
            </a:r>
            <a:r>
              <a:rPr lang="ko-KR" altLang="en-US" sz="1400" b="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인당 </a:t>
            </a:r>
            <a:r>
              <a:rPr lang="en-US" altLang="ko-KR" sz="1400" b="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1.5</a:t>
            </a:r>
            <a:r>
              <a:rPr lang="ko-KR" altLang="en-US" sz="1400" b="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억 </a:t>
            </a:r>
            <a:endParaRPr lang="en-US" altLang="ko-KR" sz="1400" b="0" dirty="0">
              <a:solidFill>
                <a:schemeClr val="bg1"/>
              </a:solidFill>
              <a:latin typeface="+mj-ea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3600" dirty="0">
                <a:solidFill>
                  <a:srgbClr val="87E0EB"/>
                </a:solidFill>
                <a:latin typeface="+mj-ea"/>
                <a:cs typeface="Pretendard" panose="02000503000000020004" pitchFamily="50" charset="-127"/>
              </a:rPr>
              <a:t>≈ </a:t>
            </a:r>
            <a:r>
              <a:rPr lang="en-US" altLang="ko-KR" sz="3600" dirty="0">
                <a:solidFill>
                  <a:srgbClr val="87E0EB"/>
                </a:solidFill>
                <a:latin typeface="+mj-ea"/>
                <a:cs typeface="Pretendard" panose="02000503000000020004" pitchFamily="50" charset="-127"/>
              </a:rPr>
              <a:t>23</a:t>
            </a:r>
            <a:r>
              <a:rPr lang="en-US" altLang="ko-KR" sz="3600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 </a:t>
            </a:r>
            <a:r>
              <a:rPr lang="ko-KR" altLang="en-US" sz="18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억원</a:t>
            </a:r>
            <a:r>
              <a:rPr lang="en-US" altLang="ko-KR" sz="18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/</a:t>
            </a:r>
            <a:r>
              <a:rPr lang="ko-KR" altLang="en-US" sz="18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년</a:t>
            </a:r>
            <a:endParaRPr lang="en-US" altLang="ko-KR" sz="18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28DC52EF-F222-6B16-7AD4-C874A41429AF}"/>
              </a:ext>
            </a:extLst>
          </p:cNvPr>
          <p:cNvSpPr txBox="1">
            <a:spLocks/>
          </p:cNvSpPr>
          <p:nvPr/>
        </p:nvSpPr>
        <p:spPr>
          <a:xfrm>
            <a:off x="8436919" y="4408761"/>
            <a:ext cx="3581964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ko-KR" sz="14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Front Office </a:t>
            </a:r>
            <a:r>
              <a:rPr lang="ko-KR" altLang="en-US" sz="14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전환</a:t>
            </a:r>
            <a:r>
              <a:rPr lang="en-US" altLang="ko-KR" sz="14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, </a:t>
            </a:r>
            <a:r>
              <a:rPr lang="ko-KR" altLang="en-US" sz="14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재투자 가능 </a:t>
            </a:r>
            <a:r>
              <a:rPr lang="en-US" altLang="ko-KR" sz="14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capacity </a:t>
            </a:r>
            <a:r>
              <a:rPr lang="ko-KR" altLang="en-US" sz="14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확보</a:t>
            </a:r>
            <a:endParaRPr lang="en-US" altLang="ko-KR" sz="14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AF84FA65-E45E-4444-498A-68ADC9BECFE7}"/>
              </a:ext>
            </a:extLst>
          </p:cNvPr>
          <p:cNvSpPr txBox="1">
            <a:spLocks/>
          </p:cNvSpPr>
          <p:nvPr/>
        </p:nvSpPr>
        <p:spPr>
          <a:xfrm>
            <a:off x="1048712" y="5900448"/>
            <a:ext cx="6109172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ko-KR" sz="12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※ FTE = </a:t>
            </a:r>
            <a:r>
              <a:rPr lang="ko-KR" altLang="en-US" sz="12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현장별 </a:t>
            </a:r>
            <a:r>
              <a:rPr lang="en-US" altLang="ko-KR" sz="12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Middle Office </a:t>
            </a:r>
            <a:r>
              <a:rPr lang="ko-KR" altLang="en-US" sz="12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인력 구조 기반 환산 추정 </a:t>
            </a:r>
            <a:r>
              <a:rPr lang="en-US" altLang="ko-KR" sz="12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(CPIA </a:t>
            </a:r>
            <a:r>
              <a:rPr lang="ko-KR" altLang="en-US" sz="12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약 </a:t>
            </a:r>
            <a:r>
              <a:rPr lang="en-US" altLang="ko-KR" sz="12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86% </a:t>
            </a:r>
            <a:r>
              <a:rPr lang="ko-KR" altLang="en-US" sz="12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자동화 기준</a:t>
            </a:r>
            <a:r>
              <a:rPr lang="en-US" altLang="ko-KR" sz="1200" b="0" dirty="0">
                <a:solidFill>
                  <a:schemeClr val="bg1">
                    <a:lumMod val="85000"/>
                  </a:schemeClr>
                </a:solidFill>
                <a:latin typeface="+mj-ea"/>
                <a:cs typeface="Pretendard" panose="02000503000000020004" pitchFamily="50" charset="-127"/>
              </a:rPr>
              <a:t>)</a:t>
            </a:r>
            <a:endParaRPr lang="en-US" altLang="ko-KR" sz="1200" b="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132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3756F-509E-9BD2-ECD2-551A65B15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그룹 43">
            <a:extLst>
              <a:ext uri="{FF2B5EF4-FFF2-40B4-BE49-F238E27FC236}">
                <a16:creationId xmlns:a16="http://schemas.microsoft.com/office/drawing/2014/main" id="{FA32F9A4-4FA1-DA55-0E2F-7D0FD03E889F}"/>
              </a:ext>
            </a:extLst>
          </p:cNvPr>
          <p:cNvGrpSpPr/>
          <p:nvPr/>
        </p:nvGrpSpPr>
        <p:grpSpPr>
          <a:xfrm>
            <a:off x="846121" y="2195850"/>
            <a:ext cx="10692736" cy="3972233"/>
            <a:chOff x="846121" y="2271252"/>
            <a:chExt cx="10417875" cy="3972233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74FC3A30-B676-679C-11B9-16FE41865D6D}"/>
                </a:ext>
              </a:extLst>
            </p:cNvPr>
            <p:cNvGrpSpPr/>
            <p:nvPr/>
          </p:nvGrpSpPr>
          <p:grpSpPr>
            <a:xfrm>
              <a:off x="846121" y="2271252"/>
              <a:ext cx="3185105" cy="3972233"/>
              <a:chOff x="846121" y="2271252"/>
              <a:chExt cx="3185105" cy="3972233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A74B9251-DDE4-05E8-5DB1-990604671741}"/>
                  </a:ext>
                </a:extLst>
              </p:cNvPr>
              <p:cNvSpPr/>
              <p:nvPr/>
            </p:nvSpPr>
            <p:spPr>
              <a:xfrm>
                <a:off x="846121" y="2271252"/>
                <a:ext cx="3185105" cy="3972232"/>
              </a:xfrm>
              <a:prstGeom prst="rect">
                <a:avLst/>
              </a:prstGeom>
              <a:solidFill>
                <a:srgbClr val="15233A">
                  <a:alpha val="60000"/>
                </a:srgbClr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477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pic>
            <p:nvPicPr>
              <p:cNvPr id="38" name="그림 37">
                <a:extLst>
                  <a:ext uri="{FF2B5EF4-FFF2-40B4-BE49-F238E27FC236}">
                    <a16:creationId xmlns:a16="http://schemas.microsoft.com/office/drawing/2014/main" id="{184B6A69-7E3F-C803-D04A-D1B8092CB4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01" t="53334" r="33268" b="7325"/>
              <a:stretch>
                <a:fillRect/>
              </a:stretch>
            </p:blipFill>
            <p:spPr>
              <a:xfrm>
                <a:off x="846121" y="2271253"/>
                <a:ext cx="3185105" cy="3972232"/>
              </a:xfrm>
              <a:prstGeom prst="rect">
                <a:avLst/>
              </a:prstGeom>
            </p:spPr>
          </p:pic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3B1518D1-9A93-F6CD-8EBC-3DDCD4554210}"/>
                </a:ext>
              </a:extLst>
            </p:cNvPr>
            <p:cNvGrpSpPr/>
            <p:nvPr/>
          </p:nvGrpSpPr>
          <p:grpSpPr>
            <a:xfrm>
              <a:off x="4469403" y="2271252"/>
              <a:ext cx="3185105" cy="3972232"/>
              <a:chOff x="4469403" y="2271252"/>
              <a:chExt cx="3185105" cy="3972232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B29E1982-7751-D307-7FBD-12C1973A1603}"/>
                  </a:ext>
                </a:extLst>
              </p:cNvPr>
              <p:cNvSpPr/>
              <p:nvPr/>
            </p:nvSpPr>
            <p:spPr>
              <a:xfrm>
                <a:off x="4469403" y="2271252"/>
                <a:ext cx="3185105" cy="3972232"/>
              </a:xfrm>
              <a:prstGeom prst="rect">
                <a:avLst/>
              </a:prstGeom>
              <a:solidFill>
                <a:srgbClr val="15233A">
                  <a:alpha val="60000"/>
                </a:srgbClr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477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pic>
            <p:nvPicPr>
              <p:cNvPr id="40" name="그림 39">
                <a:extLst>
                  <a:ext uri="{FF2B5EF4-FFF2-40B4-BE49-F238E27FC236}">
                    <a16:creationId xmlns:a16="http://schemas.microsoft.com/office/drawing/2014/main" id="{8B777E38-5258-A695-B712-0EBB3A733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01" t="53334" r="33268" b="7325"/>
              <a:stretch>
                <a:fillRect/>
              </a:stretch>
            </p:blipFill>
            <p:spPr>
              <a:xfrm>
                <a:off x="4469403" y="2271252"/>
                <a:ext cx="3185105" cy="3972232"/>
              </a:xfrm>
              <a:prstGeom prst="rect">
                <a:avLst/>
              </a:prstGeom>
            </p:spPr>
          </p:pic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2A4CF5D0-F516-CD1C-B8E6-1731B78E400D}"/>
                </a:ext>
              </a:extLst>
            </p:cNvPr>
            <p:cNvGrpSpPr/>
            <p:nvPr/>
          </p:nvGrpSpPr>
          <p:grpSpPr>
            <a:xfrm>
              <a:off x="8065821" y="2271252"/>
              <a:ext cx="3198175" cy="3972232"/>
              <a:chOff x="8257594" y="2271252"/>
              <a:chExt cx="3198175" cy="3972232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5009AB9C-21FC-429C-F745-79D97AB2F73D}"/>
                  </a:ext>
                </a:extLst>
              </p:cNvPr>
              <p:cNvSpPr/>
              <p:nvPr/>
            </p:nvSpPr>
            <p:spPr>
              <a:xfrm>
                <a:off x="8257594" y="2271252"/>
                <a:ext cx="3185106" cy="3972232"/>
              </a:xfrm>
              <a:prstGeom prst="rect">
                <a:avLst/>
              </a:prstGeom>
              <a:solidFill>
                <a:srgbClr val="15233A">
                  <a:alpha val="60000"/>
                </a:srgbClr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477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endParaRPr>
              </a:p>
            </p:txBody>
          </p:sp>
          <p:pic>
            <p:nvPicPr>
              <p:cNvPr id="41" name="그림 40">
                <a:extLst>
                  <a:ext uri="{FF2B5EF4-FFF2-40B4-BE49-F238E27FC236}">
                    <a16:creationId xmlns:a16="http://schemas.microsoft.com/office/drawing/2014/main" id="{E25EB4DF-B31C-70B2-9E21-E84B73B91E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01" t="53334" r="33268" b="7325"/>
              <a:stretch>
                <a:fillRect/>
              </a:stretch>
            </p:blipFill>
            <p:spPr>
              <a:xfrm>
                <a:off x="8270664" y="2271252"/>
                <a:ext cx="3185105" cy="3972232"/>
              </a:xfrm>
              <a:prstGeom prst="rect">
                <a:avLst/>
              </a:prstGeom>
            </p:spPr>
          </p:pic>
        </p:grpSp>
      </p:grp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81858252-431A-48FF-C7DA-F595449ECA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1250" y="849830"/>
            <a:ext cx="4984826" cy="442622"/>
          </a:xfrm>
          <a:noFill/>
        </p:spPr>
        <p:txBody>
          <a:bodyPr wrap="none" rtlCol="0">
            <a:spAutoFit/>
          </a:bodyPr>
          <a:lstStyle/>
          <a:p>
            <a:pPr algn="l" defTabSz="1125444" latinLnBrk="1">
              <a:lnSpc>
                <a:spcPct val="110000"/>
              </a:lnSpc>
            </a:pP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한 현장의 도구가 아닌</a:t>
            </a: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, </a:t>
            </a: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</a:rPr>
              <a:t>해자로의 확장</a:t>
            </a:r>
            <a:endParaRPr lang="ko-KR" altLang="en-US" sz="2800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12FB9D-4BCE-86FC-1BA6-43034EE769CA}"/>
              </a:ext>
            </a:extLst>
          </p:cNvPr>
          <p:cNvSpPr txBox="1"/>
          <p:nvPr/>
        </p:nvSpPr>
        <p:spPr>
          <a:xfrm>
            <a:off x="546078" y="317538"/>
            <a:ext cx="1207382" cy="286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A8B5C7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SCALABILITY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0E402F4-6183-A783-6217-DCE11E94A2EB}"/>
              </a:ext>
            </a:extLst>
          </p:cNvPr>
          <p:cNvSpPr/>
          <p:nvPr/>
        </p:nvSpPr>
        <p:spPr>
          <a:xfrm>
            <a:off x="237190" y="309149"/>
            <a:ext cx="274477" cy="274477"/>
          </a:xfrm>
          <a:prstGeom prst="rect">
            <a:avLst/>
          </a:prstGeom>
          <a:solidFill>
            <a:srgbClr val="16294A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" spc="25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</a:p>
        </p:txBody>
      </p:sp>
      <p:sp>
        <p:nvSpPr>
          <p:cNvPr id="83" name="슬라이드 번호 개체 틀 25">
            <a:extLst>
              <a:ext uri="{FF2B5EF4-FFF2-40B4-BE49-F238E27FC236}">
                <a16:creationId xmlns:a16="http://schemas.microsoft.com/office/drawing/2014/main" id="{324A50DE-CB00-C836-43C5-5040F80ED6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45880" y="6603144"/>
            <a:ext cx="673003" cy="127856"/>
          </a:xfrm>
        </p:spPr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9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B3FF5F-8A08-A50B-E118-584FF80B9236}"/>
              </a:ext>
            </a:extLst>
          </p:cNvPr>
          <p:cNvSpPr txBox="1"/>
          <p:nvPr/>
        </p:nvSpPr>
        <p:spPr>
          <a:xfrm>
            <a:off x="665050" y="1427187"/>
            <a:ext cx="9126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CPIA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는 현장의 한 부분</a:t>
            </a:r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(Middle Office) AX 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전환이었으며</a:t>
            </a:r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, 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그 엔진이 넓이</a:t>
            </a:r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·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깊이</a:t>
            </a:r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·</a:t>
            </a:r>
            <a:r>
              <a:rPr lang="ko-KR" altLang="en-US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시간으로 확장된다</a:t>
            </a:r>
            <a:r>
              <a:rPr lang="en-US" altLang="ko-KR" sz="14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.</a:t>
            </a:r>
            <a:endParaRPr lang="ko-KR" altLang="en-US" sz="1400" dirty="0">
              <a:solidFill>
                <a:srgbClr val="A8B5C7"/>
              </a:solidFill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619B78-9BDD-04D3-8431-3ED1C5BE82A5}"/>
              </a:ext>
            </a:extLst>
          </p:cNvPr>
          <p:cNvSpPr txBox="1"/>
          <p:nvPr/>
        </p:nvSpPr>
        <p:spPr>
          <a:xfrm>
            <a:off x="1452434" y="2580397"/>
            <a:ext cx="1729584" cy="192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sz="1200" b="1" spc="0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REACH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024422-9377-3551-7FC9-25EA79F83872}"/>
              </a:ext>
            </a:extLst>
          </p:cNvPr>
          <p:cNvSpPr txBox="1"/>
          <p:nvPr/>
        </p:nvSpPr>
        <p:spPr>
          <a:xfrm>
            <a:off x="1185734" y="2923889"/>
            <a:ext cx="2328394" cy="2714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CROSS-PRODUCT REACH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45CE8-4B85-0C27-3C7A-D9678216BB66}"/>
              </a:ext>
            </a:extLst>
          </p:cNvPr>
          <p:cNvSpPr txBox="1"/>
          <p:nvPr/>
        </p:nvSpPr>
        <p:spPr>
          <a:xfrm>
            <a:off x="1185734" y="3252216"/>
            <a:ext cx="2622771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노드 교체로 양식</a:t>
            </a:r>
            <a:r>
              <a:rPr lang="en-US" altLang="ko-KR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·</a:t>
            </a:r>
            <a:r>
              <a:rPr lang="ko-KR" altLang="en-US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사업 무관 즉시 적용 </a:t>
            </a:r>
            <a:r>
              <a:rPr lang="en-US" altLang="ko-KR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(Hi-tech → AI DC · </a:t>
            </a:r>
            <a:r>
              <a:rPr lang="ko-KR" altLang="en-US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인프라 </a:t>
            </a:r>
            <a:r>
              <a:rPr lang="en-US" altLang="ko-KR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· </a:t>
            </a:r>
            <a:r>
              <a:rPr lang="ko-KR" altLang="en-US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주택</a:t>
            </a:r>
            <a:r>
              <a:rPr lang="en-US" altLang="ko-KR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sz="10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53A9C22-E99E-D6D0-1C74-1BC7769BB174}"/>
              </a:ext>
            </a:extLst>
          </p:cNvPr>
          <p:cNvCxnSpPr>
            <a:cxnSpLocks/>
          </p:cNvCxnSpPr>
          <p:nvPr/>
        </p:nvCxnSpPr>
        <p:spPr>
          <a:xfrm>
            <a:off x="1167104" y="5536722"/>
            <a:ext cx="2628323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C4EDAD1-DD76-7ED5-A727-07D6F660A1B5}"/>
              </a:ext>
            </a:extLst>
          </p:cNvPr>
          <p:cNvSpPr txBox="1"/>
          <p:nvPr/>
        </p:nvSpPr>
        <p:spPr>
          <a:xfrm>
            <a:off x="1542683" y="5712529"/>
            <a:ext cx="1850698" cy="2035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신규 현장 </a:t>
            </a:r>
            <a:r>
              <a:rPr lang="en-US" altLang="ko-KR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2~3</a:t>
            </a: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일 내 커스터마이징</a:t>
            </a:r>
            <a:endParaRPr lang="en-US" altLang="ko-KR" sz="12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87E0EB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C955E5-DFC1-1174-2ABB-52D711FCB610}"/>
              </a:ext>
            </a:extLst>
          </p:cNvPr>
          <p:cNvSpPr/>
          <p:nvPr/>
        </p:nvSpPr>
        <p:spPr>
          <a:xfrm>
            <a:off x="1149769" y="2581115"/>
            <a:ext cx="215888" cy="191771"/>
          </a:xfrm>
          <a:prstGeom prst="rect">
            <a:avLst/>
          </a:prstGeom>
          <a:solidFill>
            <a:srgbClr val="5CC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6294A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F6E35627-606C-F059-6200-83435C326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090" y="7298827"/>
            <a:ext cx="10463790" cy="3370590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71FE9542-FBF4-5C5F-D9BE-549BC45F7DB8}"/>
              </a:ext>
            </a:extLst>
          </p:cNvPr>
          <p:cNvSpPr/>
          <p:nvPr/>
        </p:nvSpPr>
        <p:spPr>
          <a:xfrm>
            <a:off x="1159213" y="3829251"/>
            <a:ext cx="2622771" cy="1504417"/>
          </a:xfrm>
          <a:prstGeom prst="rect">
            <a:avLst/>
          </a:prstGeom>
          <a:solidFill>
            <a:schemeClr val="bg1">
              <a:lumMod val="95000"/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도식 </a:t>
            </a:r>
            <a:r>
              <a:rPr lang="en-US" altLang="ko-KR" dirty="0"/>
              <a:t>1</a:t>
            </a:r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F6B2B2-E32C-9162-EDC5-9162946CF746}"/>
              </a:ext>
            </a:extLst>
          </p:cNvPr>
          <p:cNvSpPr txBox="1"/>
          <p:nvPr/>
        </p:nvSpPr>
        <p:spPr>
          <a:xfrm>
            <a:off x="5165786" y="2580397"/>
            <a:ext cx="1729584" cy="192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sz="1200" b="1" spc="0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88A483-C436-7A91-53C2-C83BCBB57320}"/>
              </a:ext>
            </a:extLst>
          </p:cNvPr>
          <p:cNvSpPr txBox="1"/>
          <p:nvPr/>
        </p:nvSpPr>
        <p:spPr>
          <a:xfrm>
            <a:off x="4899086" y="2923889"/>
            <a:ext cx="2379947" cy="2714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VALUE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CHAIN EXPANSION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BA69FB-6153-7330-66A6-16B2C298018A}"/>
              </a:ext>
            </a:extLst>
          </p:cNvPr>
          <p:cNvSpPr txBox="1"/>
          <p:nvPr/>
        </p:nvSpPr>
        <p:spPr>
          <a:xfrm>
            <a:off x="4899086" y="3252216"/>
            <a:ext cx="2622771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시공</a:t>
            </a:r>
            <a:r>
              <a:rPr lang="en-US" altLang="ko-KR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(P) </a:t>
            </a:r>
            <a:r>
              <a:rPr lang="ko-KR" altLang="en-US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누적 데이터 → 설계</a:t>
            </a:r>
            <a:r>
              <a:rPr lang="en-US" altLang="ko-KR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(R) · </a:t>
            </a:r>
            <a:r>
              <a:rPr lang="ko-KR" altLang="en-US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구매</a:t>
            </a:r>
            <a:r>
              <a:rPr lang="en-US" altLang="ko-KR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(S) </a:t>
            </a:r>
            <a:r>
              <a:rPr lang="ko-KR" altLang="en-US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예측력 확장</a:t>
            </a:r>
            <a:endParaRPr lang="ko-KR" altLang="en-US" sz="1000" dirty="0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6087A004-6454-CEC0-F09B-20CFB2958382}"/>
              </a:ext>
            </a:extLst>
          </p:cNvPr>
          <p:cNvCxnSpPr>
            <a:cxnSpLocks/>
          </p:cNvCxnSpPr>
          <p:nvPr/>
        </p:nvCxnSpPr>
        <p:spPr>
          <a:xfrm>
            <a:off x="4880456" y="5536722"/>
            <a:ext cx="2628323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9B70829-BA18-30B6-D364-6744484F4AAC}"/>
              </a:ext>
            </a:extLst>
          </p:cNvPr>
          <p:cNvSpPr txBox="1"/>
          <p:nvPr/>
        </p:nvSpPr>
        <p:spPr>
          <a:xfrm>
            <a:off x="5400177" y="5712529"/>
            <a:ext cx="1562414" cy="2035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EPC value chain </a:t>
            </a: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공기 단축</a:t>
            </a:r>
            <a:endParaRPr lang="en-US" altLang="ko-KR" sz="12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87E0EB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E5A9469-B181-0D10-7423-D32536E1F212}"/>
              </a:ext>
            </a:extLst>
          </p:cNvPr>
          <p:cNvSpPr/>
          <p:nvPr/>
        </p:nvSpPr>
        <p:spPr>
          <a:xfrm>
            <a:off x="4863121" y="2581115"/>
            <a:ext cx="215888" cy="191771"/>
          </a:xfrm>
          <a:prstGeom prst="rect">
            <a:avLst/>
          </a:prstGeom>
          <a:solidFill>
            <a:srgbClr val="5CC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6294A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D72D50D-6F12-21F9-7C53-2A6B09A0B654}"/>
              </a:ext>
            </a:extLst>
          </p:cNvPr>
          <p:cNvSpPr/>
          <p:nvPr/>
        </p:nvSpPr>
        <p:spPr>
          <a:xfrm>
            <a:off x="4872565" y="3829251"/>
            <a:ext cx="2622771" cy="1504417"/>
          </a:xfrm>
          <a:prstGeom prst="rect">
            <a:avLst/>
          </a:prstGeom>
          <a:solidFill>
            <a:schemeClr val="bg1">
              <a:lumMod val="95000"/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도식 </a:t>
            </a:r>
            <a:r>
              <a:rPr lang="en-US" altLang="ko-KR" dirty="0"/>
              <a:t>2</a:t>
            </a:r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2F9EC4-A5BE-B937-2D05-907D6F60D9CA}"/>
              </a:ext>
            </a:extLst>
          </p:cNvPr>
          <p:cNvSpPr txBox="1"/>
          <p:nvPr/>
        </p:nvSpPr>
        <p:spPr>
          <a:xfrm>
            <a:off x="8875490" y="2580397"/>
            <a:ext cx="1729584" cy="192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sz="1200" b="1" spc="0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COMPOUNDING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819B5D-32A2-0605-F114-8A3A08370B98}"/>
              </a:ext>
            </a:extLst>
          </p:cNvPr>
          <p:cNvSpPr txBox="1"/>
          <p:nvPr/>
        </p:nvSpPr>
        <p:spPr>
          <a:xfrm>
            <a:off x="8608790" y="2923889"/>
            <a:ext cx="1747338" cy="2714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b="1" spc="-74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KNOWLEDGE </a:t>
            </a:r>
            <a:r>
              <a:rPr lang="ko-KR" altLang="en-US" sz="16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rPr>
              <a:t>자산화</a:t>
            </a:r>
            <a:endParaRPr lang="en-US" altLang="ko-KR" sz="16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C09A94-3D43-30B9-9B59-ACF5059A4158}"/>
              </a:ext>
            </a:extLst>
          </p:cNvPr>
          <p:cNvSpPr txBox="1"/>
          <p:nvPr/>
        </p:nvSpPr>
        <p:spPr>
          <a:xfrm>
            <a:off x="8608790" y="3252216"/>
            <a:ext cx="2622771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Lessons Learned </a:t>
            </a:r>
            <a:r>
              <a:rPr lang="ko-KR" altLang="en-US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자산화 → 현장 지식 평균↑ </a:t>
            </a:r>
            <a:r>
              <a:rPr lang="en-US" altLang="ko-KR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+ </a:t>
            </a:r>
            <a:r>
              <a:rPr lang="ko-KR" altLang="en-US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숙련 이탈 역량 공백 대응 </a:t>
            </a:r>
            <a:r>
              <a:rPr lang="en-US" altLang="ko-KR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+ </a:t>
            </a:r>
            <a:r>
              <a:rPr lang="ko-KR" altLang="en-US" sz="1000" dirty="0">
                <a:solidFill>
                  <a:srgbClr val="A8B5C7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rPr>
              <a:t>복제 불가 해자</a:t>
            </a:r>
            <a:endParaRPr lang="ko-KR" altLang="en-US" sz="1000" dirty="0"/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54C8314-A7D1-0A2B-558F-28BA733BF68E}"/>
              </a:ext>
            </a:extLst>
          </p:cNvPr>
          <p:cNvCxnSpPr>
            <a:cxnSpLocks/>
          </p:cNvCxnSpPr>
          <p:nvPr/>
        </p:nvCxnSpPr>
        <p:spPr>
          <a:xfrm>
            <a:off x="8590160" y="5536722"/>
            <a:ext cx="2628323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D9F9444-E543-317B-BF39-2A85E9AC4318}"/>
              </a:ext>
            </a:extLst>
          </p:cNvPr>
          <p:cNvSpPr txBox="1"/>
          <p:nvPr/>
        </p:nvSpPr>
        <p:spPr>
          <a:xfrm>
            <a:off x="8965739" y="5712529"/>
            <a:ext cx="1850698" cy="2035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87E0EB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시간이 갈수록 벌어지는 진입장벽</a:t>
            </a:r>
            <a:endParaRPr lang="en-US" altLang="ko-KR" sz="1200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87E0EB"/>
              </a:solidFill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6B128CA-7589-BE91-865D-CA4A62A9945B}"/>
              </a:ext>
            </a:extLst>
          </p:cNvPr>
          <p:cNvSpPr/>
          <p:nvPr/>
        </p:nvSpPr>
        <p:spPr>
          <a:xfrm>
            <a:off x="8572825" y="2581115"/>
            <a:ext cx="215888" cy="191771"/>
          </a:xfrm>
          <a:prstGeom prst="rect">
            <a:avLst/>
          </a:prstGeom>
          <a:solidFill>
            <a:srgbClr val="5CC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6294A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11A680D-D734-9474-47D0-6FFCF46B0C9F}"/>
              </a:ext>
            </a:extLst>
          </p:cNvPr>
          <p:cNvSpPr/>
          <p:nvPr/>
        </p:nvSpPr>
        <p:spPr>
          <a:xfrm>
            <a:off x="8582269" y="3829251"/>
            <a:ext cx="2622771" cy="1504417"/>
          </a:xfrm>
          <a:prstGeom prst="rect">
            <a:avLst/>
          </a:prstGeom>
          <a:solidFill>
            <a:schemeClr val="bg1">
              <a:lumMod val="95000"/>
              <a:alpha val="1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도식 </a:t>
            </a:r>
            <a:r>
              <a:rPr lang="en-US" altLang="ko-KR" dirty="0"/>
              <a:t>3</a:t>
            </a:r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302681-4F79-B42B-D34E-833D81AF3AA8}"/>
              </a:ext>
            </a:extLst>
          </p:cNvPr>
          <p:cNvSpPr txBox="1"/>
          <p:nvPr/>
        </p:nvSpPr>
        <p:spPr>
          <a:xfrm>
            <a:off x="1364237" y="4571922"/>
            <a:ext cx="214086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900" b="0" i="0" dirty="0">
                <a:solidFill>
                  <a:srgbClr val="DADADA"/>
                </a:solidFill>
                <a:effectLst/>
                <a:latin typeface="??"/>
              </a:rPr>
              <a:t>중앙 </a:t>
            </a:r>
            <a:r>
              <a:rPr lang="ko-KR" altLang="ko-KR" sz="900" b="0" i="0" dirty="0" err="1">
                <a:solidFill>
                  <a:srgbClr val="DADADA"/>
                </a:solidFill>
                <a:effectLst/>
                <a:latin typeface="??"/>
              </a:rPr>
              <a:t>Agent</a:t>
            </a:r>
            <a:r>
              <a:rPr lang="ko-KR" altLang="ko-KR" sz="900" b="0" i="0" dirty="0">
                <a:solidFill>
                  <a:srgbClr val="DADADA"/>
                </a:solidFill>
                <a:effectLst/>
                <a:latin typeface="??"/>
              </a:rPr>
              <a:t> 코어 → 교체 가능 노드(</a:t>
            </a:r>
            <a:r>
              <a:rPr lang="ko-KR" altLang="ko-KR" sz="900" b="0" i="0" dirty="0" err="1">
                <a:solidFill>
                  <a:srgbClr val="DADADA"/>
                </a:solidFill>
                <a:effectLst/>
                <a:latin typeface="??"/>
              </a:rPr>
              <a:t>Parser·Exporter</a:t>
            </a:r>
            <a:r>
              <a:rPr lang="ko-KR" altLang="ko-KR" sz="900" b="0" i="0" dirty="0">
                <a:solidFill>
                  <a:srgbClr val="DADADA"/>
                </a:solidFill>
                <a:effectLst/>
                <a:latin typeface="??"/>
              </a:rPr>
              <a:t>, 점선) → </a:t>
            </a:r>
            <a:r>
              <a:rPr lang="ko-KR" altLang="ko-KR" sz="900" b="0" i="0" dirty="0" err="1">
                <a:solidFill>
                  <a:srgbClr val="DADADA"/>
                </a:solidFill>
                <a:effectLst/>
                <a:latin typeface="??"/>
              </a:rPr>
              <a:t>Hi-tech</a:t>
            </a:r>
            <a:r>
              <a:rPr lang="ko-KR" altLang="ko-KR" sz="900" b="0" i="0" dirty="0">
                <a:solidFill>
                  <a:srgbClr val="DADADA"/>
                </a:solidFill>
                <a:effectLst/>
                <a:latin typeface="??"/>
              </a:rPr>
              <a:t> / AI DC / 주택 3 아이콘으로 </a:t>
            </a:r>
            <a:r>
              <a:rPr lang="ko-KR" altLang="ko-KR" sz="900" b="0" i="1" dirty="0" err="1">
                <a:solidFill>
                  <a:srgbClr val="DADADA"/>
                </a:solidFill>
                <a:effectLst/>
                <a:latin typeface="??"/>
              </a:rPr>
              <a:t>fan-out</a:t>
            </a:r>
            <a:endParaRPr lang="ko-KR" altLang="en-US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4BA1D6-8312-2A67-AEBD-3D4E6A7CD7CC}"/>
              </a:ext>
            </a:extLst>
          </p:cNvPr>
          <p:cNvSpPr txBox="1"/>
          <p:nvPr/>
        </p:nvSpPr>
        <p:spPr>
          <a:xfrm>
            <a:off x="5205671" y="4571922"/>
            <a:ext cx="214086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0" i="0" dirty="0">
                <a:solidFill>
                  <a:srgbClr val="DADADA"/>
                </a:solidFill>
                <a:effectLst/>
                <a:latin typeface="??"/>
              </a:rPr>
              <a:t>가로 </a:t>
            </a:r>
            <a:r>
              <a:rPr lang="en-US" altLang="ko-KR" sz="900" b="0" i="0" dirty="0">
                <a:solidFill>
                  <a:srgbClr val="DADADA"/>
                </a:solidFill>
                <a:effectLst/>
                <a:latin typeface="??"/>
              </a:rPr>
              <a:t>[</a:t>
            </a:r>
            <a:r>
              <a:rPr lang="ko-KR" altLang="en-US" sz="900" b="0" i="0" dirty="0">
                <a:solidFill>
                  <a:srgbClr val="DADADA"/>
                </a:solidFill>
                <a:effectLst/>
                <a:latin typeface="??"/>
              </a:rPr>
              <a:t>설계 </a:t>
            </a:r>
            <a:r>
              <a:rPr lang="en-US" altLang="ko-KR" sz="900" b="0" i="0" dirty="0">
                <a:solidFill>
                  <a:srgbClr val="DADADA"/>
                </a:solidFill>
                <a:effectLst/>
                <a:latin typeface="??"/>
              </a:rPr>
              <a:t>R]→[</a:t>
            </a:r>
            <a:r>
              <a:rPr lang="ko-KR" altLang="en-US" sz="900" b="0" i="0" dirty="0">
                <a:solidFill>
                  <a:srgbClr val="DADADA"/>
                </a:solidFill>
                <a:effectLst/>
                <a:latin typeface="??"/>
              </a:rPr>
              <a:t>구매 </a:t>
            </a:r>
            <a:r>
              <a:rPr lang="en-US" altLang="ko-KR" sz="900" b="0" i="0" dirty="0">
                <a:solidFill>
                  <a:srgbClr val="DADADA"/>
                </a:solidFill>
                <a:effectLst/>
                <a:latin typeface="??"/>
              </a:rPr>
              <a:t>S]→[</a:t>
            </a:r>
            <a:r>
              <a:rPr lang="ko-KR" altLang="en-US" sz="900" b="0" i="0" dirty="0">
                <a:solidFill>
                  <a:srgbClr val="DADADA"/>
                </a:solidFill>
                <a:effectLst/>
                <a:latin typeface="??"/>
              </a:rPr>
              <a:t>시공 </a:t>
            </a:r>
            <a:r>
              <a:rPr lang="en-US" altLang="ko-KR" sz="900" b="0" i="0" dirty="0">
                <a:solidFill>
                  <a:srgbClr val="DADADA"/>
                </a:solidFill>
                <a:effectLst/>
                <a:latin typeface="??"/>
              </a:rPr>
              <a:t>P], </a:t>
            </a:r>
            <a:r>
              <a:rPr lang="ko-KR" altLang="en-US" sz="900" b="0" i="0" dirty="0">
                <a:solidFill>
                  <a:srgbClr val="DADADA"/>
                </a:solidFill>
                <a:effectLst/>
                <a:latin typeface="??"/>
              </a:rPr>
              <a:t>시공의 데이터 더미에서 위로 굽은 화살표가 </a:t>
            </a:r>
            <a:r>
              <a:rPr lang="en-US" altLang="ko-KR" sz="900" b="0" i="0" dirty="0">
                <a:solidFill>
                  <a:srgbClr val="DADADA"/>
                </a:solidFill>
                <a:effectLst/>
                <a:latin typeface="??"/>
              </a:rPr>
              <a:t>R·S</a:t>
            </a:r>
            <a:r>
              <a:rPr lang="ko-KR" altLang="en-US" sz="900" b="0" i="0" dirty="0">
                <a:solidFill>
                  <a:srgbClr val="DADADA"/>
                </a:solidFill>
                <a:effectLst/>
                <a:latin typeface="??"/>
              </a:rPr>
              <a:t>로 역류하는 피드백 루프</a:t>
            </a:r>
            <a:endParaRPr lang="ko-KR" altLang="en-US" sz="9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C7F932F-79BE-6639-4C50-9E5429E37B64}"/>
              </a:ext>
            </a:extLst>
          </p:cNvPr>
          <p:cNvSpPr txBox="1"/>
          <p:nvPr/>
        </p:nvSpPr>
        <p:spPr>
          <a:xfrm>
            <a:off x="8866463" y="4571922"/>
            <a:ext cx="214086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0" i="0" dirty="0" err="1">
                <a:solidFill>
                  <a:srgbClr val="DADADA"/>
                </a:solidFill>
                <a:effectLst/>
                <a:latin typeface="??"/>
              </a:rPr>
              <a:t>시간축</a:t>
            </a:r>
            <a:r>
              <a:rPr lang="ko-KR" altLang="en-US" sz="900" b="0" i="0" dirty="0">
                <a:solidFill>
                  <a:srgbClr val="DADADA"/>
                </a:solidFill>
                <a:effectLst/>
                <a:latin typeface="??"/>
              </a:rPr>
              <a:t> 그래프 </a:t>
            </a:r>
            <a:r>
              <a:rPr lang="en-US" altLang="ko-KR" sz="900" b="0" i="0" dirty="0">
                <a:solidFill>
                  <a:srgbClr val="DADADA"/>
                </a:solidFill>
                <a:effectLst/>
                <a:latin typeface="??"/>
              </a:rPr>
              <a:t>— CPIA(</a:t>
            </a:r>
            <a:r>
              <a:rPr lang="ko-KR" altLang="en-US" sz="900" b="0" i="0" dirty="0">
                <a:solidFill>
                  <a:srgbClr val="DADADA"/>
                </a:solidFill>
                <a:effectLst/>
                <a:latin typeface="??"/>
              </a:rPr>
              <a:t>데이터 누적</a:t>
            </a:r>
            <a:r>
              <a:rPr lang="en-US" altLang="ko-KR" sz="900" b="0" i="0" dirty="0">
                <a:solidFill>
                  <a:srgbClr val="DADADA"/>
                </a:solidFill>
                <a:effectLst/>
                <a:latin typeface="??"/>
              </a:rPr>
              <a:t>, </a:t>
            </a:r>
            <a:r>
              <a:rPr lang="ko-KR" altLang="en-US" sz="900" b="0" i="0" dirty="0" err="1">
                <a:solidFill>
                  <a:srgbClr val="DADADA"/>
                </a:solidFill>
                <a:effectLst/>
                <a:latin typeface="??"/>
              </a:rPr>
              <a:t>우상향</a:t>
            </a:r>
            <a:r>
              <a:rPr lang="ko-KR" altLang="en-US" sz="900" b="0" i="0" dirty="0">
                <a:solidFill>
                  <a:srgbClr val="DADADA"/>
                </a:solidFill>
                <a:effectLst/>
                <a:latin typeface="??"/>
              </a:rPr>
              <a:t> 가속</a:t>
            </a:r>
            <a:r>
              <a:rPr lang="en-US" altLang="ko-KR" sz="900" b="0" i="0" dirty="0">
                <a:solidFill>
                  <a:srgbClr val="DADADA"/>
                </a:solidFill>
                <a:effectLst/>
                <a:latin typeface="??"/>
              </a:rPr>
              <a:t>) vs </a:t>
            </a:r>
            <a:r>
              <a:rPr lang="ko-KR" altLang="en-US" sz="900" b="0" i="0" dirty="0">
                <a:solidFill>
                  <a:srgbClr val="DADADA"/>
                </a:solidFill>
                <a:effectLst/>
                <a:latin typeface="??"/>
              </a:rPr>
              <a:t>외부 벤더</a:t>
            </a:r>
            <a:r>
              <a:rPr lang="en-US" altLang="ko-KR" sz="900" b="0" i="0" dirty="0">
                <a:solidFill>
                  <a:srgbClr val="DADADA"/>
                </a:solidFill>
                <a:effectLst/>
                <a:latin typeface="??"/>
              </a:rPr>
              <a:t>(</a:t>
            </a:r>
            <a:r>
              <a:rPr lang="ko-KR" altLang="en-US" sz="900" b="0" i="0" dirty="0">
                <a:solidFill>
                  <a:srgbClr val="DADADA"/>
                </a:solidFill>
                <a:effectLst/>
                <a:latin typeface="??"/>
              </a:rPr>
              <a:t>공통모델</a:t>
            </a:r>
            <a:r>
              <a:rPr lang="en-US" altLang="ko-KR" sz="900" b="0" i="0" dirty="0">
                <a:solidFill>
                  <a:srgbClr val="DADADA"/>
                </a:solidFill>
                <a:effectLst/>
                <a:latin typeface="??"/>
              </a:rPr>
              <a:t>, </a:t>
            </a:r>
            <a:r>
              <a:rPr lang="ko-KR" altLang="en-US" sz="900" b="0" i="0" dirty="0">
                <a:solidFill>
                  <a:srgbClr val="DADADA"/>
                </a:solidFill>
                <a:effectLst/>
                <a:latin typeface="??"/>
              </a:rPr>
              <a:t>평탄</a:t>
            </a:r>
            <a:r>
              <a:rPr lang="en-US" altLang="ko-KR" sz="900" b="0" i="0" dirty="0">
                <a:solidFill>
                  <a:srgbClr val="DADADA"/>
                </a:solidFill>
                <a:effectLst/>
                <a:latin typeface="??"/>
              </a:rPr>
              <a:t>), </a:t>
            </a:r>
            <a:r>
              <a:rPr lang="ko-KR" altLang="en-US" sz="900" b="0" i="0" dirty="0">
                <a:solidFill>
                  <a:srgbClr val="DADADA"/>
                </a:solidFill>
                <a:effectLst/>
                <a:latin typeface="??"/>
              </a:rPr>
              <a:t>두 곡선 사이 벌어지는 음영 </a:t>
            </a:r>
            <a:r>
              <a:rPr lang="en-US" altLang="ko-KR" sz="900" b="0" i="0" dirty="0">
                <a:solidFill>
                  <a:srgbClr val="DADADA"/>
                </a:solidFill>
                <a:effectLst/>
                <a:latin typeface="??"/>
              </a:rPr>
              <a:t>= </a:t>
            </a:r>
            <a:r>
              <a:rPr lang="ko-KR" altLang="en-US" sz="900" b="0" i="0" dirty="0">
                <a:solidFill>
                  <a:srgbClr val="DADADA"/>
                </a:solidFill>
                <a:effectLst/>
                <a:latin typeface="??"/>
              </a:rPr>
              <a:t>해자</a:t>
            </a:r>
            <a:endParaRPr lang="ko-KR" altLang="en-US" sz="900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D13E88D-4ED1-2C72-3FC8-7D8B3E308116}"/>
              </a:ext>
            </a:extLst>
          </p:cNvPr>
          <p:cNvGrpSpPr/>
          <p:nvPr/>
        </p:nvGrpSpPr>
        <p:grpSpPr>
          <a:xfrm>
            <a:off x="4204149" y="4070968"/>
            <a:ext cx="204071" cy="127846"/>
            <a:chOff x="7276019" y="4585254"/>
            <a:chExt cx="225760" cy="138500"/>
          </a:xfrm>
          <a:solidFill>
            <a:srgbClr val="5CC4D9"/>
          </a:solidFill>
        </p:grpSpPr>
        <p:sp>
          <p:nvSpPr>
            <p:cNvPr id="64" name="L 도형 63">
              <a:extLst>
                <a:ext uri="{FF2B5EF4-FFF2-40B4-BE49-F238E27FC236}">
                  <a16:creationId xmlns:a16="http://schemas.microsoft.com/office/drawing/2014/main" id="{D872874B-FCC2-DAE1-7F0F-8DD0B08DEFB0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276589" y="4584684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65" name="L 도형 64">
              <a:extLst>
                <a:ext uri="{FF2B5EF4-FFF2-40B4-BE49-F238E27FC236}">
                  <a16:creationId xmlns:a16="http://schemas.microsoft.com/office/drawing/2014/main" id="{A200CDE3-1C2E-1E57-1EF9-97D0181EBA9E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362709" y="4584685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258A11D5-7E59-FAFB-DE0F-0B7E54992FFC}"/>
              </a:ext>
            </a:extLst>
          </p:cNvPr>
          <p:cNvGrpSpPr/>
          <p:nvPr/>
        </p:nvGrpSpPr>
        <p:grpSpPr>
          <a:xfrm>
            <a:off x="7892304" y="4070968"/>
            <a:ext cx="204071" cy="127846"/>
            <a:chOff x="7276019" y="4585254"/>
            <a:chExt cx="225760" cy="138500"/>
          </a:xfrm>
          <a:solidFill>
            <a:srgbClr val="5CC4D9"/>
          </a:solidFill>
        </p:grpSpPr>
        <p:sp>
          <p:nvSpPr>
            <p:cNvPr id="67" name="L 도형 66">
              <a:extLst>
                <a:ext uri="{FF2B5EF4-FFF2-40B4-BE49-F238E27FC236}">
                  <a16:creationId xmlns:a16="http://schemas.microsoft.com/office/drawing/2014/main" id="{4AB543EC-CE31-B977-E537-848C4DA87C68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276589" y="4584684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68" name="L 도형 67">
              <a:extLst>
                <a:ext uri="{FF2B5EF4-FFF2-40B4-BE49-F238E27FC236}">
                  <a16:creationId xmlns:a16="http://schemas.microsoft.com/office/drawing/2014/main" id="{6E72C48B-C962-CA70-B603-7679C3285802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362709" y="4584685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570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88C71-B354-1949-18BB-E2D9D7467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CFBF09B-482B-3295-8155-33538684A766}"/>
              </a:ext>
            </a:extLst>
          </p:cNvPr>
          <p:cNvSpPr txBox="1"/>
          <p:nvPr/>
        </p:nvSpPr>
        <p:spPr>
          <a:xfrm>
            <a:off x="546078" y="317538"/>
            <a:ext cx="835485" cy="286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A8B5C7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CLOSING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5475347-9772-7990-5810-0B1DCF3BCB97}"/>
              </a:ext>
            </a:extLst>
          </p:cNvPr>
          <p:cNvSpPr/>
          <p:nvPr/>
        </p:nvSpPr>
        <p:spPr>
          <a:xfrm>
            <a:off x="237190" y="309149"/>
            <a:ext cx="274477" cy="274477"/>
          </a:xfrm>
          <a:prstGeom prst="rect">
            <a:avLst/>
          </a:prstGeom>
          <a:solidFill>
            <a:srgbClr val="16294A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" spc="25" dirty="0">
                <a:solidFill>
                  <a:srgbClr val="87E0E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5FBCE3C-83EC-D92B-74A6-5C79D37E2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8311" y="198576"/>
            <a:ext cx="3931557" cy="2457223"/>
          </a:xfrm>
          <a:prstGeom prst="rect">
            <a:avLst/>
          </a:prstGeom>
        </p:spPr>
      </p:pic>
      <p:sp>
        <p:nvSpPr>
          <p:cNvPr id="83" name="슬라이드 번호 개체 틀 25">
            <a:extLst>
              <a:ext uri="{FF2B5EF4-FFF2-40B4-BE49-F238E27FC236}">
                <a16:creationId xmlns:a16="http://schemas.microsoft.com/office/drawing/2014/main" id="{F7A29BF7-750B-D0E2-1D02-6F6B311D292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10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" name="텍스트 개체 틀 3">
            <a:extLst>
              <a:ext uri="{FF2B5EF4-FFF2-40B4-BE49-F238E27FC236}">
                <a16:creationId xmlns:a16="http://schemas.microsoft.com/office/drawing/2014/main" id="{CB28C9E8-5404-3D5B-CC4A-DA29409774D3}"/>
              </a:ext>
            </a:extLst>
          </p:cNvPr>
          <p:cNvSpPr txBox="1">
            <a:spLocks/>
          </p:cNvSpPr>
          <p:nvPr/>
        </p:nvSpPr>
        <p:spPr>
          <a:xfrm>
            <a:off x="3022699" y="1427187"/>
            <a:ext cx="6431504" cy="916598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>
            <a:lvl1pPr marL="0" indent="0" algn="ctr" defTabSz="844083" rtl="0" eaLnBrk="1" latinLnBrk="0" hangingPunct="1">
              <a:spcBef>
                <a:spcPts val="0"/>
              </a:spcBef>
              <a:buFont typeface="Wingdings" panose="05000000000000000000" pitchFamily="2" charset="2"/>
              <a:buNone/>
              <a:defRPr lang="ko-KR" altLang="en-US" sz="2215" b="1" kern="1200" baseline="0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161197" indent="0" algn="l" defTabSz="844083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1662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96778" indent="-161197" algn="l" defTabSz="844083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662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477145" indent="-211021" algn="l" defTabSz="844083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46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99186" indent="-211021" algn="l" defTabSz="844083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846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321227" indent="-211021" algn="l" defTabSz="844083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-211021" algn="l" defTabSz="844083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125444" latinLnBrk="1">
              <a:lnSpc>
                <a:spcPct val="110000"/>
              </a:lnSpc>
            </a:pP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CPIA</a:t>
            </a: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는 단순한 자동화 과제가 아닌</a:t>
            </a: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, </a:t>
            </a:r>
          </a:p>
          <a:p>
            <a:pPr defTabSz="1125444" latinLnBrk="1">
              <a:lnSpc>
                <a:spcPct val="110000"/>
              </a:lnSpc>
            </a:pPr>
            <a:r>
              <a:rPr lang="en-US" altLang="ko-KR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SKEP</a:t>
            </a:r>
            <a:r>
              <a:rPr lang="ko-KR" altLang="en-US" sz="280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의 미래 생존을 위한 필수적인 전략적 선택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F3D57-370E-8022-0EA6-6ED429EFC1BB}"/>
              </a:ext>
            </a:extLst>
          </p:cNvPr>
          <p:cNvSpPr txBox="1"/>
          <p:nvPr/>
        </p:nvSpPr>
        <p:spPr>
          <a:xfrm>
            <a:off x="1337015" y="3064562"/>
            <a:ext cx="8833316" cy="14532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600" b="1" spc="-74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en-US" altLang="ko-KR" dirty="0"/>
              <a:t>"</a:t>
            </a:r>
            <a:r>
              <a:rPr lang="ko-KR" altLang="en-US" dirty="0"/>
              <a:t>첫째 </a:t>
            </a:r>
            <a:r>
              <a:rPr lang="en-US" altLang="ko-KR" dirty="0"/>
              <a:t>— </a:t>
            </a:r>
            <a:r>
              <a:rPr lang="ko-KR" altLang="en-US" dirty="0"/>
              <a:t>실증적 </a:t>
            </a:r>
            <a:r>
              <a:rPr lang="en-US" altLang="ko-KR" dirty="0"/>
              <a:t>Bottleneck </a:t>
            </a:r>
            <a:r>
              <a:rPr lang="ko-KR" altLang="en-US" dirty="0"/>
              <a:t>식별</a:t>
            </a:r>
            <a:r>
              <a:rPr lang="en-US" altLang="ko-KR" dirty="0"/>
              <a:t>.</a:t>
            </a:r>
            <a:r>
              <a:rPr lang="ko-KR" altLang="en-US" dirty="0"/>
              <a:t> 추정이 아닌 측정으로 </a:t>
            </a:r>
            <a:r>
              <a:rPr lang="en-US" altLang="ko-KR" dirty="0"/>
              <a:t>Middle Office</a:t>
            </a:r>
            <a:r>
              <a:rPr lang="ko-KR" altLang="en-US" dirty="0"/>
              <a:t>의 비효율을 명확히 규명했습니다</a:t>
            </a:r>
            <a:r>
              <a:rPr lang="en-US" altLang="ko-KR" dirty="0"/>
              <a:t>.“</a:t>
            </a:r>
          </a:p>
          <a:p>
            <a:endParaRPr lang="ko-KR" altLang="en-US" dirty="0"/>
          </a:p>
          <a:p>
            <a:r>
              <a:rPr lang="en-US" altLang="ko-KR" dirty="0"/>
              <a:t>"</a:t>
            </a:r>
            <a:r>
              <a:rPr lang="ko-KR" altLang="en-US" dirty="0"/>
              <a:t>둘째 </a:t>
            </a:r>
            <a:r>
              <a:rPr lang="en-US" altLang="ko-KR" dirty="0"/>
              <a:t>— Operational Shift.</a:t>
            </a:r>
            <a:r>
              <a:rPr lang="ko-KR" altLang="en-US" dirty="0"/>
              <a:t> </a:t>
            </a:r>
            <a:r>
              <a:rPr lang="en-US" altLang="ko-KR" dirty="0"/>
              <a:t>AI</a:t>
            </a:r>
            <a:r>
              <a:rPr lang="ko-KR" altLang="en-US" dirty="0"/>
              <a:t>로 확보한 </a:t>
            </a:r>
            <a:r>
              <a:rPr lang="en-US" altLang="ko-KR" dirty="0"/>
              <a:t>15.4</a:t>
            </a:r>
            <a:r>
              <a:rPr lang="ko-KR" altLang="en-US" dirty="0"/>
              <a:t>명의 </a:t>
            </a:r>
            <a:r>
              <a:rPr lang="en-US" altLang="ko-KR" dirty="0"/>
              <a:t>FTE</a:t>
            </a:r>
            <a:r>
              <a:rPr lang="ko-KR" altLang="en-US" dirty="0"/>
              <a:t>를 </a:t>
            </a:r>
            <a:r>
              <a:rPr lang="en-US" altLang="ko-KR" dirty="0"/>
              <a:t>Front Office</a:t>
            </a:r>
            <a:r>
              <a:rPr lang="ko-KR" altLang="en-US" dirty="0"/>
              <a:t>로 재배치하여 현장 실행력을 혁신했습니다</a:t>
            </a:r>
            <a:r>
              <a:rPr lang="en-US" altLang="ko-KR" dirty="0"/>
              <a:t>.“</a:t>
            </a:r>
          </a:p>
          <a:p>
            <a:endParaRPr lang="ko-KR" altLang="en-US" dirty="0"/>
          </a:p>
          <a:p>
            <a:r>
              <a:rPr lang="en-US" altLang="ko-KR" dirty="0"/>
              <a:t>"</a:t>
            </a:r>
            <a:r>
              <a:rPr lang="ko-KR" altLang="en-US" dirty="0"/>
              <a:t>셋째 </a:t>
            </a:r>
            <a:r>
              <a:rPr lang="en-US" altLang="ko-KR" dirty="0"/>
              <a:t>— </a:t>
            </a:r>
            <a:r>
              <a:rPr lang="ko-KR" altLang="en-US" dirty="0"/>
              <a:t>지식 자산의 누적</a:t>
            </a:r>
            <a:r>
              <a:rPr lang="en-US" altLang="ko-KR" dirty="0"/>
              <a:t>.</a:t>
            </a:r>
            <a:r>
              <a:rPr lang="ko-KR" altLang="en-US" dirty="0"/>
              <a:t> 외부 솔루션이 넘볼 수 없는 </a:t>
            </a:r>
            <a:r>
              <a:rPr lang="en-US" altLang="ko-KR" dirty="0"/>
              <a:t>SKEP </a:t>
            </a:r>
            <a:r>
              <a:rPr lang="ko-KR" altLang="en-US" dirty="0"/>
              <a:t>고유의 지능형 플랫폼을 구축합니다</a:t>
            </a:r>
            <a:r>
              <a:rPr lang="en-US" altLang="ko-KR" dirty="0"/>
              <a:t>."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945D1E-138D-A02E-BC10-E9238641F742}"/>
              </a:ext>
            </a:extLst>
          </p:cNvPr>
          <p:cNvSpPr txBox="1"/>
          <p:nvPr/>
        </p:nvSpPr>
        <p:spPr>
          <a:xfrm>
            <a:off x="1337015" y="5241113"/>
            <a:ext cx="9628533" cy="379399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>
            <a:lvl1pPr indent="0" algn="ctr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ko-KR" altLang="en-US" sz="2200" b="1" spc="-60" baseline="0" dirty="0" smtClean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130969" indent="0" defTabSz="685800" latinLnBrk="0">
              <a:spcBef>
                <a:spcPts val="0"/>
              </a:spcBef>
              <a:buFont typeface="Arial" panose="020B0604020202020204" pitchFamily="34" charset="0"/>
              <a:buNone/>
              <a:defRPr sz="135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defTabSz="685800" latinLnBrk="0">
              <a:spcBef>
                <a:spcPts val="0"/>
              </a:spcBef>
              <a:buFont typeface="바탕" panose="02030600000101010101" pitchFamily="18" charset="-127"/>
              <a:buChar char="∙"/>
              <a:defRPr sz="135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defTabSz="6858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defTabSz="6858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1500"/>
            </a:lvl6pPr>
            <a:lvl7pPr marL="2228850" indent="-17145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1500"/>
            </a:lvl7pPr>
            <a:lvl8pPr marL="2571750" indent="-17145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1500"/>
            </a:lvl8pPr>
            <a:lvl9pPr marL="2914650" indent="-17145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1500"/>
            </a:lvl9pPr>
          </a:lstStyle>
          <a:p>
            <a:r>
              <a:rPr lang="ko-KR" altLang="en-US" sz="2400" spc="-74" dirty="0"/>
              <a:t>이 세 변화가 합쳐 </a:t>
            </a:r>
            <a:r>
              <a:rPr lang="en-US" altLang="ko-KR" sz="2400" spc="-74" dirty="0"/>
              <a:t>SKEP</a:t>
            </a:r>
            <a:r>
              <a:rPr lang="ko-KR" altLang="en-US" sz="2400" spc="-74" dirty="0"/>
              <a:t>의 본원 경쟁력 </a:t>
            </a:r>
            <a:r>
              <a:rPr lang="en-US" altLang="ko-KR" sz="2400" spc="-74" dirty="0"/>
              <a:t>— Faster Time to Yield</a:t>
            </a:r>
            <a:r>
              <a:rPr lang="ko-KR" altLang="en-US" sz="2400" spc="-74" dirty="0"/>
              <a:t> </a:t>
            </a:r>
            <a:r>
              <a:rPr lang="en-US" altLang="ko-KR" sz="2400" spc="-74" dirty="0"/>
              <a:t>— </a:t>
            </a:r>
            <a:r>
              <a:rPr lang="ko-KR" altLang="en-US" sz="2400" spc="-74" dirty="0"/>
              <a:t>가 강화됩니다</a:t>
            </a:r>
            <a:r>
              <a:rPr lang="en-US" altLang="ko-KR" sz="2400" spc="-74" dirty="0"/>
              <a:t>.</a:t>
            </a:r>
            <a:endParaRPr lang="ko-KR" altLang="en-US" sz="2400" spc="-74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108A47A-ACAE-C934-A8EE-B008AB53AE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01" t="53334" r="33268" b="7325"/>
          <a:stretch>
            <a:fillRect/>
          </a:stretch>
        </p:blipFill>
        <p:spPr>
          <a:xfrm rot="10800000">
            <a:off x="0" y="1778000"/>
            <a:ext cx="12192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08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E2E48-D1DC-933A-65D3-FEDC7113E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AE2FA5F3-2F23-491D-86AA-19A447A830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91308"/>
            <a:ext cx="12191999" cy="844061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98523E1-0D09-1F16-D6CE-CBE3BBDBEDDD}"/>
              </a:ext>
            </a:extLst>
          </p:cNvPr>
          <p:cNvSpPr txBox="1"/>
          <p:nvPr/>
        </p:nvSpPr>
        <p:spPr>
          <a:xfrm>
            <a:off x="652537" y="-499299"/>
            <a:ext cx="2071977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Process – Core AI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0EE4ABD-01C8-BB16-9EE4-2C5969D427B8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solidFill>
                  <a:schemeClr val="tx1"/>
                </a:solidFill>
                <a:latin typeface="Montserrat ExtraBold" panose="00000900000000000000" pitchFamily="2" charset="0"/>
              </a:rPr>
              <a:t>3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99A21A52-E3AA-6D50-1483-CC4116760D9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11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FA672A5-82CF-52A4-D631-F0642E434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6572" y="-436776"/>
            <a:ext cx="1277994" cy="99660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F6D3B7A-CD10-81F0-1B9B-495877B8D8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7600" y="750798"/>
            <a:ext cx="1406966" cy="112557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D13671C-D1FC-0435-1AC7-BD452BBB461B}"/>
              </a:ext>
            </a:extLst>
          </p:cNvPr>
          <p:cNvSpPr/>
          <p:nvPr/>
        </p:nvSpPr>
        <p:spPr>
          <a:xfrm>
            <a:off x="699808" y="372298"/>
            <a:ext cx="10911621" cy="2837871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1230040-24D0-9455-8EFF-577E9A25ADC4}"/>
              </a:ext>
            </a:extLst>
          </p:cNvPr>
          <p:cNvSpPr/>
          <p:nvPr/>
        </p:nvSpPr>
        <p:spPr>
          <a:xfrm>
            <a:off x="699808" y="3852917"/>
            <a:ext cx="10911621" cy="2837871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EA8940-3495-DFED-868C-E61027A6F37F}"/>
              </a:ext>
            </a:extLst>
          </p:cNvPr>
          <p:cNvSpPr txBox="1"/>
          <p:nvPr/>
        </p:nvSpPr>
        <p:spPr>
          <a:xfrm>
            <a:off x="976996" y="580337"/>
            <a:ext cx="813813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Mapper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696EA60-CE1A-E22A-D9A9-BA8DBF5FDA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189" y="7399548"/>
            <a:ext cx="12192000" cy="401216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F6D411B-882A-0838-14BF-5C95F6D8FE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34" y="11953259"/>
            <a:ext cx="12192000" cy="449753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CFB9D9B-F35A-55C9-7EC6-CEC86E555F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439" y="16992345"/>
            <a:ext cx="12192000" cy="465982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14CC277-DC62-84BD-63B9-1466AF383A60}"/>
              </a:ext>
            </a:extLst>
          </p:cNvPr>
          <p:cNvSpPr txBox="1"/>
          <p:nvPr/>
        </p:nvSpPr>
        <p:spPr>
          <a:xfrm>
            <a:off x="925811" y="4079746"/>
            <a:ext cx="2034147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Forecaster &amp; Optimizer</a:t>
            </a:r>
          </a:p>
        </p:txBody>
      </p:sp>
      <p:sp>
        <p:nvSpPr>
          <p:cNvPr id="34" name="직사각형 33">
            <a:hlinkClick r:id="rId9"/>
            <a:extLst>
              <a:ext uri="{FF2B5EF4-FFF2-40B4-BE49-F238E27FC236}">
                <a16:creationId xmlns:a16="http://schemas.microsoft.com/office/drawing/2014/main" id="{C9F5FC88-2FD5-371C-A07D-DBC294B30347}"/>
              </a:ext>
            </a:extLst>
          </p:cNvPr>
          <p:cNvSpPr/>
          <p:nvPr/>
        </p:nvSpPr>
        <p:spPr>
          <a:xfrm>
            <a:off x="7280031" y="643072"/>
            <a:ext cx="3904534" cy="2251326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A1A6F7-BC24-541C-A38A-3878228B8B71}"/>
              </a:ext>
            </a:extLst>
          </p:cNvPr>
          <p:cNvSpPr txBox="1"/>
          <p:nvPr/>
        </p:nvSpPr>
        <p:spPr>
          <a:xfrm>
            <a:off x="8985948" y="1620773"/>
            <a:ext cx="492699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영상</a:t>
            </a:r>
            <a:endParaRPr lang="en-US" altLang="ko-KR" sz="1477" b="1" u="sng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4B8BF5F-04E5-D05D-F280-B9E4F334274C}"/>
              </a:ext>
            </a:extLst>
          </p:cNvPr>
          <p:cNvSpPr/>
          <p:nvPr/>
        </p:nvSpPr>
        <p:spPr>
          <a:xfrm>
            <a:off x="7280031" y="4079746"/>
            <a:ext cx="3904534" cy="2251326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697F3C-F327-FBD1-EF81-930671F2D7E2}"/>
              </a:ext>
            </a:extLst>
          </p:cNvPr>
          <p:cNvSpPr txBox="1"/>
          <p:nvPr/>
        </p:nvSpPr>
        <p:spPr>
          <a:xfrm>
            <a:off x="8985948" y="5057446"/>
            <a:ext cx="492699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영상</a:t>
            </a:r>
            <a:endParaRPr lang="en-US" altLang="ko-KR" sz="1477" b="1" u="sng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51260C-D613-D443-DB67-3EC9B8764375}"/>
              </a:ext>
            </a:extLst>
          </p:cNvPr>
          <p:cNvSpPr txBox="1"/>
          <p:nvPr/>
        </p:nvSpPr>
        <p:spPr>
          <a:xfrm>
            <a:off x="939401" y="1614038"/>
            <a:ext cx="6170151" cy="7742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협력사가 작성한 작업 내용의 문맥을 파악하여 의미 기반으로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WBS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에 자동 연결합니다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가 신규 발생 작업에 대해 평균 정확도 약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92%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로 매핑하면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</a:p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사람은 확신도 낮은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8%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의 작업 건만 검토하면 됩니다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."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4F41DA-159B-E3B1-CC2F-17ED209C4A3F}"/>
              </a:ext>
            </a:extLst>
          </p:cNvPr>
          <p:cNvSpPr txBox="1"/>
          <p:nvPr/>
        </p:nvSpPr>
        <p:spPr>
          <a:xfrm>
            <a:off x="939401" y="5179209"/>
            <a:ext cx="6220870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현장의 금일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Productivity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와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Impact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를 기준으로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분면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정상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주의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위험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으로 진단합니다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현장관리자는 별도 분석 작업 없이 위험 항목에 빠르게 조치할 수 있습니다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."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9AE922-06DB-977F-6855-7BBF412DAAF3}"/>
              </a:ext>
            </a:extLst>
          </p:cNvPr>
          <p:cNvSpPr txBox="1"/>
          <p:nvPr/>
        </p:nvSpPr>
        <p:spPr>
          <a:xfrm>
            <a:off x="939401" y="4678660"/>
            <a:ext cx="4225709" cy="4331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15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오늘의 생산성 </a:t>
            </a:r>
            <a:r>
              <a:rPr lang="en-US" altLang="ko-KR" sz="2215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Risk</a:t>
            </a:r>
            <a:r>
              <a:rPr lang="ko-KR" altLang="en-US" sz="2215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는</a:t>
            </a:r>
            <a:r>
              <a:rPr lang="en-US" altLang="ko-KR" sz="2215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? AI</a:t>
            </a:r>
            <a:r>
              <a:rPr lang="ko-KR" altLang="en-US" sz="2215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가 자동 진단</a:t>
            </a:r>
            <a:endParaRPr lang="en-US" altLang="ko-KR" sz="2215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72B196-9496-7B1E-EED9-123302665703}"/>
              </a:ext>
            </a:extLst>
          </p:cNvPr>
          <p:cNvSpPr txBox="1"/>
          <p:nvPr/>
        </p:nvSpPr>
        <p:spPr>
          <a:xfrm>
            <a:off x="939400" y="1110589"/>
            <a:ext cx="4219040" cy="4331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15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작업일보 실적 정보 → </a:t>
            </a:r>
            <a:r>
              <a:rPr lang="en-US" altLang="ko-KR" sz="2215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WBS </a:t>
            </a:r>
            <a:r>
              <a:rPr lang="ko-KR" altLang="en-US" sz="2215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자동 매핑</a:t>
            </a:r>
            <a:endParaRPr lang="en-US" altLang="ko-KR" sz="2215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099CC9-A4E3-7653-408C-7F22FA1FC617}"/>
              </a:ext>
            </a:extLst>
          </p:cNvPr>
          <p:cNvSpPr txBox="1"/>
          <p:nvPr/>
        </p:nvSpPr>
        <p:spPr>
          <a:xfrm>
            <a:off x="939401" y="2706909"/>
            <a:ext cx="2373022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사람 </a:t>
            </a:r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1~3 h / 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일 </a:t>
            </a:r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-&gt; AI 10 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분 </a:t>
            </a:r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일</a:t>
            </a:r>
            <a:endParaRPr lang="en-US" altLang="ko-KR" sz="1477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6B720E-2540-02AA-DE58-A79ED4E27AFA}"/>
              </a:ext>
            </a:extLst>
          </p:cNvPr>
          <p:cNvSpPr txBox="1"/>
          <p:nvPr/>
        </p:nvSpPr>
        <p:spPr>
          <a:xfrm>
            <a:off x="939401" y="6118498"/>
            <a:ext cx="2917915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D+2~3 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일 사후 인지 </a:t>
            </a:r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-&gt; D+0 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당일 진단</a:t>
            </a:r>
            <a:endParaRPr lang="en-US" altLang="ko-KR" sz="1477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131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353F1-E406-FBC3-8F65-B77B101CF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518B81F3-4F33-1211-E225-328CBD9586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91308"/>
            <a:ext cx="12191999" cy="8440615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1989A7-4699-AC14-EE9B-D90D2FE842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5437" y="427266"/>
            <a:ext cx="11726031" cy="886461"/>
          </a:xfrm>
          <a:noFill/>
        </p:spPr>
        <p:txBody>
          <a:bodyPr wrap="none" rtlCol="0">
            <a:spAutoFit/>
          </a:bodyPr>
          <a:lstStyle/>
          <a:p>
            <a:pPr defTabSz="1125444" latinLnBrk="1">
              <a:lnSpc>
                <a:spcPct val="110000"/>
              </a:lnSpc>
            </a:pP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‘Middle Office </a:t>
            </a: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자동화 → 가용 시간 확보 → </a:t>
            </a: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Front Office </a:t>
            </a: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실행력 강화 → 공기 지연 예방</a:t>
            </a: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’</a:t>
            </a:r>
          </a:p>
          <a:p>
            <a:pPr defTabSz="1125444" latinLnBrk="1">
              <a:lnSpc>
                <a:spcPct val="110000"/>
              </a:lnSpc>
            </a:pP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이라는 강력한 성과 선순환 구조를 창출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0AA9EA-8B88-5E54-3296-58F385DD8CD8}"/>
              </a:ext>
            </a:extLst>
          </p:cNvPr>
          <p:cNvSpPr txBox="1"/>
          <p:nvPr/>
        </p:nvSpPr>
        <p:spPr>
          <a:xfrm>
            <a:off x="652537" y="-499299"/>
            <a:ext cx="932435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Impact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DC7D964-6253-5113-E274-01541313D809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solidFill>
                  <a:schemeClr val="tx1"/>
                </a:solidFill>
                <a:latin typeface="Montserrat ExtraBold" panose="00000900000000000000" pitchFamily="2" charset="0"/>
              </a:rPr>
              <a:t>4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E3C751D9-A59E-72C3-F5CD-27C19B7734D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12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E94E203-581A-BAA8-C581-FC49557B9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6572" y="-436776"/>
            <a:ext cx="1277994" cy="99660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075A39EB-3763-36C7-7411-3D4A53D1B6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7600" y="750798"/>
            <a:ext cx="1406966" cy="112557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D3A1BF7-3E4E-E438-12DC-912976E907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3092" y="1683988"/>
            <a:ext cx="8487508" cy="11992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91B9868-CAE5-B717-3D72-C00BE31ADF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3092" y="3253671"/>
            <a:ext cx="8487508" cy="392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91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CACC7-8E92-09DD-27E1-3989E47DB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33789488-B918-A6A9-1F84-4BE1A2DCF9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91308"/>
            <a:ext cx="12191999" cy="8440615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7FA5BD-FFCA-E350-3703-AA3ECCE136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20092" y="361657"/>
            <a:ext cx="4636719" cy="428066"/>
          </a:xfrm>
          <a:noFill/>
        </p:spPr>
        <p:txBody>
          <a:bodyPr wrap="none" rtlCol="0">
            <a:spAutoFit/>
          </a:bodyPr>
          <a:lstStyle/>
          <a:p>
            <a:pPr defTabSz="1125444" latinLnBrk="1">
              <a:lnSpc>
                <a:spcPct val="110000"/>
              </a:lnSpc>
            </a:pP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조직의 변화로 이어지는 확장 가능성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D9075F-A820-C485-6E11-FD60A2CA95AC}"/>
              </a:ext>
            </a:extLst>
          </p:cNvPr>
          <p:cNvSpPr txBox="1"/>
          <p:nvPr/>
        </p:nvSpPr>
        <p:spPr>
          <a:xfrm>
            <a:off x="652537" y="-499299"/>
            <a:ext cx="1282531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Scalability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A5E4C81-41B9-F0D1-4B6E-9FC990C36ABF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solidFill>
                  <a:schemeClr val="tx1"/>
                </a:solidFill>
                <a:latin typeface="Montserrat ExtraBold" panose="00000900000000000000" pitchFamily="2" charset="0"/>
              </a:rPr>
              <a:t>5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41496162-2C11-7E99-DA76-44D0AB957B3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13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624EFAE-3978-1D60-7D1F-B26F14FFB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6572" y="-436776"/>
            <a:ext cx="1277994" cy="99660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E1CB524-61A6-C24B-5718-168C6EADF3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7600" y="750798"/>
            <a:ext cx="1406966" cy="112557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803E7FF-F146-1ED9-3695-CDA1EF0EAB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90" y="1876371"/>
            <a:ext cx="11242791" cy="362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862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01B4B-F977-B9DE-86C6-E601E549C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9811CC-1707-5D9A-7EE1-037DCAFA3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2924" y="361658"/>
            <a:ext cx="6191054" cy="886461"/>
          </a:xfrm>
          <a:noFill/>
        </p:spPr>
        <p:txBody>
          <a:bodyPr wrap="none" rtlCol="0">
            <a:spAutoFit/>
          </a:bodyPr>
          <a:lstStyle/>
          <a:p>
            <a:pPr defTabSz="1125444" latinLnBrk="1">
              <a:lnSpc>
                <a:spcPct val="110000"/>
              </a:lnSpc>
            </a:pP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CPIA</a:t>
            </a: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는 단순한 자동화 과제가 아닌</a:t>
            </a: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, </a:t>
            </a:r>
          </a:p>
          <a:p>
            <a:pPr defTabSz="1125444" latinLnBrk="1">
              <a:lnSpc>
                <a:spcPct val="110000"/>
              </a:lnSpc>
            </a:pP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SKEP</a:t>
            </a: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의 미래 생존을 위한 필수적인 전략적 선택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B66AD4-F168-4A7B-0104-C193546A000C}"/>
              </a:ext>
            </a:extLst>
          </p:cNvPr>
          <p:cNvSpPr txBox="1"/>
          <p:nvPr/>
        </p:nvSpPr>
        <p:spPr>
          <a:xfrm>
            <a:off x="652537" y="-499299"/>
            <a:ext cx="998287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Closing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C0228A2-3C1A-C770-175E-3EB2C9737E2C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solidFill>
                  <a:schemeClr val="tx1"/>
                </a:solidFill>
                <a:latin typeface="Montserrat ExtraBold" panose="00000900000000000000" pitchFamily="2" charset="0"/>
              </a:rPr>
              <a:t>6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3EADDBE0-EBAD-CE04-5863-4BD2D0B708B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4911B35-2BC5-48E3-5228-60E5DA3CD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6572" y="-436776"/>
            <a:ext cx="1277994" cy="99660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1E256D6F-6AA4-C3C4-BA90-1376050E0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7600" y="750798"/>
            <a:ext cx="1406966" cy="11255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9C3C45-7EEA-955C-E8F4-FFE1921C7EAE}"/>
              </a:ext>
            </a:extLst>
          </p:cNvPr>
          <p:cNvSpPr txBox="1"/>
          <p:nvPr/>
        </p:nvSpPr>
        <p:spPr>
          <a:xfrm>
            <a:off x="1240139" y="2551391"/>
            <a:ext cx="9996626" cy="1418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"</a:t>
            </a:r>
            <a:r>
              <a:rPr lang="ko-KR" altLang="en-US" sz="1723" b="1" i="1" dirty="0">
                <a:solidFill>
                  <a:srgbClr val="DADADA"/>
                </a:solidFill>
                <a:latin typeface="??"/>
              </a:rPr>
              <a:t>첫째 </a:t>
            </a:r>
            <a:r>
              <a:rPr lang="en-US" altLang="ko-KR" sz="1723" b="1" i="1" dirty="0">
                <a:solidFill>
                  <a:srgbClr val="DADADA"/>
                </a:solidFill>
                <a:latin typeface="??"/>
              </a:rPr>
              <a:t>— </a:t>
            </a:r>
            <a:r>
              <a:rPr lang="ko-KR" altLang="en-US" sz="1723" b="1" i="1" dirty="0">
                <a:solidFill>
                  <a:srgbClr val="DADADA"/>
                </a:solidFill>
                <a:latin typeface="??"/>
              </a:rPr>
              <a:t>실증적 </a:t>
            </a:r>
            <a:r>
              <a:rPr lang="en-US" altLang="ko-KR" sz="1723" b="1" i="1" dirty="0">
                <a:solidFill>
                  <a:srgbClr val="DADADA"/>
                </a:solidFill>
                <a:latin typeface="??"/>
              </a:rPr>
              <a:t>Bottleneck </a:t>
            </a:r>
            <a:r>
              <a:rPr lang="ko-KR" altLang="en-US" sz="1723" b="1" i="1" dirty="0">
                <a:solidFill>
                  <a:srgbClr val="DADADA"/>
                </a:solidFill>
                <a:latin typeface="??"/>
              </a:rPr>
              <a:t>식별</a:t>
            </a:r>
            <a:r>
              <a:rPr lang="en-US" altLang="ko-KR" sz="1723" b="1" i="1" dirty="0">
                <a:solidFill>
                  <a:srgbClr val="DADADA"/>
                </a:solidFill>
                <a:latin typeface="??"/>
              </a:rPr>
              <a:t>.</a:t>
            </a:r>
            <a:r>
              <a:rPr lang="ko-KR" altLang="en-US" sz="1723" i="1" dirty="0">
                <a:solidFill>
                  <a:srgbClr val="DADADA"/>
                </a:solidFill>
                <a:latin typeface="??"/>
              </a:rPr>
              <a:t> 추정이 아닌 측정으로 </a:t>
            </a: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Middle Office</a:t>
            </a:r>
            <a:r>
              <a:rPr lang="ko-KR" altLang="en-US" sz="1723" i="1" dirty="0">
                <a:solidFill>
                  <a:srgbClr val="DADADA"/>
                </a:solidFill>
                <a:latin typeface="??"/>
              </a:rPr>
              <a:t>의 비효율을 명확히 규명했습니다</a:t>
            </a: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.“</a:t>
            </a:r>
          </a:p>
          <a:p>
            <a:pPr algn="l">
              <a:buNone/>
            </a:pPr>
            <a:endParaRPr lang="ko-KR" altLang="en-US" sz="1723" dirty="0">
              <a:solidFill>
                <a:srgbClr val="DADADA"/>
              </a:solidFill>
              <a:latin typeface="??"/>
            </a:endParaRPr>
          </a:p>
          <a:p>
            <a:pPr algn="l">
              <a:buNone/>
            </a:pP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"</a:t>
            </a:r>
            <a:r>
              <a:rPr lang="ko-KR" altLang="en-US" sz="1723" b="1" i="1" dirty="0">
                <a:solidFill>
                  <a:srgbClr val="DADADA"/>
                </a:solidFill>
                <a:latin typeface="??"/>
              </a:rPr>
              <a:t>둘째 </a:t>
            </a:r>
            <a:r>
              <a:rPr lang="en-US" altLang="ko-KR" sz="1723" b="1" i="1" dirty="0">
                <a:solidFill>
                  <a:srgbClr val="DADADA"/>
                </a:solidFill>
                <a:latin typeface="??"/>
              </a:rPr>
              <a:t>— Operational Shift.</a:t>
            </a:r>
            <a:r>
              <a:rPr lang="ko-KR" altLang="en-US" sz="1723" i="1" dirty="0">
                <a:solidFill>
                  <a:srgbClr val="DADADA"/>
                </a:solidFill>
                <a:latin typeface="??"/>
              </a:rPr>
              <a:t> </a:t>
            </a: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AI</a:t>
            </a:r>
            <a:r>
              <a:rPr lang="ko-KR" altLang="en-US" sz="1723" i="1" dirty="0">
                <a:solidFill>
                  <a:srgbClr val="DADADA"/>
                </a:solidFill>
                <a:latin typeface="??"/>
              </a:rPr>
              <a:t>로 확보한 </a:t>
            </a:r>
            <a:r>
              <a:rPr lang="en-US" altLang="ko-KR" sz="1723" b="1" i="1" dirty="0">
                <a:solidFill>
                  <a:srgbClr val="DADADA"/>
                </a:solidFill>
                <a:latin typeface="??"/>
              </a:rPr>
              <a:t>15.4</a:t>
            </a:r>
            <a:r>
              <a:rPr lang="ko-KR" altLang="en-US" sz="1723" b="1" i="1" dirty="0">
                <a:solidFill>
                  <a:srgbClr val="DADADA"/>
                </a:solidFill>
                <a:latin typeface="??"/>
              </a:rPr>
              <a:t>명의 </a:t>
            </a:r>
            <a:r>
              <a:rPr lang="en-US" altLang="ko-KR" sz="1723" b="1" i="1" dirty="0">
                <a:solidFill>
                  <a:srgbClr val="DADADA"/>
                </a:solidFill>
                <a:latin typeface="??"/>
              </a:rPr>
              <a:t>FTE</a:t>
            </a:r>
            <a:r>
              <a:rPr lang="ko-KR" altLang="en-US" sz="1723" i="1" dirty="0">
                <a:solidFill>
                  <a:srgbClr val="DADADA"/>
                </a:solidFill>
                <a:latin typeface="??"/>
              </a:rPr>
              <a:t>를 </a:t>
            </a: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Front Office</a:t>
            </a:r>
            <a:r>
              <a:rPr lang="ko-KR" altLang="en-US" sz="1723" i="1" dirty="0">
                <a:solidFill>
                  <a:srgbClr val="DADADA"/>
                </a:solidFill>
                <a:latin typeface="??"/>
              </a:rPr>
              <a:t>로 재배치하여 현장 실행력을 혁신했습니다</a:t>
            </a: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.“</a:t>
            </a:r>
          </a:p>
          <a:p>
            <a:pPr algn="l">
              <a:buNone/>
            </a:pPr>
            <a:endParaRPr lang="ko-KR" altLang="en-US" sz="1723" dirty="0">
              <a:solidFill>
                <a:srgbClr val="DADADA"/>
              </a:solidFill>
              <a:latin typeface="??"/>
            </a:endParaRPr>
          </a:p>
          <a:p>
            <a:pPr algn="l">
              <a:buNone/>
            </a:pP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"</a:t>
            </a:r>
            <a:r>
              <a:rPr lang="ko-KR" altLang="en-US" sz="1723" b="1" i="1" dirty="0">
                <a:solidFill>
                  <a:srgbClr val="DADADA"/>
                </a:solidFill>
                <a:latin typeface="??"/>
              </a:rPr>
              <a:t>셋째 </a:t>
            </a:r>
            <a:r>
              <a:rPr lang="en-US" altLang="ko-KR" sz="1723" b="1" i="1" dirty="0">
                <a:solidFill>
                  <a:srgbClr val="DADADA"/>
                </a:solidFill>
                <a:latin typeface="??"/>
              </a:rPr>
              <a:t>— </a:t>
            </a:r>
            <a:r>
              <a:rPr lang="ko-KR" altLang="en-US" sz="1723" b="1" i="1" dirty="0">
                <a:solidFill>
                  <a:srgbClr val="DADADA"/>
                </a:solidFill>
                <a:latin typeface="??"/>
              </a:rPr>
              <a:t>지식 자산의 누적</a:t>
            </a:r>
            <a:r>
              <a:rPr lang="en-US" altLang="ko-KR" sz="1723" b="1" i="1" dirty="0">
                <a:solidFill>
                  <a:srgbClr val="DADADA"/>
                </a:solidFill>
                <a:latin typeface="??"/>
              </a:rPr>
              <a:t>.</a:t>
            </a:r>
            <a:r>
              <a:rPr lang="ko-KR" altLang="en-US" sz="1723" i="1" dirty="0">
                <a:solidFill>
                  <a:srgbClr val="DADADA"/>
                </a:solidFill>
                <a:latin typeface="??"/>
              </a:rPr>
              <a:t> 외부 솔루션이 넘볼 수 없는 </a:t>
            </a: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SKEP </a:t>
            </a:r>
            <a:r>
              <a:rPr lang="ko-KR" altLang="en-US" sz="1723" i="1" dirty="0">
                <a:solidFill>
                  <a:srgbClr val="DADADA"/>
                </a:solidFill>
                <a:latin typeface="??"/>
              </a:rPr>
              <a:t>고유의 지능형 플랫폼을 구축합니다</a:t>
            </a: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."</a:t>
            </a:r>
            <a:endParaRPr lang="ko-KR" altLang="en-US" sz="1723" dirty="0">
              <a:solidFill>
                <a:srgbClr val="DADADA"/>
              </a:solidFill>
              <a:latin typeface="??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FEBEB-1716-B729-FB0C-7D47CA135426}"/>
              </a:ext>
            </a:extLst>
          </p:cNvPr>
          <p:cNvSpPr txBox="1"/>
          <p:nvPr/>
        </p:nvSpPr>
        <p:spPr>
          <a:xfrm>
            <a:off x="1156806" y="4905114"/>
            <a:ext cx="9988952" cy="389209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>
            <a:lvl1pPr indent="0" algn="ctr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ko-KR" altLang="en-US" sz="2200" b="1" spc="-60" baseline="0" dirty="0" smtClean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130969" indent="0" defTabSz="685800" latinLnBrk="0">
              <a:spcBef>
                <a:spcPts val="0"/>
              </a:spcBef>
              <a:buFont typeface="Arial" panose="020B0604020202020204" pitchFamily="34" charset="0"/>
              <a:buNone/>
              <a:defRPr sz="135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defTabSz="685800" latinLnBrk="0">
              <a:spcBef>
                <a:spcPts val="0"/>
              </a:spcBef>
              <a:buFont typeface="바탕" panose="02030600000101010101" pitchFamily="18" charset="-127"/>
              <a:buChar char="∙"/>
              <a:defRPr sz="135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defTabSz="6858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defTabSz="6858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1500"/>
            </a:lvl6pPr>
            <a:lvl7pPr marL="2228850" indent="-17145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1500"/>
            </a:lvl7pPr>
            <a:lvl8pPr marL="2571750" indent="-17145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1500"/>
            </a:lvl8pPr>
            <a:lvl9pPr marL="2914650" indent="-17145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1500"/>
            </a:lvl9pPr>
          </a:lstStyle>
          <a:p>
            <a:r>
              <a:rPr lang="ko-KR" altLang="en-US" sz="2462" dirty="0"/>
              <a:t>이 세 변화가 합쳐 </a:t>
            </a:r>
            <a:r>
              <a:rPr lang="en-US" altLang="ko-KR" sz="2462" dirty="0"/>
              <a:t>SKEP</a:t>
            </a:r>
            <a:r>
              <a:rPr lang="ko-KR" altLang="en-US" sz="2462" dirty="0"/>
              <a:t>의 본원 경쟁력 </a:t>
            </a:r>
            <a:r>
              <a:rPr lang="en-US" altLang="ko-KR" sz="2462" dirty="0"/>
              <a:t>— Faster Time to Yield</a:t>
            </a:r>
            <a:r>
              <a:rPr lang="ko-KR" altLang="en-US" sz="2462" dirty="0"/>
              <a:t> </a:t>
            </a:r>
            <a:r>
              <a:rPr lang="en-US" altLang="ko-KR" sz="2462" dirty="0"/>
              <a:t>— </a:t>
            </a:r>
            <a:r>
              <a:rPr lang="ko-KR" altLang="en-US" sz="2462" dirty="0"/>
              <a:t>가 강화됩니다</a:t>
            </a:r>
            <a:r>
              <a:rPr lang="en-US" altLang="ko-KR" sz="2462" dirty="0"/>
              <a:t>.</a:t>
            </a:r>
            <a:endParaRPr lang="ko-KR" altLang="en-US" sz="2462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FBB052D-143B-384B-C9D1-505C3DDD1F8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49"/>
          <a:stretch>
            <a:fillRect/>
          </a:stretch>
        </p:blipFill>
        <p:spPr>
          <a:xfrm>
            <a:off x="0" y="-791308"/>
            <a:ext cx="12192000" cy="844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C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F215A-C711-2AB0-6C19-7CF99494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69666DC-521A-FD65-2E4A-AB47AE0ABC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49"/>
          <a:stretch>
            <a:fillRect/>
          </a:stretch>
        </p:blipFill>
        <p:spPr>
          <a:xfrm>
            <a:off x="0" y="-791308"/>
            <a:ext cx="12192000" cy="8440615"/>
          </a:xfrm>
          <a:prstGeom prst="rect">
            <a:avLst/>
          </a:prstGeom>
        </p:spPr>
      </p:pic>
      <p:sp>
        <p:nvSpPr>
          <p:cNvPr id="19" name="Rectangle 44">
            <a:extLst>
              <a:ext uri="{FF2B5EF4-FFF2-40B4-BE49-F238E27FC236}">
                <a16:creationId xmlns:a16="http://schemas.microsoft.com/office/drawing/2014/main" id="{E240C1AA-D2CA-02FE-6CF3-E9168B2FB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6762" y="5892489"/>
            <a:ext cx="3258476" cy="64977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t"/>
          <a:lstStyle/>
          <a:p>
            <a:pPr algn="ctr" defTabSz="843823" latinLnBrk="0">
              <a:lnSpc>
                <a:spcPct val="130000"/>
              </a:lnSpc>
              <a:spcAft>
                <a:spcPts val="554"/>
              </a:spcAft>
              <a:defRPr/>
            </a:pPr>
            <a:r>
              <a:rPr lang="en-US" altLang="ko-KR" sz="1969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SK</a:t>
            </a:r>
            <a:r>
              <a:rPr lang="ko-KR" altLang="en-US" sz="1969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에코플랜트 조형준 프로</a:t>
            </a:r>
            <a:br>
              <a:rPr lang="en-US" altLang="ko-KR" sz="1969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r>
              <a:rPr lang="en-US" altLang="ko-KR" sz="1969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`26.</a:t>
            </a:r>
            <a:r>
              <a:rPr lang="ko-KR" altLang="en-US" sz="1969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969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06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C2FF8CF-642D-7B6B-67BB-F66F605CC802}"/>
              </a:ext>
            </a:extLst>
          </p:cNvPr>
          <p:cNvSpPr txBox="1">
            <a:spLocks/>
          </p:cNvSpPr>
          <p:nvPr/>
        </p:nvSpPr>
        <p:spPr>
          <a:xfrm>
            <a:off x="1767906" y="2413472"/>
            <a:ext cx="8656188" cy="109068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ko-KR" altLang="en-US" sz="3446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현장 </a:t>
            </a:r>
            <a:r>
              <a:rPr lang="en-US" altLang="ko-KR" sz="3446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Bottleneck</a:t>
            </a:r>
            <a:r>
              <a:rPr lang="ko-KR" altLang="en-US" sz="3446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을 </a:t>
            </a:r>
            <a:r>
              <a:rPr lang="en-US" altLang="ko-KR" sz="3446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AI Agent</a:t>
            </a:r>
            <a:r>
              <a:rPr lang="ko-KR" altLang="en-US" sz="3446" dirty="0">
                <a:solidFill>
                  <a:schemeClr val="bg1"/>
                </a:solidFill>
                <a:latin typeface="+mj-ea"/>
                <a:cs typeface="Pretendard" panose="02000503000000020004" pitchFamily="50" charset="-127"/>
              </a:rPr>
              <a:t>로 재설계하다</a:t>
            </a:r>
          </a:p>
          <a:p>
            <a:pPr algn="ctr">
              <a:lnSpc>
                <a:spcPct val="130000"/>
              </a:lnSpc>
              <a:defRPr/>
            </a:pPr>
            <a:r>
              <a:rPr lang="en-US" altLang="ko-KR" sz="2215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(CPIA : </a:t>
            </a:r>
            <a:r>
              <a:rPr lang="ko-KR" altLang="en-US" sz="2215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현장 운영 구조 전환을 위한</a:t>
            </a:r>
            <a:r>
              <a:rPr lang="en-US" altLang="ko-KR" sz="2215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lang="ko-KR" altLang="en-US" sz="2215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생산성 최적화 </a:t>
            </a:r>
            <a:r>
              <a:rPr lang="en-US" altLang="ko-KR" sz="2215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 Agent)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F85E8-8C41-C85F-17EB-58AD6943B574}"/>
              </a:ext>
            </a:extLst>
          </p:cNvPr>
          <p:cNvSpPr txBox="1"/>
          <p:nvPr/>
        </p:nvSpPr>
        <p:spPr>
          <a:xfrm>
            <a:off x="176845" y="-626924"/>
            <a:ext cx="3682418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1477" dirty="0">
                <a:solidFill>
                  <a:schemeClr val="bg1">
                    <a:lumMod val="65000"/>
                  </a:schemeClr>
                </a:solidFill>
              </a:rPr>
              <a:t>’26</a:t>
            </a:r>
            <a:r>
              <a:rPr lang="ko-KR" altLang="en-US" sz="1477" dirty="0">
                <a:solidFill>
                  <a:schemeClr val="bg1">
                    <a:lumMod val="65000"/>
                  </a:schemeClr>
                </a:solidFill>
              </a:rPr>
              <a:t>년 </a:t>
            </a:r>
            <a:r>
              <a:rPr lang="en-US" altLang="ko-KR" sz="1477" dirty="0">
                <a:solidFill>
                  <a:schemeClr val="bg1">
                    <a:lumMod val="65000"/>
                  </a:schemeClr>
                </a:solidFill>
              </a:rPr>
              <a:t>FLP </a:t>
            </a:r>
            <a:r>
              <a:rPr lang="ko-KR" altLang="en-US" sz="1477" dirty="0">
                <a:solidFill>
                  <a:schemeClr val="bg1">
                    <a:lumMod val="65000"/>
                  </a:schemeClr>
                </a:solidFill>
              </a:rPr>
              <a:t>과정 </a:t>
            </a:r>
            <a:r>
              <a:rPr lang="en-US" altLang="ko-KR" sz="1477" dirty="0">
                <a:solidFill>
                  <a:schemeClr val="bg1">
                    <a:lumMod val="65000"/>
                  </a:schemeClr>
                </a:solidFill>
              </a:rPr>
              <a:t>Module 2 – AX Design Project</a:t>
            </a:r>
            <a:endParaRPr lang="en-US" sz="1477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1D1D6E4-9533-E9F0-976E-26EEF8FE50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657474" y="-791308"/>
            <a:ext cx="12191999" cy="844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01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C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C93CB-9BC6-ECAE-69B9-DCC4DBCEC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CB4652BE-21C5-570D-D724-28D8F2CD2D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91308"/>
            <a:ext cx="12191999" cy="8440615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763A8A-747B-B4BF-0797-1FF9E4FAC9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5294" y="361658"/>
            <a:ext cx="10946330" cy="426399"/>
          </a:xfrm>
          <a:noFill/>
        </p:spPr>
        <p:txBody>
          <a:bodyPr wrap="none" rtlCol="0">
            <a:spAutoFit/>
          </a:bodyPr>
          <a:lstStyle/>
          <a:p>
            <a:pPr defTabSz="1125444" latinLnBrk="1">
              <a:lnSpc>
                <a:spcPct val="110000"/>
              </a:lnSpc>
            </a:pP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단순 건설사를 넘어 </a:t>
            </a: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5FC7D7"/>
                </a:solidFill>
              </a:rPr>
              <a:t>'AI Infra Solution Provider</a:t>
            </a: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'</a:t>
            </a: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로의 근본적인 체질 개선을 추진 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D2C950-C712-6AC0-4E64-195D0D2799E0}"/>
              </a:ext>
            </a:extLst>
          </p:cNvPr>
          <p:cNvSpPr txBox="1"/>
          <p:nvPr/>
        </p:nvSpPr>
        <p:spPr>
          <a:xfrm>
            <a:off x="652537" y="-499299"/>
            <a:ext cx="1277081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전략적 배경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39BF37E7-0A63-B24E-1AFD-2D8A282D3E0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16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D7CAEA1-DC0A-0053-6A8A-04D53FE71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6572" y="-436776"/>
            <a:ext cx="1277994" cy="99660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1535F24A-6D1D-A6FD-46D5-58BF9C6D1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7600" y="750798"/>
            <a:ext cx="1406966" cy="1125573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2A81BAB4-5278-266B-BC6D-CFBFC5C7C732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solidFill>
                  <a:schemeClr val="tx1"/>
                </a:solidFill>
                <a:latin typeface="Montserrat ExtraBold" panose="00000900000000000000" pitchFamily="2" charset="0"/>
              </a:rPr>
              <a:t>0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CDA1F14-2A97-2728-9A00-3B7BA52BD2BC}"/>
              </a:ext>
            </a:extLst>
          </p:cNvPr>
          <p:cNvSpPr/>
          <p:nvPr/>
        </p:nvSpPr>
        <p:spPr>
          <a:xfrm>
            <a:off x="4589707" y="1876372"/>
            <a:ext cx="3133056" cy="4619972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D060B2F4-8B92-FC69-55D0-D5412214DB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250" y="2450876"/>
            <a:ext cx="2851582" cy="3446761"/>
          </a:xfrm>
          <a:prstGeom prst="rect">
            <a:avLst/>
          </a:prstGeom>
        </p:spPr>
      </p:pic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67F74498-1808-C993-2934-28E5B089B48E}"/>
              </a:ext>
            </a:extLst>
          </p:cNvPr>
          <p:cNvSpPr/>
          <p:nvPr/>
        </p:nvSpPr>
        <p:spPr>
          <a:xfrm>
            <a:off x="3857764" y="3756656"/>
            <a:ext cx="692038" cy="835202"/>
          </a:xfrm>
          <a:prstGeom prst="rightArrow">
            <a:avLst>
              <a:gd name="adj1" fmla="val 50000"/>
              <a:gd name="adj2" fmla="val 38771"/>
            </a:avLst>
          </a:prstGeom>
          <a:gradFill>
            <a:gsLst>
              <a:gs pos="0">
                <a:schemeClr val="bg1"/>
              </a:gs>
              <a:gs pos="86000">
                <a:srgbClr val="A6A6A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15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76A4F9-DB3F-4554-7873-BADA8C60E6E2}"/>
              </a:ext>
            </a:extLst>
          </p:cNvPr>
          <p:cNvSpPr txBox="1"/>
          <p:nvPr/>
        </p:nvSpPr>
        <p:spPr>
          <a:xfrm>
            <a:off x="5177245" y="2785038"/>
            <a:ext cx="1994649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현 시점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생존을 위한 본원적 경쟁력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78D282-C4E7-474E-8050-00B84B594F59}"/>
              </a:ext>
            </a:extLst>
          </p:cNvPr>
          <p:cNvSpPr txBox="1"/>
          <p:nvPr/>
        </p:nvSpPr>
        <p:spPr>
          <a:xfrm>
            <a:off x="5637820" y="3738636"/>
            <a:ext cx="1073499" cy="850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62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T2Y</a:t>
            </a:r>
          </a:p>
          <a:p>
            <a:pPr algn="ctr"/>
            <a:r>
              <a:rPr lang="en-US" altLang="ko-KR" sz="2462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Faster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5C61FC-D354-DD9D-2CD5-9CA4E3CE0E7E}"/>
              </a:ext>
            </a:extLst>
          </p:cNvPr>
          <p:cNvSpPr txBox="1"/>
          <p:nvPr/>
        </p:nvSpPr>
        <p:spPr>
          <a:xfrm>
            <a:off x="5276917" y="4924435"/>
            <a:ext cx="1795300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고객의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T2Y 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단축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(Faster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Time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to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Yield)</a:t>
            </a:r>
          </a:p>
        </p:txBody>
      </p:sp>
      <p:sp>
        <p:nvSpPr>
          <p:cNvPr id="53" name="화살표: 오른쪽 52">
            <a:extLst>
              <a:ext uri="{FF2B5EF4-FFF2-40B4-BE49-F238E27FC236}">
                <a16:creationId xmlns:a16="http://schemas.microsoft.com/office/drawing/2014/main" id="{3E35E049-9410-64B7-8E27-BDA5E1131A3B}"/>
              </a:ext>
            </a:extLst>
          </p:cNvPr>
          <p:cNvSpPr/>
          <p:nvPr/>
        </p:nvSpPr>
        <p:spPr>
          <a:xfrm>
            <a:off x="7994358" y="3774678"/>
            <a:ext cx="692038" cy="835202"/>
          </a:xfrm>
          <a:prstGeom prst="rightArrow">
            <a:avLst>
              <a:gd name="adj1" fmla="val 50000"/>
              <a:gd name="adj2" fmla="val 38771"/>
            </a:avLst>
          </a:prstGeom>
          <a:gradFill>
            <a:gsLst>
              <a:gs pos="0">
                <a:schemeClr val="bg1"/>
              </a:gs>
              <a:gs pos="86000">
                <a:srgbClr val="A6A6A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15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66670A-6ACC-A8F1-B608-CF784384D23F}"/>
              </a:ext>
            </a:extLst>
          </p:cNvPr>
          <p:cNvSpPr txBox="1"/>
          <p:nvPr/>
        </p:nvSpPr>
        <p:spPr>
          <a:xfrm>
            <a:off x="8941368" y="3632323"/>
            <a:ext cx="2217337" cy="11531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62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고객에게</a:t>
            </a:r>
            <a:endParaRPr lang="en-US" altLang="ko-KR" sz="2462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2462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Value </a:t>
            </a:r>
            <a:r>
              <a:rPr lang="ko-KR" altLang="en-US" sz="2462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제공 목표</a:t>
            </a:r>
            <a:endParaRPr lang="en-US" altLang="ko-KR" sz="2462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(1</a:t>
            </a:r>
            <a:r>
              <a:rPr lang="ko-KR" altLang="en-US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일당 </a:t>
            </a:r>
            <a:r>
              <a:rPr lang="ko-KR" altLang="en-US" sz="1969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수억원의</a:t>
            </a:r>
            <a:r>
              <a:rPr lang="ko-KR" altLang="en-US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가치</a:t>
            </a: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0571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C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9ECAC8-DCB1-76E1-7866-78170FBEA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CBCCE772-93BF-6F24-93CD-D611BFAA55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91308"/>
            <a:ext cx="12191999" cy="8440615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BE24D1-60A6-4EED-0813-F1187795B7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4863" y="361657"/>
            <a:ext cx="8007192" cy="428066"/>
          </a:xfrm>
          <a:noFill/>
        </p:spPr>
        <p:txBody>
          <a:bodyPr wrap="none" rtlCol="0">
            <a:spAutoFit/>
          </a:bodyPr>
          <a:lstStyle/>
          <a:p>
            <a:pPr defTabSz="1125444" latinLnBrk="1">
              <a:lnSpc>
                <a:spcPct val="110000"/>
              </a:lnSpc>
            </a:pP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그렇다면 </a:t>
            </a: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Hi-tech </a:t>
            </a: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사업에서의 현장 </a:t>
            </a: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Bottleneck</a:t>
            </a: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은 어디인가</a:t>
            </a: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?</a:t>
            </a:r>
            <a:endParaRPr lang="ko-KR" altLang="en-US" sz="2708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A5D493-6AA0-61B8-D82B-4E9D77DDD4AC}"/>
              </a:ext>
            </a:extLst>
          </p:cNvPr>
          <p:cNvSpPr txBox="1"/>
          <p:nvPr/>
        </p:nvSpPr>
        <p:spPr>
          <a:xfrm>
            <a:off x="652537" y="-499299"/>
            <a:ext cx="1253292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Approach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EE0F1E5A-16EB-1E81-EEAC-EE306C91292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17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D3F0B19-B58E-D5CF-9627-96BDA9E97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6572" y="-436776"/>
            <a:ext cx="1277994" cy="99660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CDE96C2-A131-A7EC-7019-3D91AECAD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7600" y="750798"/>
            <a:ext cx="1406966" cy="1125573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204B7A94-87F1-79B0-CA9A-F3A7F564DCA2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solidFill>
                  <a:schemeClr val="tx1"/>
                </a:solidFill>
                <a:latin typeface="Montserrat ExtraBold" panose="00000900000000000000" pitchFamily="2" charset="0"/>
              </a:rPr>
              <a:t>1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029D526-27B1-A798-0FC5-D8C69F7A0C87}"/>
              </a:ext>
            </a:extLst>
          </p:cNvPr>
          <p:cNvSpPr/>
          <p:nvPr/>
        </p:nvSpPr>
        <p:spPr>
          <a:xfrm>
            <a:off x="889840" y="1230199"/>
            <a:ext cx="10648631" cy="928267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CEC5F-8837-44EE-3DE4-E2F1E018B5E6}"/>
              </a:ext>
            </a:extLst>
          </p:cNvPr>
          <p:cNvSpPr txBox="1"/>
          <p:nvPr/>
        </p:nvSpPr>
        <p:spPr>
          <a:xfrm>
            <a:off x="2741826" y="1372350"/>
            <a:ext cx="6944658" cy="622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723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TM </a:t>
            </a:r>
            <a:r>
              <a:rPr lang="ko-KR" altLang="en-US" sz="1723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께서는 </a:t>
            </a:r>
            <a:r>
              <a:rPr lang="en-US" altLang="ko-KR" sz="1723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"AI </a:t>
            </a:r>
            <a:r>
              <a:rPr lang="ko-KR" altLang="en-US" sz="1723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스타트업 </a:t>
            </a:r>
            <a:r>
              <a:rPr lang="en-US" altLang="ko-KR" sz="1723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723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인이 대기업 </a:t>
            </a:r>
            <a:r>
              <a:rPr lang="en-US" altLang="ko-KR" sz="1723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100</a:t>
            </a:r>
            <a:r>
              <a:rPr lang="ko-KR" altLang="en-US" sz="1723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인의 일을 하는 시대가 온다</a:t>
            </a:r>
            <a:r>
              <a:rPr lang="en-US" altLang="ko-KR" sz="1723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lang="ko-KR" altLang="en-US" sz="1723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고 경고하며</a:t>
            </a:r>
            <a:r>
              <a:rPr lang="en-US" altLang="ko-KR" sz="1723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</a:p>
          <a:p>
            <a:pPr algn="ctr"/>
            <a:r>
              <a:rPr lang="ko-KR" altLang="en-US" sz="1723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외부 기술 진화에 따른 파괴적 위협을 강조</a:t>
            </a:r>
            <a:endParaRPr lang="en-US" altLang="ko-KR" sz="1723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7C7FDB6-0DC2-EE81-17C2-C06C02BC416B}"/>
              </a:ext>
            </a:extLst>
          </p:cNvPr>
          <p:cNvSpPr/>
          <p:nvPr/>
        </p:nvSpPr>
        <p:spPr>
          <a:xfrm>
            <a:off x="889839" y="2448893"/>
            <a:ext cx="5166639" cy="4696721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CE22DE-BE07-B284-C39C-DF0064F7A199}"/>
              </a:ext>
            </a:extLst>
          </p:cNvPr>
          <p:cNvSpPr txBox="1"/>
          <p:nvPr/>
        </p:nvSpPr>
        <p:spPr>
          <a:xfrm>
            <a:off x="1465527" y="2621730"/>
            <a:ext cx="3772123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Hi-tech </a:t>
            </a:r>
            <a:r>
              <a:rPr lang="ko-KR" altLang="en-US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현장 운영 </a:t>
            </a:r>
            <a:r>
              <a:rPr lang="ko-KR" altLang="en-US" sz="1477" b="1" u="sng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재진단</a:t>
            </a:r>
            <a:r>
              <a:rPr lang="ko-KR" altLang="en-US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(Activity </a:t>
            </a:r>
            <a:r>
              <a:rPr lang="ko-KR" altLang="en-US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전수 조사 발췌</a:t>
            </a:r>
            <a:r>
              <a:rPr lang="en-US" altLang="ko-KR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C7851D6F-5DFA-923D-FCA0-A814A8FD410B}"/>
              </a:ext>
            </a:extLst>
          </p:cNvPr>
          <p:cNvSpPr/>
          <p:nvPr/>
        </p:nvSpPr>
        <p:spPr>
          <a:xfrm>
            <a:off x="6254279" y="4379653"/>
            <a:ext cx="692038" cy="835202"/>
          </a:xfrm>
          <a:prstGeom prst="rightArrow">
            <a:avLst>
              <a:gd name="adj1" fmla="val 50000"/>
              <a:gd name="adj2" fmla="val 38771"/>
            </a:avLst>
          </a:prstGeom>
          <a:gradFill>
            <a:gsLst>
              <a:gs pos="0">
                <a:schemeClr val="bg1"/>
              </a:gs>
              <a:gs pos="86000">
                <a:srgbClr val="A6A6A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15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B314AC-C48D-A2E7-9D09-68F0B562980F}"/>
              </a:ext>
            </a:extLst>
          </p:cNvPr>
          <p:cNvSpPr txBox="1"/>
          <p:nvPr/>
        </p:nvSpPr>
        <p:spPr>
          <a:xfrm>
            <a:off x="7286098" y="5105356"/>
            <a:ext cx="3971472" cy="1531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현장의 병목</a:t>
            </a:r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(Bottleneck)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을 장악하고 </a:t>
            </a:r>
            <a:endParaRPr lang="en-US" altLang="ko-KR" sz="1477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리소스를 고부가가치 영역으로 재배치하여 </a:t>
            </a:r>
            <a:endParaRPr lang="en-US" altLang="ko-KR" sz="1477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endParaRPr lang="en-US" altLang="ko-KR" sz="1477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T2Y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를 극대화하는 조직 운영 구조의 </a:t>
            </a:r>
            <a:endParaRPr lang="en-US" altLang="ko-KR" sz="1477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endParaRPr lang="en-US" altLang="ko-KR" sz="1477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969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전면적 재설계</a:t>
            </a:r>
            <a:r>
              <a:rPr lang="en-US" altLang="ko-KR" sz="1969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(Operational Shift)</a:t>
            </a:r>
            <a:r>
              <a:rPr lang="ko-KR" altLang="en-US" sz="1969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필요</a:t>
            </a:r>
            <a:endParaRPr lang="en-US" altLang="ko-KR" sz="1969" u="sng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22945D-4AAA-4C68-028B-EF39861BBBDC}"/>
              </a:ext>
            </a:extLst>
          </p:cNvPr>
          <p:cNvSpPr/>
          <p:nvPr/>
        </p:nvSpPr>
        <p:spPr>
          <a:xfrm>
            <a:off x="7243806" y="2811132"/>
            <a:ext cx="4039644" cy="1834891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32DAD5-A678-20AD-3624-DBBAF2FBDF84}"/>
              </a:ext>
            </a:extLst>
          </p:cNvPr>
          <p:cNvSpPr txBox="1"/>
          <p:nvPr/>
        </p:nvSpPr>
        <p:spPr>
          <a:xfrm>
            <a:off x="8286050" y="3006607"/>
            <a:ext cx="1988750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현장의 병목</a:t>
            </a:r>
            <a:r>
              <a:rPr lang="en-US" altLang="ko-KR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(Bottleneck)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F00DE08-BF9D-05FC-BEC9-F559CDF61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312125"/>
              </p:ext>
            </p:extLst>
          </p:nvPr>
        </p:nvGraphicFramePr>
        <p:xfrm>
          <a:off x="1104747" y="3112269"/>
          <a:ext cx="4736822" cy="3865763"/>
        </p:xfrm>
        <a:graphic>
          <a:graphicData uri="http://schemas.openxmlformats.org/drawingml/2006/table">
            <a:tbl>
              <a:tblPr/>
              <a:tblGrid>
                <a:gridCol w="270780">
                  <a:extLst>
                    <a:ext uri="{9D8B030D-6E8A-4147-A177-3AD203B41FA5}">
                      <a16:colId xmlns:a16="http://schemas.microsoft.com/office/drawing/2014/main" val="2527501052"/>
                    </a:ext>
                  </a:extLst>
                </a:gridCol>
                <a:gridCol w="2002817">
                  <a:extLst>
                    <a:ext uri="{9D8B030D-6E8A-4147-A177-3AD203B41FA5}">
                      <a16:colId xmlns:a16="http://schemas.microsoft.com/office/drawing/2014/main" val="2245732453"/>
                    </a:ext>
                  </a:extLst>
                </a:gridCol>
                <a:gridCol w="849521">
                  <a:extLst>
                    <a:ext uri="{9D8B030D-6E8A-4147-A177-3AD203B41FA5}">
                      <a16:colId xmlns:a16="http://schemas.microsoft.com/office/drawing/2014/main" val="1289558458"/>
                    </a:ext>
                  </a:extLst>
                </a:gridCol>
                <a:gridCol w="635136">
                  <a:extLst>
                    <a:ext uri="{9D8B030D-6E8A-4147-A177-3AD203B41FA5}">
                      <a16:colId xmlns:a16="http://schemas.microsoft.com/office/drawing/2014/main" val="522648952"/>
                    </a:ext>
                  </a:extLst>
                </a:gridCol>
                <a:gridCol w="600492">
                  <a:extLst>
                    <a:ext uri="{9D8B030D-6E8A-4147-A177-3AD203B41FA5}">
                      <a16:colId xmlns:a16="http://schemas.microsoft.com/office/drawing/2014/main" val="1840915705"/>
                    </a:ext>
                  </a:extLst>
                </a:gridCol>
                <a:gridCol w="378076">
                  <a:extLst>
                    <a:ext uri="{9D8B030D-6E8A-4147-A177-3AD203B41FA5}">
                      <a16:colId xmlns:a16="http://schemas.microsoft.com/office/drawing/2014/main" val="3578143006"/>
                    </a:ext>
                  </a:extLst>
                </a:gridCol>
              </a:tblGrid>
              <a:tr h="24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#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청크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Activity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월간시간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비중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CPIA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99988"/>
                  </a:ext>
                </a:extLst>
              </a:tr>
              <a:tr h="24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</a:t>
                      </a:r>
                      <a:endParaRPr lang="en-US" sz="12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작업일보 취합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집계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23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1,285h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16.7%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★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702668"/>
                  </a:ext>
                </a:extLst>
              </a:tr>
              <a:tr h="471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</a:t>
                      </a:r>
                      <a:endParaRPr lang="en-US" sz="12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정기 보고서 작성 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Weekly/Monthly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등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19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876h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11.4%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★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26110"/>
                  </a:ext>
                </a:extLst>
              </a:tr>
              <a:tr h="24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</a:t>
                      </a:r>
                      <a:endParaRPr lang="en-US" sz="12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생산성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 dirty="0" err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공정률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분석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18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423h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5.5%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★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124636"/>
                  </a:ext>
                </a:extLst>
              </a:tr>
              <a:tr h="24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</a:t>
                      </a:r>
                      <a:endParaRPr lang="en-US" sz="12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공기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공정 예측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리스크 탐지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26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532h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6.9%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★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003780"/>
                  </a:ext>
                </a:extLst>
              </a:tr>
              <a:tr h="24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</a:t>
                      </a:r>
                      <a:endParaRPr lang="en-US" sz="12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회의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MOM 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작성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16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227h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2.9%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702113"/>
                  </a:ext>
                </a:extLst>
              </a:tr>
              <a:tr h="24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설계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엔지니어링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63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1,511h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19.6%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387528"/>
                  </a:ext>
                </a:extLst>
              </a:tr>
              <a:tr h="24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안전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보건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환경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38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579h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7.5%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246085"/>
                  </a:ext>
                </a:extLst>
              </a:tr>
              <a:tr h="24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예산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원가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계약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정산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46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770h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10.0%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472030"/>
                  </a:ext>
                </a:extLst>
              </a:tr>
              <a:tr h="24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품질 관리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42h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0.5%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736041"/>
                  </a:ext>
                </a:extLst>
              </a:tr>
              <a:tr h="24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J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기술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법무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규제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지식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18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1,005h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13.0%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908878"/>
                  </a:ext>
                </a:extLst>
              </a:tr>
              <a:tr h="24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K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인사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조직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교육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75h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1.0%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25126"/>
                  </a:ext>
                </a:extLst>
              </a:tr>
              <a:tr h="24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자산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운영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이슈관리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181h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2.3%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726627"/>
                  </a:ext>
                </a:extLst>
              </a:tr>
              <a:tr h="24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Water/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솔루션 운전 데이터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100h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1.3%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890314"/>
                  </a:ext>
                </a:extLst>
              </a:tr>
              <a:tr h="24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N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기타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33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102h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1.3%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—</a:t>
                      </a:r>
                    </a:p>
                  </a:txBody>
                  <a:tcPr marL="11365" marR="11365" marT="5682" marB="56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99300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475D485-8651-427F-BDAF-312503F5DC0B}"/>
              </a:ext>
            </a:extLst>
          </p:cNvPr>
          <p:cNvSpPr txBox="1"/>
          <p:nvPr/>
        </p:nvSpPr>
        <p:spPr>
          <a:xfrm>
            <a:off x="7777578" y="3674143"/>
            <a:ext cx="3005695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월 평균 </a:t>
            </a:r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2,506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시간이 </a:t>
            </a:r>
            <a:endParaRPr lang="en-US" altLang="ko-KR" sz="1477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반복적인 데이터 집계 및 보고 업무에 매몰</a:t>
            </a:r>
            <a:endParaRPr lang="en-US" altLang="ko-KR" sz="1477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697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C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8C0CA5-1F42-6538-A535-D27029022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5B621E60-555F-CBA4-4D24-182059A07A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91308"/>
            <a:ext cx="12191999" cy="844061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E0072D-97DC-3623-7122-8CF93DD67E3B}"/>
              </a:ext>
            </a:extLst>
          </p:cNvPr>
          <p:cNvSpPr/>
          <p:nvPr/>
        </p:nvSpPr>
        <p:spPr>
          <a:xfrm>
            <a:off x="4390469" y="1981635"/>
            <a:ext cx="3717694" cy="5069425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6D49AB-89C2-6081-6356-069A0C1814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29082" y="361657"/>
            <a:ext cx="9218741" cy="428066"/>
          </a:xfrm>
          <a:noFill/>
        </p:spPr>
        <p:txBody>
          <a:bodyPr wrap="none" rtlCol="0">
            <a:spAutoFit/>
          </a:bodyPr>
          <a:lstStyle/>
          <a:p>
            <a:pPr defTabSz="1125444" latinLnBrk="1">
              <a:lnSpc>
                <a:spcPct val="110000"/>
              </a:lnSpc>
            </a:pP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운영 구조 재설계</a:t>
            </a: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(Operational Shift)</a:t>
            </a: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로 </a:t>
            </a: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Input SUPEX</a:t>
            </a: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의 구체적 실현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A15F37-D1AF-16E8-5FB2-4F5993BE528F}"/>
              </a:ext>
            </a:extLst>
          </p:cNvPr>
          <p:cNvSpPr txBox="1"/>
          <p:nvPr/>
        </p:nvSpPr>
        <p:spPr>
          <a:xfrm>
            <a:off x="652537" y="-499299"/>
            <a:ext cx="1299908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Reframing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6FAD2E9-6DB7-2327-5E9A-9762838F3C66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solidFill>
                  <a:schemeClr val="tx1"/>
                </a:solidFill>
                <a:latin typeface="Montserrat ExtraBold" panose="00000900000000000000" pitchFamily="2" charset="0"/>
              </a:rPr>
              <a:t>2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4BFD4101-9380-3674-71FA-0B2AEBF48CF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18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9D4AD1C-6680-5306-EBC3-3B1C60A3C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6572" y="-436776"/>
            <a:ext cx="1277994" cy="99660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4CB204AE-C78D-57A7-04BD-56B4E48A4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7600" y="750798"/>
            <a:ext cx="1406966" cy="11255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2ED17A-1B4D-EE8D-FD97-177D1CD60982}"/>
              </a:ext>
            </a:extLst>
          </p:cNvPr>
          <p:cNvSpPr txBox="1"/>
          <p:nvPr/>
        </p:nvSpPr>
        <p:spPr>
          <a:xfrm>
            <a:off x="1534772" y="1196228"/>
            <a:ext cx="9400650" cy="357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400" b="1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sz="1723" dirty="0"/>
              <a:t>건설업의 시각에서 확장하여 고객에게 </a:t>
            </a:r>
            <a:r>
              <a:rPr lang="en-US" altLang="ko-KR" sz="1723" dirty="0"/>
              <a:t>Value</a:t>
            </a:r>
            <a:r>
              <a:rPr lang="ko-KR" altLang="en-US" sz="1723" dirty="0"/>
              <a:t>를</a:t>
            </a:r>
            <a:r>
              <a:rPr lang="en-US" altLang="ko-KR" sz="1723" dirty="0"/>
              <a:t> </a:t>
            </a:r>
            <a:r>
              <a:rPr lang="ko-KR" altLang="en-US" sz="1723" dirty="0"/>
              <a:t>제공하는 관점에서 금융</a:t>
            </a:r>
            <a:r>
              <a:rPr lang="en-US" altLang="ko-KR" sz="1723" dirty="0"/>
              <a:t>·</a:t>
            </a:r>
            <a:r>
              <a:rPr lang="ko-KR" altLang="en-US" sz="1723" dirty="0"/>
              <a:t>서비스업의 </a:t>
            </a:r>
            <a:r>
              <a:rPr lang="en-US" altLang="ko-KR" sz="1723" dirty="0"/>
              <a:t>Operating Model</a:t>
            </a:r>
            <a:r>
              <a:rPr lang="ko-KR" altLang="en-US" sz="1723" dirty="0"/>
              <a:t>로 재정의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D92E3CF-7EFE-9740-BF43-1EC8FD6AC17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1363746" y="7293988"/>
            <a:ext cx="9301460" cy="446438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5B0AE92-93E1-221A-BC01-5AF866F33E60}"/>
              </a:ext>
            </a:extLst>
          </p:cNvPr>
          <p:cNvSpPr/>
          <p:nvPr/>
        </p:nvSpPr>
        <p:spPr>
          <a:xfrm>
            <a:off x="4519441" y="2195994"/>
            <a:ext cx="3431303" cy="3572901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C11887-A051-5A76-C7F2-E4882D52282F}"/>
              </a:ext>
            </a:extLst>
          </p:cNvPr>
          <p:cNvSpPr txBox="1"/>
          <p:nvPr/>
        </p:nvSpPr>
        <p:spPr>
          <a:xfrm>
            <a:off x="5608927" y="2261143"/>
            <a:ext cx="1252331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Middle Office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3150B3B-F9F4-4517-7B77-D4E3517D78E7}"/>
              </a:ext>
            </a:extLst>
          </p:cNvPr>
          <p:cNvSpPr/>
          <p:nvPr/>
        </p:nvSpPr>
        <p:spPr>
          <a:xfrm>
            <a:off x="652537" y="2195994"/>
            <a:ext cx="3431303" cy="3572901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5EEB36-9EC0-8BAA-F639-BF3F076001B6}"/>
              </a:ext>
            </a:extLst>
          </p:cNvPr>
          <p:cNvSpPr txBox="1"/>
          <p:nvPr/>
        </p:nvSpPr>
        <p:spPr>
          <a:xfrm>
            <a:off x="1800599" y="2261143"/>
            <a:ext cx="1135183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Front Office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936049-EAF2-E6EE-7CAF-C8FE9DC58E9E}"/>
              </a:ext>
            </a:extLst>
          </p:cNvPr>
          <p:cNvSpPr/>
          <p:nvPr/>
        </p:nvSpPr>
        <p:spPr>
          <a:xfrm>
            <a:off x="8386346" y="2195994"/>
            <a:ext cx="3431303" cy="3572901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1F0BE2-C729-922F-AC56-B33105414CF0}"/>
              </a:ext>
            </a:extLst>
          </p:cNvPr>
          <p:cNvSpPr txBox="1"/>
          <p:nvPr/>
        </p:nvSpPr>
        <p:spPr>
          <a:xfrm>
            <a:off x="9548099" y="2261143"/>
            <a:ext cx="1107803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Back Office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78C742-1E53-B467-8DA0-6F58F3DFEF4E}"/>
              </a:ext>
            </a:extLst>
          </p:cNvPr>
          <p:cNvSpPr txBox="1"/>
          <p:nvPr/>
        </p:nvSpPr>
        <p:spPr>
          <a:xfrm>
            <a:off x="5124168" y="6058144"/>
            <a:ext cx="2250295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Agent </a:t>
            </a:r>
            <a:r>
              <a:rPr lang="ko-KR" altLang="en-US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로 완전히 대체 가능</a:t>
            </a:r>
            <a:endParaRPr lang="en-US" altLang="ko-KR" sz="1477" b="1" u="sng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약 </a:t>
            </a:r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15.4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명의 </a:t>
            </a:r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FTE*)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E001DE-0855-326D-9B3F-27F32702A664}"/>
              </a:ext>
            </a:extLst>
          </p:cNvPr>
          <p:cNvSpPr txBox="1"/>
          <p:nvPr/>
        </p:nvSpPr>
        <p:spPr>
          <a:xfrm>
            <a:off x="4413929" y="6684288"/>
            <a:ext cx="2342564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*FTE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Full-Time Equivalent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D2D1C7-2F03-A90A-D573-64069919C97E}"/>
              </a:ext>
            </a:extLst>
          </p:cNvPr>
          <p:cNvSpPr txBox="1"/>
          <p:nvPr/>
        </p:nvSpPr>
        <p:spPr>
          <a:xfrm>
            <a:off x="1276250" y="2649597"/>
            <a:ext cx="2190022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 u="sng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sz="1477" b="0" u="none" dirty="0"/>
              <a:t>현장</a:t>
            </a:r>
            <a:r>
              <a:rPr lang="en-US" altLang="ko-KR" sz="1477" b="0" u="none" dirty="0"/>
              <a:t> </a:t>
            </a:r>
            <a:r>
              <a:rPr lang="ko-KR" altLang="en-US" sz="1477" b="0" u="none" dirty="0"/>
              <a:t>관리</a:t>
            </a:r>
            <a:r>
              <a:rPr lang="en-US" altLang="ko-KR" sz="1477" b="0" u="none" dirty="0"/>
              <a:t>/</a:t>
            </a:r>
            <a:r>
              <a:rPr lang="ko-KR" altLang="en-US" sz="1477" b="0" u="none" dirty="0"/>
              <a:t>커뮤니케이션 영역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05468E-37AD-1194-BE47-05388F7A2DB2}"/>
              </a:ext>
            </a:extLst>
          </p:cNvPr>
          <p:cNvSpPr txBox="1"/>
          <p:nvPr/>
        </p:nvSpPr>
        <p:spPr>
          <a:xfrm>
            <a:off x="1273177" y="2649597"/>
            <a:ext cx="2190022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 u="sng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sz="1477" b="0" u="none" dirty="0"/>
              <a:t>현장</a:t>
            </a:r>
            <a:r>
              <a:rPr lang="en-US" altLang="ko-KR" sz="1477" b="0" u="none" dirty="0"/>
              <a:t> </a:t>
            </a:r>
            <a:r>
              <a:rPr lang="ko-KR" altLang="en-US" sz="1477" b="0" u="none" dirty="0"/>
              <a:t>관리</a:t>
            </a:r>
            <a:r>
              <a:rPr lang="en-US" altLang="ko-KR" sz="1477" b="0" u="none" dirty="0"/>
              <a:t>/</a:t>
            </a:r>
            <a:r>
              <a:rPr lang="ko-KR" altLang="en-US" sz="1477" b="0" u="none" dirty="0"/>
              <a:t>커뮤니케이션 영역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5D2D2D-D6A2-2CFA-4C16-F87749A290C6}"/>
              </a:ext>
            </a:extLst>
          </p:cNvPr>
          <p:cNvSpPr txBox="1"/>
          <p:nvPr/>
        </p:nvSpPr>
        <p:spPr>
          <a:xfrm>
            <a:off x="5204805" y="2649597"/>
            <a:ext cx="2089033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 u="sng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sz="1477" b="0" u="none" dirty="0"/>
              <a:t>데이터 집계</a:t>
            </a:r>
            <a:r>
              <a:rPr lang="en-US" altLang="ko-KR" sz="1477" b="0" u="none" dirty="0"/>
              <a:t>/</a:t>
            </a:r>
            <a:r>
              <a:rPr lang="ko-KR" altLang="en-US" sz="1477" b="0" u="none" dirty="0"/>
              <a:t>검증</a:t>
            </a:r>
            <a:r>
              <a:rPr lang="en-US" altLang="ko-KR" sz="1477" b="0" u="none" dirty="0"/>
              <a:t>/</a:t>
            </a:r>
            <a:r>
              <a:rPr lang="ko-KR" altLang="en-US" sz="1477" b="0" u="none" dirty="0"/>
              <a:t>보고 영역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BF7910-719C-29D6-DBF1-E914CBB1EE60}"/>
              </a:ext>
            </a:extLst>
          </p:cNvPr>
          <p:cNvSpPr txBox="1"/>
          <p:nvPr/>
        </p:nvSpPr>
        <p:spPr>
          <a:xfrm>
            <a:off x="9233495" y="2649597"/>
            <a:ext cx="1737014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 u="sng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sz="1477" b="0" u="none" dirty="0"/>
              <a:t>검토</a:t>
            </a:r>
            <a:r>
              <a:rPr lang="en-US" altLang="ko-KR" sz="1477" b="0" u="none" dirty="0"/>
              <a:t>/</a:t>
            </a:r>
            <a:r>
              <a:rPr lang="ko-KR" altLang="en-US" sz="1477" b="0" u="none" dirty="0"/>
              <a:t>정산</a:t>
            </a:r>
            <a:r>
              <a:rPr lang="en-US" altLang="ko-KR" sz="1477" b="0" u="none" dirty="0"/>
              <a:t>/</a:t>
            </a:r>
            <a:r>
              <a:rPr lang="ko-KR" altLang="en-US" sz="1477" b="0" u="none" dirty="0"/>
              <a:t>시스템 영역</a:t>
            </a: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ECDFA1F4-8641-6360-2A32-6A55DF979B3B}"/>
              </a:ext>
            </a:extLst>
          </p:cNvPr>
          <p:cNvCxnSpPr>
            <a:cxnSpLocks/>
            <a:endCxn id="12" idx="2"/>
          </p:cNvCxnSpPr>
          <p:nvPr/>
        </p:nvCxnSpPr>
        <p:spPr>
          <a:xfrm rot="10800000">
            <a:off x="2368190" y="5768896"/>
            <a:ext cx="1993840" cy="678540"/>
          </a:xfrm>
          <a:prstGeom prst="bentConnector2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7EC1A57-B502-B606-D541-249280EBA706}"/>
              </a:ext>
            </a:extLst>
          </p:cNvPr>
          <p:cNvSpPr txBox="1"/>
          <p:nvPr/>
        </p:nvSpPr>
        <p:spPr>
          <a:xfrm>
            <a:off x="5626639" y="1778909"/>
            <a:ext cx="1162305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CPIA Target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FAE094-94F9-E486-D1F5-97251C90F74B}"/>
              </a:ext>
            </a:extLst>
          </p:cNvPr>
          <p:cNvSpPr txBox="1"/>
          <p:nvPr/>
        </p:nvSpPr>
        <p:spPr>
          <a:xfrm>
            <a:off x="2849350" y="6091825"/>
            <a:ext cx="988539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77" b="1" spc="-74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인력 재배치</a:t>
            </a:r>
            <a:endParaRPr lang="en-US" altLang="ko-KR" sz="1477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175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C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034BB-18B1-663D-77D3-40489246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AF437229-B83C-A4E0-ED4B-6594940855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91308"/>
            <a:ext cx="12191999" cy="8440615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E75704-A62E-60D3-6948-547875F411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5239" y="361657"/>
            <a:ext cx="4266424" cy="428066"/>
          </a:xfrm>
          <a:noFill/>
        </p:spPr>
        <p:txBody>
          <a:bodyPr wrap="none" rtlCol="0">
            <a:spAutoFit/>
          </a:bodyPr>
          <a:lstStyle/>
          <a:p>
            <a:pPr defTabSz="1125444" latinLnBrk="1">
              <a:lnSpc>
                <a:spcPct val="110000"/>
              </a:lnSpc>
            </a:pP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CPIA, </a:t>
            </a: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어떻게 사람을 대신하는가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839ECA-C138-27A0-58E6-4BF76F67DAF5}"/>
              </a:ext>
            </a:extLst>
          </p:cNvPr>
          <p:cNvSpPr txBox="1"/>
          <p:nvPr/>
        </p:nvSpPr>
        <p:spPr>
          <a:xfrm>
            <a:off x="652537" y="-499299"/>
            <a:ext cx="1064009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Process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29EBDC6-DC74-87B1-DE18-2373F7145E0B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solidFill>
                  <a:schemeClr val="tx1"/>
                </a:solidFill>
                <a:latin typeface="Montserrat ExtraBold" panose="00000900000000000000" pitchFamily="2" charset="0"/>
              </a:rPr>
              <a:t>3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930941D2-A2D2-6F3C-C711-84D33E42EEE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19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DD83DF4-20F6-1FB5-026F-697735B2F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6572" y="-436776"/>
            <a:ext cx="1277994" cy="99660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1B83F72A-B24D-EB5C-B481-A38E2493C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7600" y="750798"/>
            <a:ext cx="1406966" cy="112557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B0DA18D-DA1C-B3A5-1363-639247CF26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90" y="7227930"/>
            <a:ext cx="11700716" cy="490675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0AE8642-403D-1BD6-370E-C21844AC50FD}"/>
              </a:ext>
            </a:extLst>
          </p:cNvPr>
          <p:cNvSpPr/>
          <p:nvPr/>
        </p:nvSpPr>
        <p:spPr>
          <a:xfrm>
            <a:off x="1339617" y="1532811"/>
            <a:ext cx="4599402" cy="4120782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D67E34-5FF2-F623-3C08-717CE2BC60FF}"/>
              </a:ext>
            </a:extLst>
          </p:cNvPr>
          <p:cNvSpPr txBox="1"/>
          <p:nvPr/>
        </p:nvSpPr>
        <p:spPr>
          <a:xfrm>
            <a:off x="3333466" y="1705910"/>
            <a:ext cx="611706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As-is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9A0C2E-E2F2-D52E-CA40-04906C5F75E8}"/>
              </a:ext>
            </a:extLst>
          </p:cNvPr>
          <p:cNvSpPr/>
          <p:nvPr/>
        </p:nvSpPr>
        <p:spPr>
          <a:xfrm>
            <a:off x="6537884" y="1532811"/>
            <a:ext cx="4599402" cy="4120782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4C9CE1-4DF6-8AD4-E5B4-3E56EF00CE9A}"/>
              </a:ext>
            </a:extLst>
          </p:cNvPr>
          <p:cNvSpPr txBox="1"/>
          <p:nvPr/>
        </p:nvSpPr>
        <p:spPr>
          <a:xfrm>
            <a:off x="8497272" y="1705910"/>
            <a:ext cx="680636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To-be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70E059-EFA6-77E5-8401-EA366DDE2207}"/>
              </a:ext>
            </a:extLst>
          </p:cNvPr>
          <p:cNvSpPr/>
          <p:nvPr/>
        </p:nvSpPr>
        <p:spPr>
          <a:xfrm>
            <a:off x="1339616" y="6129162"/>
            <a:ext cx="4599401" cy="734362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2</a:t>
            </a:r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명 전일 투입</a:t>
            </a:r>
            <a:r>
              <a:rPr lang="en-US" altLang="ko-KR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/ </a:t>
            </a:r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보고 </a:t>
            </a:r>
            <a:r>
              <a:rPr lang="en-US" altLang="ko-KR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D+2.5</a:t>
            </a:r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일</a:t>
            </a:r>
            <a:r>
              <a:rPr lang="en-US" altLang="ko-KR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/ </a:t>
            </a:r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지연 사후 인지 </a:t>
            </a:r>
            <a:endParaRPr lang="en-US" altLang="ko-KR" sz="1477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589772D-C853-3139-BF71-2F16934DC4D0}"/>
              </a:ext>
            </a:extLst>
          </p:cNvPr>
          <p:cNvGrpSpPr/>
          <p:nvPr/>
        </p:nvGrpSpPr>
        <p:grpSpPr>
          <a:xfrm rot="5400000">
            <a:off x="3599041" y="5774169"/>
            <a:ext cx="208394" cy="127846"/>
            <a:chOff x="7276019" y="4585254"/>
            <a:chExt cx="225760" cy="138500"/>
          </a:xfrm>
          <a:solidFill>
            <a:schemeClr val="bg1"/>
          </a:solidFill>
        </p:grpSpPr>
        <p:sp>
          <p:nvSpPr>
            <p:cNvPr id="12" name="L 도형 11">
              <a:extLst>
                <a:ext uri="{FF2B5EF4-FFF2-40B4-BE49-F238E27FC236}">
                  <a16:creationId xmlns:a16="http://schemas.microsoft.com/office/drawing/2014/main" id="{25F3BB56-A9CA-6E95-1F6A-8AC4EB148A30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276589" y="4584684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3" name="L 도형 12">
              <a:extLst>
                <a:ext uri="{FF2B5EF4-FFF2-40B4-BE49-F238E27FC236}">
                  <a16:creationId xmlns:a16="http://schemas.microsoft.com/office/drawing/2014/main" id="{E2929811-3A35-CF44-7AFE-2D99FE996755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362709" y="4584685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F9EDBC8-CECF-3206-49DA-1FFFC1A16DA8}"/>
              </a:ext>
            </a:extLst>
          </p:cNvPr>
          <p:cNvSpPr/>
          <p:nvPr/>
        </p:nvSpPr>
        <p:spPr>
          <a:xfrm>
            <a:off x="6537886" y="6129162"/>
            <a:ext cx="4599401" cy="734362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30</a:t>
            </a:r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분</a:t>
            </a:r>
            <a:r>
              <a:rPr lang="en-US" altLang="ko-KR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일 투입</a:t>
            </a:r>
            <a:r>
              <a:rPr lang="en-US" altLang="ko-KR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/ </a:t>
            </a:r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보고 </a:t>
            </a:r>
            <a:r>
              <a:rPr lang="en-US" altLang="ko-KR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D+0</a:t>
            </a:r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일</a:t>
            </a:r>
            <a:r>
              <a:rPr lang="en-US" altLang="ko-KR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당일</a:t>
            </a:r>
            <a:r>
              <a:rPr lang="en-US" altLang="ko-KR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) / </a:t>
            </a:r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공기 위험 선제 </a:t>
            </a:r>
            <a:r>
              <a:rPr lang="ko-KR" altLang="en-US" sz="1477" b="1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대음</a:t>
            </a:r>
            <a:endParaRPr lang="en-US" altLang="ko-KR" sz="1477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A5DD438-6FC6-63D6-E21D-FC7DC5CFF602}"/>
              </a:ext>
            </a:extLst>
          </p:cNvPr>
          <p:cNvGrpSpPr/>
          <p:nvPr/>
        </p:nvGrpSpPr>
        <p:grpSpPr>
          <a:xfrm rot="5400000">
            <a:off x="8797311" y="5774170"/>
            <a:ext cx="208394" cy="127846"/>
            <a:chOff x="7276019" y="4585254"/>
            <a:chExt cx="225760" cy="138500"/>
          </a:xfrm>
          <a:solidFill>
            <a:schemeClr val="bg1"/>
          </a:solidFill>
        </p:grpSpPr>
        <p:sp>
          <p:nvSpPr>
            <p:cNvPr id="16" name="L 도형 15">
              <a:extLst>
                <a:ext uri="{FF2B5EF4-FFF2-40B4-BE49-F238E27FC236}">
                  <a16:creationId xmlns:a16="http://schemas.microsoft.com/office/drawing/2014/main" id="{C826F448-D8FD-70CF-747B-0BDB46E9C13B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276589" y="4584684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7" name="L 도형 16">
              <a:extLst>
                <a:ext uri="{FF2B5EF4-FFF2-40B4-BE49-F238E27FC236}">
                  <a16:creationId xmlns:a16="http://schemas.microsoft.com/office/drawing/2014/main" id="{1E549F56-2DCF-5394-05D2-7B4562FC33CF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362709" y="4584685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330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C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B2CCD2-36AF-C966-BF93-001263C74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4618D4F4-BFBE-A8B8-FCEE-20CB082797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91308"/>
            <a:ext cx="12191999" cy="844061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DFA41C2-D4AB-DED8-5D1B-53186B8A3461}"/>
              </a:ext>
            </a:extLst>
          </p:cNvPr>
          <p:cNvSpPr txBox="1"/>
          <p:nvPr/>
        </p:nvSpPr>
        <p:spPr>
          <a:xfrm>
            <a:off x="652537" y="-499299"/>
            <a:ext cx="2071977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Process – Core AI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B5DEC9C-C285-66EA-1FCE-4BD9BD70FDC9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solidFill>
                  <a:schemeClr val="tx1"/>
                </a:solidFill>
                <a:latin typeface="Montserrat ExtraBold" panose="00000900000000000000" pitchFamily="2" charset="0"/>
              </a:rPr>
              <a:t>3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63287D0A-ABE6-322C-85CD-642FF86EDD3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20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552BCAB-019F-55DB-20E0-9A619B814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6572" y="-436776"/>
            <a:ext cx="1277994" cy="99660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02A5190-E21A-EB3E-55E6-AAFE393E54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7600" y="750798"/>
            <a:ext cx="1406966" cy="112557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911E492-5068-7CAB-BDB4-D044042DB3F2}"/>
              </a:ext>
            </a:extLst>
          </p:cNvPr>
          <p:cNvSpPr/>
          <p:nvPr/>
        </p:nvSpPr>
        <p:spPr>
          <a:xfrm>
            <a:off x="699808" y="372298"/>
            <a:ext cx="10911621" cy="2837871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4CFAD9B-FD42-2161-6ED3-123F2B010A79}"/>
              </a:ext>
            </a:extLst>
          </p:cNvPr>
          <p:cNvSpPr/>
          <p:nvPr/>
        </p:nvSpPr>
        <p:spPr>
          <a:xfrm>
            <a:off x="699808" y="3852917"/>
            <a:ext cx="10911621" cy="2837871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C01BB-6DAF-1A40-0890-49972285E374}"/>
              </a:ext>
            </a:extLst>
          </p:cNvPr>
          <p:cNvSpPr txBox="1"/>
          <p:nvPr/>
        </p:nvSpPr>
        <p:spPr>
          <a:xfrm>
            <a:off x="976996" y="580337"/>
            <a:ext cx="813813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Mapper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B736645A-53FB-865B-8861-AAC57119C3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189" y="7399548"/>
            <a:ext cx="12192000" cy="401216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A9EAD5C-D7FB-01FA-61D2-7C0ED8205A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34" y="11953259"/>
            <a:ext cx="12192000" cy="449753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C9A4DF0-7CF9-E72E-F625-6F99557DB7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439" y="16992345"/>
            <a:ext cx="12192000" cy="465982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49450F8-3BE0-C0B7-C4D3-B23D3A66EEC2}"/>
              </a:ext>
            </a:extLst>
          </p:cNvPr>
          <p:cNvSpPr txBox="1"/>
          <p:nvPr/>
        </p:nvSpPr>
        <p:spPr>
          <a:xfrm>
            <a:off x="925811" y="4079746"/>
            <a:ext cx="2034147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Forecaster &amp; Optimizer</a:t>
            </a:r>
          </a:p>
        </p:txBody>
      </p:sp>
      <p:sp>
        <p:nvSpPr>
          <p:cNvPr id="34" name="직사각형 33">
            <a:hlinkClick r:id="rId9"/>
            <a:extLst>
              <a:ext uri="{FF2B5EF4-FFF2-40B4-BE49-F238E27FC236}">
                <a16:creationId xmlns:a16="http://schemas.microsoft.com/office/drawing/2014/main" id="{F38EC030-805A-F912-BCCF-5FEE6355C84F}"/>
              </a:ext>
            </a:extLst>
          </p:cNvPr>
          <p:cNvSpPr/>
          <p:nvPr/>
        </p:nvSpPr>
        <p:spPr>
          <a:xfrm>
            <a:off x="7280031" y="643072"/>
            <a:ext cx="3904534" cy="2251326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66717C-F699-4563-A050-6C90524BA590}"/>
              </a:ext>
            </a:extLst>
          </p:cNvPr>
          <p:cNvSpPr txBox="1"/>
          <p:nvPr/>
        </p:nvSpPr>
        <p:spPr>
          <a:xfrm>
            <a:off x="8985948" y="1620773"/>
            <a:ext cx="492699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영상</a:t>
            </a:r>
            <a:endParaRPr lang="en-US" altLang="ko-KR" sz="1477" b="1" u="sng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7761C7E-24DB-BEBC-E457-4D50A07D5AA4}"/>
              </a:ext>
            </a:extLst>
          </p:cNvPr>
          <p:cNvSpPr/>
          <p:nvPr/>
        </p:nvSpPr>
        <p:spPr>
          <a:xfrm>
            <a:off x="7280031" y="4079746"/>
            <a:ext cx="3904534" cy="2251326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B49998-EB3F-B90C-057A-2DBDC4A6F83B}"/>
              </a:ext>
            </a:extLst>
          </p:cNvPr>
          <p:cNvSpPr txBox="1"/>
          <p:nvPr/>
        </p:nvSpPr>
        <p:spPr>
          <a:xfrm>
            <a:off x="8985948" y="5057446"/>
            <a:ext cx="492699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77" b="1" u="sng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영상</a:t>
            </a:r>
            <a:endParaRPr lang="en-US" altLang="ko-KR" sz="1477" b="1" u="sng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75140A-2EAE-18C3-757B-A9FBE9F9F3A8}"/>
              </a:ext>
            </a:extLst>
          </p:cNvPr>
          <p:cNvSpPr txBox="1"/>
          <p:nvPr/>
        </p:nvSpPr>
        <p:spPr>
          <a:xfrm>
            <a:off x="939401" y="1614038"/>
            <a:ext cx="6170151" cy="7742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협력사가 작성한 작업 내용의 문맥을 파악하여 의미 기반으로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WBS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에 자동 연결합니다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가 신규 발생 작업에 대해 평균 정확도 약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92%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로 매핑하면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</a:p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사람은 확신도 낮은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8%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의 작업 건만 검토하면 됩니다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."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C4D57F-9F49-B608-A35D-4B7D1AB65CAA}"/>
              </a:ext>
            </a:extLst>
          </p:cNvPr>
          <p:cNvSpPr txBox="1"/>
          <p:nvPr/>
        </p:nvSpPr>
        <p:spPr>
          <a:xfrm>
            <a:off x="939401" y="5179209"/>
            <a:ext cx="6220870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현장의 금일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Productivity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와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Impact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를 기준으로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분면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정상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주의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위험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으로 진단합니다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현장관리자는 별도 분석 작업 없이 위험 항목에 빠르게 조치할 수 있습니다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."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3E028E-2BB8-7325-31C7-FB3004E3172D}"/>
              </a:ext>
            </a:extLst>
          </p:cNvPr>
          <p:cNvSpPr txBox="1"/>
          <p:nvPr/>
        </p:nvSpPr>
        <p:spPr>
          <a:xfrm>
            <a:off x="939401" y="4678660"/>
            <a:ext cx="4225709" cy="4331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15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오늘의 생산성 </a:t>
            </a:r>
            <a:r>
              <a:rPr lang="en-US" altLang="ko-KR" sz="2215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Risk</a:t>
            </a:r>
            <a:r>
              <a:rPr lang="ko-KR" altLang="en-US" sz="2215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는</a:t>
            </a:r>
            <a:r>
              <a:rPr lang="en-US" altLang="ko-KR" sz="2215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? AI</a:t>
            </a:r>
            <a:r>
              <a:rPr lang="ko-KR" altLang="en-US" sz="2215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가 자동 진단</a:t>
            </a:r>
            <a:endParaRPr lang="en-US" altLang="ko-KR" sz="2215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4247C5-DCF2-4F23-7D92-EF03452D64E6}"/>
              </a:ext>
            </a:extLst>
          </p:cNvPr>
          <p:cNvSpPr txBox="1"/>
          <p:nvPr/>
        </p:nvSpPr>
        <p:spPr>
          <a:xfrm>
            <a:off x="939400" y="1110589"/>
            <a:ext cx="4219040" cy="4331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15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작업일보 실적 정보 → </a:t>
            </a:r>
            <a:r>
              <a:rPr lang="en-US" altLang="ko-KR" sz="2215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WBS </a:t>
            </a:r>
            <a:r>
              <a:rPr lang="ko-KR" altLang="en-US" sz="2215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자동 매핑</a:t>
            </a:r>
            <a:endParaRPr lang="en-US" altLang="ko-KR" sz="2215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087BF2-EFA5-09AA-1068-81034870B8DF}"/>
              </a:ext>
            </a:extLst>
          </p:cNvPr>
          <p:cNvSpPr txBox="1"/>
          <p:nvPr/>
        </p:nvSpPr>
        <p:spPr>
          <a:xfrm>
            <a:off x="939401" y="2706909"/>
            <a:ext cx="2373022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사람 </a:t>
            </a:r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1~3 h / 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일 </a:t>
            </a:r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-&gt; AI 10 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분 </a:t>
            </a:r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일</a:t>
            </a:r>
            <a:endParaRPr lang="en-US" altLang="ko-KR" sz="1477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14990A-2FC3-8B10-7B21-DDEED120CD49}"/>
              </a:ext>
            </a:extLst>
          </p:cNvPr>
          <p:cNvSpPr txBox="1"/>
          <p:nvPr/>
        </p:nvSpPr>
        <p:spPr>
          <a:xfrm>
            <a:off x="939401" y="6118498"/>
            <a:ext cx="2917915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D+2~3 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일 사후 인지 </a:t>
            </a:r>
            <a:r>
              <a: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-&gt; D+0 </a:t>
            </a:r>
            <a:r>
              <a:rPr lang="ko-KR" altLang="en-US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당일 진단</a:t>
            </a:r>
            <a:endParaRPr lang="en-US" altLang="ko-KR" sz="1477" b="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870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C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0B8349-2700-9E0E-0758-10B6EC410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21A2BB7A-336A-871C-5B6C-2CEAB54603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91308"/>
            <a:ext cx="12191999" cy="8440615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3AE7A5-8030-7954-EF9C-003E6072C7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5437" y="427266"/>
            <a:ext cx="11726031" cy="886461"/>
          </a:xfrm>
          <a:noFill/>
        </p:spPr>
        <p:txBody>
          <a:bodyPr wrap="none" rtlCol="0">
            <a:spAutoFit/>
          </a:bodyPr>
          <a:lstStyle/>
          <a:p>
            <a:pPr defTabSz="1125444" latinLnBrk="1">
              <a:lnSpc>
                <a:spcPct val="110000"/>
              </a:lnSpc>
            </a:pP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‘Middle Office </a:t>
            </a: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자동화 → 가용 시간 확보 → </a:t>
            </a: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Front Office </a:t>
            </a: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실행력 강화 → 공기 지연 예방</a:t>
            </a: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’</a:t>
            </a:r>
          </a:p>
          <a:p>
            <a:pPr defTabSz="1125444" latinLnBrk="1">
              <a:lnSpc>
                <a:spcPct val="110000"/>
              </a:lnSpc>
            </a:pP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이라는 강력한 성과 선순환 구조를 창출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E157CC-928D-D954-509A-D5BCDC949761}"/>
              </a:ext>
            </a:extLst>
          </p:cNvPr>
          <p:cNvSpPr txBox="1"/>
          <p:nvPr/>
        </p:nvSpPr>
        <p:spPr>
          <a:xfrm>
            <a:off x="652537" y="-499299"/>
            <a:ext cx="932435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Impact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A184642-B88C-1BEC-706D-067A95C62EC5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solidFill>
                  <a:schemeClr val="tx1"/>
                </a:solidFill>
                <a:latin typeface="Montserrat ExtraBold" panose="00000900000000000000" pitchFamily="2" charset="0"/>
              </a:rPr>
              <a:t>4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3909A805-7022-8492-E6A8-EEAE8CB45F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21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6BDD786-31C9-A89A-BA21-A77D0D3E9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6572" y="-436776"/>
            <a:ext cx="1277994" cy="99660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C1F7E6BD-7AF5-CD0F-ED6D-D8FC9393F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7600" y="750798"/>
            <a:ext cx="1406966" cy="112557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2BD76AB-C169-229B-15DE-1C32B0E12B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3092" y="1683988"/>
            <a:ext cx="8487508" cy="11992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60D3E9A-5918-6E46-CDAE-0D6EE4D1AF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3092" y="3253671"/>
            <a:ext cx="8487508" cy="392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08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C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24F87-178C-4F35-FCBB-C0364D704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518675BA-2A21-2E36-0938-F1F27BA2DC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91308"/>
            <a:ext cx="12191999" cy="8440615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77CF8A-42BF-5EFC-CD30-A376F71744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20092" y="361657"/>
            <a:ext cx="4636719" cy="428066"/>
          </a:xfrm>
          <a:noFill/>
        </p:spPr>
        <p:txBody>
          <a:bodyPr wrap="none" rtlCol="0">
            <a:spAutoFit/>
          </a:bodyPr>
          <a:lstStyle/>
          <a:p>
            <a:pPr defTabSz="1125444" latinLnBrk="1">
              <a:lnSpc>
                <a:spcPct val="110000"/>
              </a:lnSpc>
            </a:pP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조직의 변화로 이어지는 확장 가능성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038027-D392-A92D-28FC-9854874E5AE1}"/>
              </a:ext>
            </a:extLst>
          </p:cNvPr>
          <p:cNvSpPr txBox="1"/>
          <p:nvPr/>
        </p:nvSpPr>
        <p:spPr>
          <a:xfrm>
            <a:off x="652537" y="-499299"/>
            <a:ext cx="1282531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Scalability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CCBE254-0F6B-A5F9-F79C-C8F216622896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solidFill>
                  <a:schemeClr val="tx1"/>
                </a:solidFill>
                <a:latin typeface="Montserrat ExtraBold" panose="00000900000000000000" pitchFamily="2" charset="0"/>
              </a:rPr>
              <a:t>5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18404D3C-43C0-9AD1-F2A2-D4F45E99E60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22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D16EAD7-1F51-9983-E052-D93F7ADDB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6572" y="-436776"/>
            <a:ext cx="1277994" cy="99660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05D73ED-7887-5EEA-D261-62052C625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7600" y="750798"/>
            <a:ext cx="1406966" cy="112557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8F4EE0-3218-080F-FB6B-C7B62D9A81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90" y="1876371"/>
            <a:ext cx="11242791" cy="362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80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C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5A4EAB-4753-C94F-E8B1-908A03687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E77E11-1F1B-B4E5-C0C5-D70B964BB0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2924" y="361658"/>
            <a:ext cx="6191054" cy="886461"/>
          </a:xfrm>
          <a:noFill/>
        </p:spPr>
        <p:txBody>
          <a:bodyPr wrap="none" rtlCol="0">
            <a:spAutoFit/>
          </a:bodyPr>
          <a:lstStyle/>
          <a:p>
            <a:pPr defTabSz="1125444" latinLnBrk="1">
              <a:lnSpc>
                <a:spcPct val="110000"/>
              </a:lnSpc>
            </a:pP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CPIA</a:t>
            </a: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는 단순한 자동화 과제가 아닌</a:t>
            </a: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, </a:t>
            </a:r>
          </a:p>
          <a:p>
            <a:pPr defTabSz="1125444" latinLnBrk="1">
              <a:lnSpc>
                <a:spcPct val="110000"/>
              </a:lnSpc>
            </a:pPr>
            <a:r>
              <a:rPr lang="en-US" altLang="ko-KR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SKEP</a:t>
            </a:r>
            <a:r>
              <a:rPr lang="ko-KR" altLang="en-US" sz="27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의 미래 생존을 위한 필수적인 전략적 선택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D1DAD2-6576-ACEC-FEA1-DAAF585B78E4}"/>
              </a:ext>
            </a:extLst>
          </p:cNvPr>
          <p:cNvSpPr txBox="1"/>
          <p:nvPr/>
        </p:nvSpPr>
        <p:spPr>
          <a:xfrm>
            <a:off x="652537" y="-499299"/>
            <a:ext cx="998287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Closing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45289B-5F5E-254B-1BE6-0CAB99D9DE2A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solidFill>
                  <a:schemeClr val="tx1"/>
                </a:solidFill>
                <a:latin typeface="Montserrat ExtraBold" panose="00000900000000000000" pitchFamily="2" charset="0"/>
              </a:rPr>
              <a:t>6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D507D007-D517-0161-70C1-41363530A2E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23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8B078BC-6467-AA2C-3E95-7AC36BEE5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6572" y="-436776"/>
            <a:ext cx="1277994" cy="99660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6975E38-4831-E8C9-EE01-A03597CA3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7600" y="750798"/>
            <a:ext cx="1406966" cy="11255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F39E32-D8DB-1DB4-B73F-EA3671918BA2}"/>
              </a:ext>
            </a:extLst>
          </p:cNvPr>
          <p:cNvSpPr txBox="1"/>
          <p:nvPr/>
        </p:nvSpPr>
        <p:spPr>
          <a:xfrm>
            <a:off x="1240139" y="2551391"/>
            <a:ext cx="9996626" cy="1418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"</a:t>
            </a:r>
            <a:r>
              <a:rPr lang="ko-KR" altLang="en-US" sz="1723" b="1" i="1" dirty="0">
                <a:solidFill>
                  <a:srgbClr val="DADADA"/>
                </a:solidFill>
                <a:latin typeface="??"/>
              </a:rPr>
              <a:t>첫째 </a:t>
            </a:r>
            <a:r>
              <a:rPr lang="en-US" altLang="ko-KR" sz="1723" b="1" i="1" dirty="0">
                <a:solidFill>
                  <a:srgbClr val="DADADA"/>
                </a:solidFill>
                <a:latin typeface="??"/>
              </a:rPr>
              <a:t>— </a:t>
            </a:r>
            <a:r>
              <a:rPr lang="ko-KR" altLang="en-US" sz="1723" b="1" i="1" dirty="0">
                <a:solidFill>
                  <a:srgbClr val="DADADA"/>
                </a:solidFill>
                <a:latin typeface="??"/>
              </a:rPr>
              <a:t>실증적 </a:t>
            </a:r>
            <a:r>
              <a:rPr lang="en-US" altLang="ko-KR" sz="1723" b="1" i="1" dirty="0">
                <a:solidFill>
                  <a:srgbClr val="DADADA"/>
                </a:solidFill>
                <a:latin typeface="??"/>
              </a:rPr>
              <a:t>Bottleneck </a:t>
            </a:r>
            <a:r>
              <a:rPr lang="ko-KR" altLang="en-US" sz="1723" b="1" i="1" dirty="0">
                <a:solidFill>
                  <a:srgbClr val="DADADA"/>
                </a:solidFill>
                <a:latin typeface="??"/>
              </a:rPr>
              <a:t>식별</a:t>
            </a:r>
            <a:r>
              <a:rPr lang="en-US" altLang="ko-KR" sz="1723" b="1" i="1" dirty="0">
                <a:solidFill>
                  <a:srgbClr val="DADADA"/>
                </a:solidFill>
                <a:latin typeface="??"/>
              </a:rPr>
              <a:t>.</a:t>
            </a:r>
            <a:r>
              <a:rPr lang="ko-KR" altLang="en-US" sz="1723" i="1" dirty="0">
                <a:solidFill>
                  <a:srgbClr val="DADADA"/>
                </a:solidFill>
                <a:latin typeface="??"/>
              </a:rPr>
              <a:t> 추정이 아닌 측정으로 </a:t>
            </a: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Middle Office</a:t>
            </a:r>
            <a:r>
              <a:rPr lang="ko-KR" altLang="en-US" sz="1723" i="1" dirty="0">
                <a:solidFill>
                  <a:srgbClr val="DADADA"/>
                </a:solidFill>
                <a:latin typeface="??"/>
              </a:rPr>
              <a:t>의 비효율을 명확히 규명했습니다</a:t>
            </a: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.“</a:t>
            </a:r>
          </a:p>
          <a:p>
            <a:pPr algn="l">
              <a:buNone/>
            </a:pPr>
            <a:endParaRPr lang="ko-KR" altLang="en-US" sz="1723" dirty="0">
              <a:solidFill>
                <a:srgbClr val="DADADA"/>
              </a:solidFill>
              <a:latin typeface="??"/>
            </a:endParaRPr>
          </a:p>
          <a:p>
            <a:pPr algn="l">
              <a:buNone/>
            </a:pP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"</a:t>
            </a:r>
            <a:r>
              <a:rPr lang="ko-KR" altLang="en-US" sz="1723" b="1" i="1" dirty="0">
                <a:solidFill>
                  <a:srgbClr val="DADADA"/>
                </a:solidFill>
                <a:latin typeface="??"/>
              </a:rPr>
              <a:t>둘째 </a:t>
            </a:r>
            <a:r>
              <a:rPr lang="en-US" altLang="ko-KR" sz="1723" b="1" i="1" dirty="0">
                <a:solidFill>
                  <a:srgbClr val="DADADA"/>
                </a:solidFill>
                <a:latin typeface="??"/>
              </a:rPr>
              <a:t>— Operational Shift.</a:t>
            </a:r>
            <a:r>
              <a:rPr lang="ko-KR" altLang="en-US" sz="1723" i="1" dirty="0">
                <a:solidFill>
                  <a:srgbClr val="DADADA"/>
                </a:solidFill>
                <a:latin typeface="??"/>
              </a:rPr>
              <a:t> </a:t>
            </a: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AI</a:t>
            </a:r>
            <a:r>
              <a:rPr lang="ko-KR" altLang="en-US" sz="1723" i="1" dirty="0">
                <a:solidFill>
                  <a:srgbClr val="DADADA"/>
                </a:solidFill>
                <a:latin typeface="??"/>
              </a:rPr>
              <a:t>로 확보한 </a:t>
            </a:r>
            <a:r>
              <a:rPr lang="en-US" altLang="ko-KR" sz="1723" b="1" i="1" dirty="0">
                <a:solidFill>
                  <a:srgbClr val="DADADA"/>
                </a:solidFill>
                <a:latin typeface="??"/>
              </a:rPr>
              <a:t>15.4</a:t>
            </a:r>
            <a:r>
              <a:rPr lang="ko-KR" altLang="en-US" sz="1723" b="1" i="1" dirty="0">
                <a:solidFill>
                  <a:srgbClr val="DADADA"/>
                </a:solidFill>
                <a:latin typeface="??"/>
              </a:rPr>
              <a:t>명의 </a:t>
            </a:r>
            <a:r>
              <a:rPr lang="en-US" altLang="ko-KR" sz="1723" b="1" i="1" dirty="0">
                <a:solidFill>
                  <a:srgbClr val="DADADA"/>
                </a:solidFill>
                <a:latin typeface="??"/>
              </a:rPr>
              <a:t>FTE</a:t>
            </a:r>
            <a:r>
              <a:rPr lang="ko-KR" altLang="en-US" sz="1723" i="1" dirty="0">
                <a:solidFill>
                  <a:srgbClr val="DADADA"/>
                </a:solidFill>
                <a:latin typeface="??"/>
              </a:rPr>
              <a:t>를 </a:t>
            </a: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Front Office</a:t>
            </a:r>
            <a:r>
              <a:rPr lang="ko-KR" altLang="en-US" sz="1723" i="1" dirty="0">
                <a:solidFill>
                  <a:srgbClr val="DADADA"/>
                </a:solidFill>
                <a:latin typeface="??"/>
              </a:rPr>
              <a:t>로 재배치하여 현장 실행력을 혁신했습니다</a:t>
            </a: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.“</a:t>
            </a:r>
          </a:p>
          <a:p>
            <a:pPr algn="l">
              <a:buNone/>
            </a:pPr>
            <a:endParaRPr lang="ko-KR" altLang="en-US" sz="1723" dirty="0">
              <a:solidFill>
                <a:srgbClr val="DADADA"/>
              </a:solidFill>
              <a:latin typeface="??"/>
            </a:endParaRPr>
          </a:p>
          <a:p>
            <a:pPr algn="l">
              <a:buNone/>
            </a:pP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"</a:t>
            </a:r>
            <a:r>
              <a:rPr lang="ko-KR" altLang="en-US" sz="1723" b="1" i="1" dirty="0">
                <a:solidFill>
                  <a:srgbClr val="DADADA"/>
                </a:solidFill>
                <a:latin typeface="??"/>
              </a:rPr>
              <a:t>셋째 </a:t>
            </a:r>
            <a:r>
              <a:rPr lang="en-US" altLang="ko-KR" sz="1723" b="1" i="1" dirty="0">
                <a:solidFill>
                  <a:srgbClr val="DADADA"/>
                </a:solidFill>
                <a:latin typeface="??"/>
              </a:rPr>
              <a:t>— </a:t>
            </a:r>
            <a:r>
              <a:rPr lang="ko-KR" altLang="en-US" sz="1723" b="1" i="1" dirty="0">
                <a:solidFill>
                  <a:srgbClr val="DADADA"/>
                </a:solidFill>
                <a:latin typeface="??"/>
              </a:rPr>
              <a:t>지식 자산의 누적</a:t>
            </a:r>
            <a:r>
              <a:rPr lang="en-US" altLang="ko-KR" sz="1723" b="1" i="1" dirty="0">
                <a:solidFill>
                  <a:srgbClr val="DADADA"/>
                </a:solidFill>
                <a:latin typeface="??"/>
              </a:rPr>
              <a:t>.</a:t>
            </a:r>
            <a:r>
              <a:rPr lang="ko-KR" altLang="en-US" sz="1723" i="1" dirty="0">
                <a:solidFill>
                  <a:srgbClr val="DADADA"/>
                </a:solidFill>
                <a:latin typeface="??"/>
              </a:rPr>
              <a:t> 외부 솔루션이 넘볼 수 없는 </a:t>
            </a: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SKEP </a:t>
            </a:r>
            <a:r>
              <a:rPr lang="ko-KR" altLang="en-US" sz="1723" i="1" dirty="0">
                <a:solidFill>
                  <a:srgbClr val="DADADA"/>
                </a:solidFill>
                <a:latin typeface="??"/>
              </a:rPr>
              <a:t>고유의 지능형 플랫폼을 구축합니다</a:t>
            </a:r>
            <a:r>
              <a:rPr lang="en-US" altLang="ko-KR" sz="1723" i="1" dirty="0">
                <a:solidFill>
                  <a:srgbClr val="DADADA"/>
                </a:solidFill>
                <a:latin typeface="??"/>
              </a:rPr>
              <a:t>."</a:t>
            </a:r>
            <a:endParaRPr lang="ko-KR" altLang="en-US" sz="1723" dirty="0">
              <a:solidFill>
                <a:srgbClr val="DADADA"/>
              </a:solidFill>
              <a:latin typeface="??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984497-19E0-9C0A-DD36-E0E6E17FB5E8}"/>
              </a:ext>
            </a:extLst>
          </p:cNvPr>
          <p:cNvSpPr txBox="1"/>
          <p:nvPr/>
        </p:nvSpPr>
        <p:spPr>
          <a:xfrm>
            <a:off x="1156806" y="4905114"/>
            <a:ext cx="9988952" cy="389209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>
            <a:lvl1pPr indent="0" algn="ctr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ko-KR" altLang="en-US" sz="2200" b="1" spc="-60" baseline="0" dirty="0" smtClean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130969" indent="0" defTabSz="685800" latinLnBrk="0">
              <a:spcBef>
                <a:spcPts val="0"/>
              </a:spcBef>
              <a:buFont typeface="Arial" panose="020B0604020202020204" pitchFamily="34" charset="0"/>
              <a:buNone/>
              <a:defRPr sz="135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defTabSz="685800" latinLnBrk="0">
              <a:spcBef>
                <a:spcPts val="0"/>
              </a:spcBef>
              <a:buFont typeface="바탕" panose="02030600000101010101" pitchFamily="18" charset="-127"/>
              <a:buChar char="∙"/>
              <a:defRPr sz="135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defTabSz="6858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defTabSz="6858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1500"/>
            </a:lvl6pPr>
            <a:lvl7pPr marL="2228850" indent="-17145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1500"/>
            </a:lvl7pPr>
            <a:lvl8pPr marL="2571750" indent="-17145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1500"/>
            </a:lvl8pPr>
            <a:lvl9pPr marL="2914650" indent="-17145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1500"/>
            </a:lvl9pPr>
          </a:lstStyle>
          <a:p>
            <a:r>
              <a:rPr lang="ko-KR" altLang="en-US" sz="2462" dirty="0"/>
              <a:t>이 세 변화가 합쳐 </a:t>
            </a:r>
            <a:r>
              <a:rPr lang="en-US" altLang="ko-KR" sz="2462" dirty="0"/>
              <a:t>SKEP</a:t>
            </a:r>
            <a:r>
              <a:rPr lang="ko-KR" altLang="en-US" sz="2462" dirty="0"/>
              <a:t>의 본원 경쟁력 </a:t>
            </a:r>
            <a:r>
              <a:rPr lang="en-US" altLang="ko-KR" sz="2462" dirty="0"/>
              <a:t>— Faster Time to Yield</a:t>
            </a:r>
            <a:r>
              <a:rPr lang="ko-KR" altLang="en-US" sz="2462" dirty="0"/>
              <a:t> </a:t>
            </a:r>
            <a:r>
              <a:rPr lang="en-US" altLang="ko-KR" sz="2462" dirty="0"/>
              <a:t>— </a:t>
            </a:r>
            <a:r>
              <a:rPr lang="ko-KR" altLang="en-US" sz="2462" dirty="0"/>
              <a:t>가 강화됩니다</a:t>
            </a:r>
            <a:r>
              <a:rPr lang="en-US" altLang="ko-KR" sz="2462" dirty="0"/>
              <a:t>.</a:t>
            </a:r>
            <a:endParaRPr lang="ko-KR" altLang="en-US" sz="2462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0EFF1C-538A-7F30-1B20-FA2F02DCEE6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49"/>
          <a:stretch>
            <a:fillRect/>
          </a:stretch>
        </p:blipFill>
        <p:spPr>
          <a:xfrm>
            <a:off x="0" y="-791308"/>
            <a:ext cx="12192000" cy="844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2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C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F124EB-1C12-137A-91EB-7D16BF4D0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702A9A-BC70-8079-9626-A759F6B19E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E6AFDB4-A214-7726-6ADC-CA456E13F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61" y="1338263"/>
            <a:ext cx="3931557" cy="245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24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C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DC4273-AA26-E2C9-400B-F523DC232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그림 103">
            <a:extLst>
              <a:ext uri="{FF2B5EF4-FFF2-40B4-BE49-F238E27FC236}">
                <a16:creationId xmlns:a16="http://schemas.microsoft.com/office/drawing/2014/main" id="{7851106D-15B9-6495-0A86-5C40988DD0B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49"/>
          <a:stretch>
            <a:fillRect/>
          </a:stretch>
        </p:blipFill>
        <p:spPr>
          <a:xfrm>
            <a:off x="23446" y="-791308"/>
            <a:ext cx="12192000" cy="8440615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A9C450-A36C-8C75-13D8-6912D6B885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14744" y="361658"/>
            <a:ext cx="6247415" cy="389209"/>
          </a:xfrm>
          <a:noFill/>
        </p:spPr>
        <p:txBody>
          <a:bodyPr wrap="none" rtlCol="0">
            <a:spAutoFit/>
          </a:bodyPr>
          <a:lstStyle/>
          <a:p>
            <a:pPr defTabSz="1125444" latinLnBrk="1">
              <a:lnSpc>
                <a:spcPct val="110000"/>
              </a:lnSpc>
            </a:pP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질문의 전환과 목표 수준의 재설계가 만든 본질적 혁신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60C2C1-6B72-4ABB-1198-28FE8F6192B8}"/>
              </a:ext>
            </a:extLst>
          </p:cNvPr>
          <p:cNvSpPr txBox="1"/>
          <p:nvPr/>
        </p:nvSpPr>
        <p:spPr>
          <a:xfrm>
            <a:off x="652537" y="-499299"/>
            <a:ext cx="425501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///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4247ABD-789A-7D3F-06EF-1A3E2B634546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solidFill>
                  <a:schemeClr val="tx1"/>
                </a:solidFill>
                <a:latin typeface="Montserrat ExtraBold" panose="00000900000000000000" pitchFamily="2" charset="0"/>
              </a:rPr>
              <a:t>1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6B695350-8D59-EB78-0231-1C1BEADFD7D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25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94EFFE2-B0A7-AF21-84A9-9D7DD0273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6572" y="-436776"/>
            <a:ext cx="1277994" cy="996601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98F26C54-61CE-FCBF-ACAA-43D4578BFF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3295" y="811807"/>
            <a:ext cx="1406966" cy="1125573"/>
          </a:xfrm>
          <a:prstGeom prst="rect">
            <a:avLst/>
          </a:prstGeom>
        </p:spPr>
      </p:pic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D5CDF1C0-625D-6A65-ED05-AC6B837EBADE}"/>
              </a:ext>
            </a:extLst>
          </p:cNvPr>
          <p:cNvGrpSpPr/>
          <p:nvPr/>
        </p:nvGrpSpPr>
        <p:grpSpPr>
          <a:xfrm>
            <a:off x="-58614" y="1186692"/>
            <a:ext cx="12274060" cy="5612654"/>
            <a:chOff x="-47624" y="1607124"/>
            <a:chExt cx="9972674" cy="4964144"/>
          </a:xfrm>
        </p:grpSpPr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C4F31866-8D1D-50A8-0296-6425ED430DF3}"/>
                </a:ext>
              </a:extLst>
            </p:cNvPr>
            <p:cNvCxnSpPr/>
            <p:nvPr/>
          </p:nvCxnSpPr>
          <p:spPr>
            <a:xfrm flipV="1">
              <a:off x="839104" y="1940931"/>
              <a:ext cx="3249129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D4CFC2BB-A23A-3B1C-26CB-620753FCA6BF}"/>
                </a:ext>
              </a:extLst>
            </p:cNvPr>
            <p:cNvCxnSpPr/>
            <p:nvPr/>
          </p:nvCxnSpPr>
          <p:spPr>
            <a:xfrm flipV="1">
              <a:off x="6084046" y="1940931"/>
              <a:ext cx="3249129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화살표: 오른쪽 65">
              <a:extLst>
                <a:ext uri="{FF2B5EF4-FFF2-40B4-BE49-F238E27FC236}">
                  <a16:creationId xmlns:a16="http://schemas.microsoft.com/office/drawing/2014/main" id="{E6E6F821-57B9-1D84-20A3-120DB9AC0AA4}"/>
                </a:ext>
              </a:extLst>
            </p:cNvPr>
            <p:cNvSpPr/>
            <p:nvPr/>
          </p:nvSpPr>
          <p:spPr>
            <a:xfrm rot="5400000">
              <a:off x="3222749" y="3861448"/>
              <a:ext cx="3790188" cy="678602"/>
            </a:xfrm>
            <a:prstGeom prst="rightArrow">
              <a:avLst>
                <a:gd name="adj1" fmla="val 50000"/>
                <a:gd name="adj2" fmla="val 38771"/>
              </a:avLst>
            </a:prstGeom>
            <a:gradFill>
              <a:gsLst>
                <a:gs pos="0">
                  <a:schemeClr val="bg1"/>
                </a:gs>
                <a:gs pos="86000">
                  <a:srgbClr val="A6A6A6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15">
                <a:solidFill>
                  <a:schemeClr val="bg1"/>
                </a:solidFill>
              </a:endParaRP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EAE19157-2D6C-A28D-6F4A-7CCA78C0ED6C}"/>
                </a:ext>
              </a:extLst>
            </p:cNvPr>
            <p:cNvSpPr/>
            <p:nvPr/>
          </p:nvSpPr>
          <p:spPr>
            <a:xfrm>
              <a:off x="4420930" y="1994345"/>
              <a:ext cx="1368940" cy="521726"/>
            </a:xfrm>
            <a:prstGeom prst="roundRect">
              <a:avLst>
                <a:gd name="adj" fmla="val 12921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77" b="1" dirty="0">
                  <a:solidFill>
                    <a:schemeClr val="tx1"/>
                  </a:solidFill>
                </a:rPr>
                <a:t>입체적 </a:t>
              </a:r>
              <a:endParaRPr lang="en-US" altLang="ko-KR" sz="1477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477" b="1" dirty="0">
                  <a:solidFill>
                    <a:schemeClr val="tx1"/>
                  </a:solidFill>
                </a:rPr>
                <a:t>Location </a:t>
              </a:r>
              <a:r>
                <a:rPr lang="ko-KR" altLang="en-US" sz="1477" b="1" dirty="0">
                  <a:solidFill>
                    <a:schemeClr val="tx1"/>
                  </a:solidFill>
                </a:rPr>
                <a:t>파악</a:t>
              </a:r>
              <a:endParaRPr lang="en-US" sz="1477" b="1" dirty="0">
                <a:solidFill>
                  <a:schemeClr val="tx1"/>
                </a:solidFill>
              </a:endParaRPr>
            </a:p>
          </p:txBody>
        </p:sp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ADDAC440-D77E-B2A6-F9CC-15B04CA5E13A}"/>
                </a:ext>
              </a:extLst>
            </p:cNvPr>
            <p:cNvSpPr/>
            <p:nvPr/>
          </p:nvSpPr>
          <p:spPr>
            <a:xfrm>
              <a:off x="4420930" y="2779695"/>
              <a:ext cx="1368940" cy="521726"/>
            </a:xfrm>
            <a:prstGeom prst="roundRect">
              <a:avLst>
                <a:gd name="adj" fmla="val 12921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77" b="1" dirty="0">
                  <a:solidFill>
                    <a:schemeClr val="tx1"/>
                  </a:solidFill>
                </a:rPr>
                <a:t>KFS </a:t>
              </a:r>
              <a:r>
                <a:rPr lang="ko-KR" altLang="en-US" sz="1477" b="1" dirty="0">
                  <a:solidFill>
                    <a:schemeClr val="tx1"/>
                  </a:solidFill>
                </a:rPr>
                <a:t>추출</a:t>
              </a:r>
              <a:endParaRPr lang="en-US" sz="1477" b="1" dirty="0">
                <a:solidFill>
                  <a:schemeClr val="tx1"/>
                </a:solidFill>
              </a:endParaRPr>
            </a:p>
          </p:txBody>
        </p: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534DFB52-21B8-5E84-9DA2-B8883C5B41BF}"/>
                </a:ext>
              </a:extLst>
            </p:cNvPr>
            <p:cNvSpPr/>
            <p:nvPr/>
          </p:nvSpPr>
          <p:spPr>
            <a:xfrm>
              <a:off x="4420930" y="3564905"/>
              <a:ext cx="1368940" cy="521726"/>
            </a:xfrm>
            <a:prstGeom prst="roundRect">
              <a:avLst>
                <a:gd name="adj" fmla="val 12921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77" b="1">
                  <a:solidFill>
                    <a:schemeClr val="tx1"/>
                  </a:solidFill>
                </a:rPr>
                <a:t>목표 수준 설정</a:t>
              </a:r>
              <a:endParaRPr lang="en-US" sz="1477" b="1" dirty="0">
                <a:solidFill>
                  <a:schemeClr val="tx1"/>
                </a:solidFill>
              </a:endParaRPr>
            </a:p>
          </p:txBody>
        </p:sp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25C9A7E5-0B24-902A-0C31-F5A0E32D2AF0}"/>
                </a:ext>
              </a:extLst>
            </p:cNvPr>
            <p:cNvSpPr/>
            <p:nvPr/>
          </p:nvSpPr>
          <p:spPr>
            <a:xfrm>
              <a:off x="4420930" y="4350114"/>
              <a:ext cx="1368940" cy="521726"/>
            </a:xfrm>
            <a:prstGeom prst="roundRect">
              <a:avLst>
                <a:gd name="adj" fmla="val 12921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77" b="1">
                  <a:solidFill>
                    <a:schemeClr val="tx1"/>
                  </a:solidFill>
                </a:rPr>
                <a:t>장애요인 도출</a:t>
              </a:r>
              <a:endParaRPr lang="en-US" sz="1477" b="1" dirty="0">
                <a:solidFill>
                  <a:schemeClr val="tx1"/>
                </a:solidFill>
              </a:endParaRP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B9FB7997-5314-53F7-A987-69BD6F06ACB8}"/>
                </a:ext>
              </a:extLst>
            </p:cNvPr>
            <p:cNvSpPr/>
            <p:nvPr/>
          </p:nvSpPr>
          <p:spPr>
            <a:xfrm>
              <a:off x="4420930" y="5135323"/>
              <a:ext cx="1368940" cy="521726"/>
            </a:xfrm>
            <a:prstGeom prst="roundRect">
              <a:avLst>
                <a:gd name="adj" fmla="val 12921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77" b="1" dirty="0">
                  <a:solidFill>
                    <a:schemeClr val="tx1"/>
                  </a:solidFill>
                </a:rPr>
                <a:t>장애요인 제거 방안</a:t>
              </a:r>
              <a:endParaRPr lang="en-US" altLang="ko-KR" sz="1477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77" b="1" dirty="0">
                  <a:solidFill>
                    <a:schemeClr val="tx1"/>
                  </a:solidFill>
                </a:rPr>
                <a:t>수립 및 실행</a:t>
              </a:r>
              <a:endParaRPr lang="en-US" sz="1477" b="1" dirty="0">
                <a:solidFill>
                  <a:schemeClr val="tx1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26A2168-AC04-C6BA-CCA2-42A12DD96A93}"/>
                </a:ext>
              </a:extLst>
            </p:cNvPr>
            <p:cNvSpPr txBox="1"/>
            <p:nvPr/>
          </p:nvSpPr>
          <p:spPr>
            <a:xfrm>
              <a:off x="877628" y="1607124"/>
              <a:ext cx="3249129" cy="281742"/>
            </a:xfrm>
            <a:prstGeom prst="rect">
              <a:avLst/>
            </a:prstGeom>
            <a:noFill/>
          </p:spPr>
          <p:txBody>
            <a:bodyPr wrap="square" lIns="0" bIns="0" rtlCol="0">
              <a:spAutoFit/>
            </a:bodyPr>
            <a:lstStyle>
              <a:defPPr>
                <a:defRPr lang="ko-KR"/>
              </a:defPPr>
              <a:lvl1pPr indent="0" algn="r">
                <a:lnSpc>
                  <a:spcPct val="110000"/>
                </a:lnSpc>
                <a:buFont typeface="Wingdings" panose="05000000000000000000" pitchFamily="2" charset="2"/>
                <a:buNone/>
                <a:defRPr sz="1600" spc="-8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723" spc="-74" dirty="0">
                  <a:solidFill>
                    <a:schemeClr val="bg1"/>
                  </a:solidFill>
                </a:rPr>
                <a:t>전략적 문제의식</a:t>
              </a:r>
              <a:r>
                <a:rPr lang="en-US" altLang="ko-KR" sz="1723" spc="-74" dirty="0">
                  <a:solidFill>
                    <a:schemeClr val="bg1"/>
                  </a:solidFill>
                </a:rPr>
                <a:t> (Why?)</a:t>
              </a:r>
              <a:endParaRPr lang="en-US" sz="1477" dirty="0">
                <a:solidFill>
                  <a:schemeClr val="bg1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9142024-6F8E-9189-0037-9F1CF4864E22}"/>
                </a:ext>
              </a:extLst>
            </p:cNvPr>
            <p:cNvSpPr txBox="1"/>
            <p:nvPr/>
          </p:nvSpPr>
          <p:spPr>
            <a:xfrm>
              <a:off x="6084045" y="1607124"/>
              <a:ext cx="3249129" cy="281742"/>
            </a:xfrm>
            <a:prstGeom prst="rect">
              <a:avLst/>
            </a:prstGeom>
            <a:noFill/>
          </p:spPr>
          <p:txBody>
            <a:bodyPr wrap="square" lIns="0" bIns="0" rtlCol="0">
              <a:spAutoFit/>
            </a:bodyPr>
            <a:lstStyle>
              <a:defPPr>
                <a:defRPr lang="ko-KR"/>
              </a:defPPr>
              <a:lvl1pPr indent="0" algn="r">
                <a:lnSpc>
                  <a:spcPct val="110000"/>
                </a:lnSpc>
                <a:buFont typeface="Wingdings" panose="05000000000000000000" pitchFamily="2" charset="2"/>
                <a:buNone/>
                <a:defRPr sz="1600" spc="-8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pPr algn="l"/>
              <a:r>
                <a:rPr lang="ko-KR" altLang="en-US" sz="1723" spc="-74" dirty="0">
                  <a:solidFill>
                    <a:schemeClr val="bg1"/>
                  </a:solidFill>
                </a:rPr>
                <a:t>실전 전략 </a:t>
              </a:r>
              <a:r>
                <a:rPr lang="en-US" altLang="ko-KR" sz="1723" spc="-74" dirty="0">
                  <a:solidFill>
                    <a:schemeClr val="bg1"/>
                  </a:solidFill>
                </a:rPr>
                <a:t>(What?)</a:t>
              </a:r>
              <a:r>
                <a:rPr lang="ko-KR" altLang="en-US" sz="1723" spc="-74" dirty="0">
                  <a:solidFill>
                    <a:schemeClr val="bg1"/>
                  </a:solidFill>
                </a:rPr>
                <a:t> </a:t>
              </a:r>
              <a:r>
                <a:rPr lang="en-US" altLang="ko-KR" sz="1477" spc="-74" dirty="0">
                  <a:solidFill>
                    <a:schemeClr val="bg1"/>
                  </a:solidFill>
                </a:rPr>
                <a:t>(</a:t>
              </a:r>
              <a:r>
                <a:rPr lang="ko-KR" altLang="en-US" sz="1477" spc="-74" dirty="0">
                  <a:solidFill>
                    <a:schemeClr val="bg1"/>
                  </a:solidFill>
                </a:rPr>
                <a:t>장동현 부회장님</a:t>
              </a:r>
              <a:r>
                <a:rPr lang="en-US" altLang="ko-KR" sz="1477" spc="-74" dirty="0">
                  <a:solidFill>
                    <a:schemeClr val="bg1"/>
                  </a:solidFill>
                </a:rPr>
                <a:t>)</a:t>
              </a:r>
              <a:endParaRPr lang="en-US" sz="1477" dirty="0">
                <a:solidFill>
                  <a:schemeClr val="bg1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729DD8B-34ED-7C41-5042-00ACD9A9FE0B}"/>
                </a:ext>
              </a:extLst>
            </p:cNvPr>
            <p:cNvSpPr txBox="1"/>
            <p:nvPr/>
          </p:nvSpPr>
          <p:spPr>
            <a:xfrm>
              <a:off x="3132181" y="6145365"/>
              <a:ext cx="3971323" cy="4259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indent="0" algn="r">
                <a:lnSpc>
                  <a:spcPct val="110000"/>
                </a:lnSpc>
                <a:buFont typeface="Wingdings" panose="05000000000000000000" pitchFamily="2" charset="2"/>
                <a:buNone/>
                <a:defRPr sz="1600" spc="-8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pPr algn="ctr"/>
              <a:r>
                <a:rPr lang="ko-KR" altLang="en-US" sz="2462" dirty="0">
                  <a:solidFill>
                    <a:schemeClr val="bg1"/>
                  </a:solidFill>
                </a:rPr>
                <a:t>반도체 </a:t>
              </a:r>
              <a:r>
                <a:rPr lang="en-US" altLang="ko-KR" sz="2462" dirty="0">
                  <a:solidFill>
                    <a:schemeClr val="bg1"/>
                  </a:solidFill>
                </a:rPr>
                <a:t>FAB </a:t>
              </a:r>
              <a:r>
                <a:rPr lang="ko-KR" altLang="en-US" sz="2462" dirty="0">
                  <a:solidFill>
                    <a:schemeClr val="bg1"/>
                  </a:solidFill>
                </a:rPr>
                <a:t>공사기간 </a:t>
              </a:r>
              <a:r>
                <a:rPr lang="en-US" altLang="ko-KR" sz="2462" dirty="0">
                  <a:solidFill>
                    <a:schemeClr val="bg1"/>
                  </a:solidFill>
                </a:rPr>
                <a:t>30%</a:t>
              </a:r>
              <a:r>
                <a:rPr lang="ko-KR" altLang="en-US" sz="2462" dirty="0">
                  <a:solidFill>
                    <a:schemeClr val="bg1"/>
                  </a:solidFill>
                </a:rPr>
                <a:t> 압도적 단축</a:t>
              </a:r>
              <a:r>
                <a:rPr lang="en-US" altLang="ko-KR" sz="2462" dirty="0">
                  <a:solidFill>
                    <a:schemeClr val="bg1"/>
                  </a:solidFill>
                </a:rPr>
                <a:t>  </a:t>
              </a:r>
              <a:r>
                <a:rPr lang="ko-KR" altLang="en-US" sz="2462" dirty="0">
                  <a:solidFill>
                    <a:schemeClr val="bg1"/>
                  </a:solidFill>
                </a:rPr>
                <a:t> </a:t>
              </a:r>
              <a:endParaRPr lang="en-US" sz="2462" dirty="0">
                <a:solidFill>
                  <a:schemeClr val="bg1"/>
                </a:solidFill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83EFC3F-C23A-376D-2331-4B066862CB32}"/>
                </a:ext>
              </a:extLst>
            </p:cNvPr>
            <p:cNvSpPr txBox="1"/>
            <p:nvPr/>
          </p:nvSpPr>
          <p:spPr>
            <a:xfrm>
              <a:off x="886024" y="1968756"/>
              <a:ext cx="3202209" cy="559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indent="0" algn="ctr">
                <a:lnSpc>
                  <a:spcPct val="120000"/>
                </a:lnSpc>
                <a:buFont typeface="Arial" panose="020B0604020202020204" pitchFamily="34" charset="0"/>
                <a:buNone/>
                <a:defRPr sz="1200"/>
              </a:lvl1pPr>
            </a:lstStyle>
            <a:p>
              <a:pPr algn="r">
                <a:lnSpc>
                  <a:spcPct val="130000"/>
                </a:lnSpc>
              </a:pPr>
              <a:r>
                <a:rPr lang="ko-KR" altLang="en-US" sz="1477" b="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부분 최적화의 함정</a:t>
              </a:r>
              <a:endPara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r">
                <a:lnSpc>
                  <a:spcPct val="130000"/>
                </a:lnSpc>
              </a:pPr>
              <a:r>
                <a:rPr lang="en-US" altLang="ko-KR" sz="1354" dirty="0">
                  <a:solidFill>
                    <a:schemeClr val="bg1">
                      <a:lumMod val="75000"/>
                    </a:schemeClr>
                  </a:solidFill>
                </a:rPr>
                <a:t>GM</a:t>
              </a:r>
              <a:r>
                <a:rPr lang="ko-KR" altLang="en-US" sz="1354" dirty="0">
                  <a:solidFill>
                    <a:schemeClr val="bg1">
                      <a:lumMod val="75000"/>
                    </a:schemeClr>
                  </a:solidFill>
                </a:rPr>
                <a:t>社 부서 이기주의</a:t>
              </a:r>
              <a:r>
                <a:rPr lang="en-US" altLang="ko-KR" sz="1354" dirty="0">
                  <a:solidFill>
                    <a:schemeClr val="bg1">
                      <a:lumMod val="75000"/>
                    </a:schemeClr>
                  </a:solidFill>
                </a:rPr>
                <a:t> </a:t>
              </a:r>
              <a:r>
                <a:rPr lang="ko-KR" altLang="en-US" sz="1354" dirty="0">
                  <a:solidFill>
                    <a:schemeClr val="bg1">
                      <a:lumMod val="75000"/>
                    </a:schemeClr>
                  </a:solidFill>
                </a:rPr>
                <a:t>→ 누더기 제품</a:t>
              </a:r>
              <a:r>
                <a:rPr lang="en-US" altLang="ko-KR" sz="1354" dirty="0">
                  <a:solidFill>
                    <a:schemeClr val="bg1">
                      <a:lumMod val="75000"/>
                    </a:schemeClr>
                  </a:solidFill>
                </a:rPr>
                <a:t> </a:t>
              </a:r>
              <a:r>
                <a:rPr lang="ko-KR" altLang="en-US" sz="1354" dirty="0">
                  <a:solidFill>
                    <a:schemeClr val="bg1">
                      <a:lumMod val="75000"/>
                    </a:schemeClr>
                  </a:solidFill>
                </a:rPr>
                <a:t>→ 파산</a:t>
              </a:r>
              <a:endParaRPr lang="en-US" altLang="ko-KR" sz="1354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0431A89-79C2-72D7-A45E-1BBE880B5676}"/>
                </a:ext>
              </a:extLst>
            </p:cNvPr>
            <p:cNvSpPr txBox="1"/>
            <p:nvPr/>
          </p:nvSpPr>
          <p:spPr>
            <a:xfrm>
              <a:off x="6007181" y="1968756"/>
              <a:ext cx="3673261" cy="560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lnSpc>
                  <a:spcPct val="140000"/>
                </a:lnSpc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ko-KR" altLang="en-US" sz="1477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파편화된 과제</a:t>
              </a:r>
              <a:r>
                <a:rPr lang="en-US" altLang="ko-KR" sz="1477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477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직시</a:t>
              </a:r>
              <a:br>
                <a:rPr lang="en-US" altLang="ko-KR" sz="1477" dirty="0">
                  <a:solidFill>
                    <a:schemeClr val="bg1"/>
                  </a:solidFill>
                </a:rPr>
              </a:br>
              <a:r>
                <a:rPr lang="ko-KR" altLang="en-US" sz="1354" dirty="0">
                  <a:solidFill>
                    <a:schemeClr val="bg1"/>
                  </a:solidFill>
                </a:rPr>
                <a:t>지향점 없는 </a:t>
              </a:r>
              <a:r>
                <a:rPr lang="en-US" altLang="ko-KR" sz="1354" dirty="0">
                  <a:solidFill>
                    <a:schemeClr val="bg1"/>
                  </a:solidFill>
                </a:rPr>
                <a:t>29</a:t>
              </a:r>
              <a:r>
                <a:rPr lang="ko-KR" altLang="en-US" sz="1354" dirty="0">
                  <a:solidFill>
                    <a:schemeClr val="bg1"/>
                  </a:solidFill>
                </a:rPr>
                <a:t>개 과제</a:t>
              </a:r>
              <a:r>
                <a:rPr lang="en-US" altLang="ko-KR" sz="1354" dirty="0">
                  <a:solidFill>
                    <a:schemeClr val="bg1"/>
                  </a:solidFill>
                </a:rPr>
                <a:t>, </a:t>
              </a:r>
              <a:r>
                <a:rPr lang="ko-KR" altLang="en-US" sz="1354" dirty="0">
                  <a:solidFill>
                    <a:schemeClr val="bg1"/>
                  </a:solidFill>
                </a:rPr>
                <a:t>경쟁사와 동일 공기 수준 </a:t>
              </a:r>
              <a:r>
                <a:rPr lang="en-US" altLang="ko-KR" sz="1354" dirty="0">
                  <a:solidFill>
                    <a:schemeClr val="bg1"/>
                  </a:solidFill>
                </a:rPr>
                <a:t>(FAB: 24</a:t>
              </a:r>
              <a:r>
                <a:rPr lang="ko-KR" altLang="en-US" sz="1354" dirty="0">
                  <a:solidFill>
                    <a:schemeClr val="bg1"/>
                  </a:solidFill>
                </a:rPr>
                <a:t>개월</a:t>
              </a:r>
              <a:r>
                <a:rPr lang="en-US" altLang="ko-KR" sz="1354" dirty="0">
                  <a:solidFill>
                    <a:schemeClr val="bg1"/>
                  </a:solidFill>
                </a:rPr>
                <a:t>)</a:t>
              </a:r>
              <a:endParaRPr lang="en-US" altLang="ko-KR" sz="1292" dirty="0">
                <a:solidFill>
                  <a:schemeClr val="bg1"/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C27978A-0C3F-9B15-0FA5-5A331C840179}"/>
                </a:ext>
              </a:extLst>
            </p:cNvPr>
            <p:cNvSpPr txBox="1"/>
            <p:nvPr/>
          </p:nvSpPr>
          <p:spPr>
            <a:xfrm>
              <a:off x="-47624" y="2753383"/>
              <a:ext cx="4135858" cy="560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indent="0" algn="ctr">
                <a:lnSpc>
                  <a:spcPct val="120000"/>
                </a:lnSpc>
                <a:buFont typeface="Arial" panose="020B0604020202020204" pitchFamily="34" charset="0"/>
                <a:buNone/>
                <a:defRPr sz="1200"/>
              </a:lvl1pPr>
            </a:lstStyle>
            <a:p>
              <a:pPr algn="r">
                <a:lnSpc>
                  <a:spcPct val="130000"/>
                </a:lnSpc>
              </a:pPr>
              <a:r>
                <a:rPr lang="ko-KR" altLang="en-US" sz="1477" b="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공기 단축 통한 금융 경쟁력 창출</a:t>
              </a:r>
              <a:endPara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r">
                <a:lnSpc>
                  <a:spcPct val="130000"/>
                </a:lnSpc>
              </a:pPr>
              <a:r>
                <a:rPr lang="en-US" altLang="ko-KR" sz="1354" dirty="0">
                  <a:solidFill>
                    <a:schemeClr val="bg1">
                      <a:lumMod val="75000"/>
                    </a:schemeClr>
                  </a:solidFill>
                </a:rPr>
                <a:t>FAB </a:t>
              </a:r>
              <a:r>
                <a:rPr lang="ko-KR" altLang="en-US" sz="1354" dirty="0">
                  <a:solidFill>
                    <a:schemeClr val="bg1">
                      <a:lumMod val="75000"/>
                    </a:schemeClr>
                  </a:solidFill>
                </a:rPr>
                <a:t>기준 </a:t>
              </a:r>
              <a:r>
                <a:rPr lang="en-US" altLang="ko-KR" sz="1354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  <a:r>
                <a:rPr lang="ko-KR" altLang="en-US" sz="1354" dirty="0">
                  <a:solidFill>
                    <a:schemeClr val="bg1">
                      <a:lumMod val="75000"/>
                    </a:schemeClr>
                  </a:solidFill>
                </a:rPr>
                <a:t>개월 단축 시 </a:t>
              </a:r>
              <a:r>
                <a:rPr lang="en-US" altLang="ko-KR" sz="1354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r>
                <a:rPr lang="ko-KR" altLang="en-US" sz="1354" dirty="0">
                  <a:solidFill>
                    <a:schemeClr val="bg1">
                      <a:lumMod val="75000"/>
                    </a:schemeClr>
                  </a:solidFill>
                </a:rPr>
                <a:t>조 </a:t>
              </a:r>
              <a:r>
                <a:rPr lang="en-US" altLang="ko-KR" sz="1354" dirty="0">
                  <a:solidFill>
                    <a:schemeClr val="bg1">
                      <a:lumMod val="75000"/>
                    </a:schemeClr>
                  </a:solidFill>
                </a:rPr>
                <a:t>5</a:t>
              </a:r>
              <a:r>
                <a:rPr lang="ko-KR" altLang="en-US" sz="1354" dirty="0">
                  <a:solidFill>
                    <a:schemeClr val="bg1">
                      <a:lumMod val="75000"/>
                    </a:schemeClr>
                  </a:solidFill>
                </a:rPr>
                <a:t>천억원 조기 영업이익 실현 가능 </a:t>
              </a:r>
              <a:endParaRPr lang="en-US" altLang="ko-KR" sz="1354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F4CF2C2-EB76-B7A0-1A49-760E1CD1F534}"/>
                </a:ext>
              </a:extLst>
            </p:cNvPr>
            <p:cNvSpPr txBox="1"/>
            <p:nvPr/>
          </p:nvSpPr>
          <p:spPr>
            <a:xfrm>
              <a:off x="6007181" y="2753736"/>
              <a:ext cx="3917869" cy="560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lnSpc>
                  <a:spcPct val="140000"/>
                </a:lnSpc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ko-KR" altLang="en-US" sz="1477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결정적 병목 구간 분석</a:t>
              </a:r>
              <a:r>
                <a:rPr lang="en-US" altLang="ko-KR" sz="1477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z="1477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선정</a:t>
              </a:r>
              <a:br>
                <a:rPr lang="en-US" altLang="ko-KR" sz="1477" dirty="0">
                  <a:solidFill>
                    <a:schemeClr val="bg1"/>
                  </a:solidFill>
                </a:rPr>
              </a:br>
              <a:r>
                <a:rPr lang="ko-KR" altLang="en-US" sz="1354" dirty="0">
                  <a:solidFill>
                    <a:schemeClr val="bg1"/>
                  </a:solidFill>
                </a:rPr>
                <a:t>전체 공기 </a:t>
              </a:r>
              <a:r>
                <a:rPr lang="en-US" altLang="ko-KR" sz="1354" dirty="0">
                  <a:solidFill>
                    <a:schemeClr val="bg1"/>
                  </a:solidFill>
                </a:rPr>
                <a:t>50%</a:t>
              </a:r>
              <a:r>
                <a:rPr lang="ko-KR" altLang="en-US" sz="1354" dirty="0">
                  <a:solidFill>
                    <a:schemeClr val="bg1"/>
                  </a:solidFill>
                </a:rPr>
                <a:t> 차지 기초</a:t>
              </a:r>
              <a:r>
                <a:rPr lang="en-US" altLang="ko-KR" sz="1354" dirty="0">
                  <a:solidFill>
                    <a:schemeClr val="bg1"/>
                  </a:solidFill>
                </a:rPr>
                <a:t>/</a:t>
              </a:r>
              <a:r>
                <a:rPr lang="ko-KR" altLang="en-US" sz="1354" dirty="0">
                  <a:solidFill>
                    <a:schemeClr val="bg1"/>
                  </a:solidFill>
                </a:rPr>
                <a:t>골조 구간</a:t>
              </a:r>
              <a:r>
                <a:rPr lang="en-US" altLang="ko-KR" sz="1354" dirty="0">
                  <a:solidFill>
                    <a:schemeClr val="bg1"/>
                  </a:solidFill>
                </a:rPr>
                <a:t>,</a:t>
              </a:r>
              <a:r>
                <a:rPr lang="ko-KR" altLang="en-US" sz="1354" dirty="0">
                  <a:solidFill>
                    <a:schemeClr val="bg1"/>
                  </a:solidFill>
                </a:rPr>
                <a:t> 복잡한 </a:t>
              </a:r>
              <a:r>
                <a:rPr lang="en-US" altLang="ko-KR" sz="1354" dirty="0">
                  <a:solidFill>
                    <a:schemeClr val="bg1"/>
                  </a:solidFill>
                </a:rPr>
                <a:t>MEP </a:t>
              </a:r>
              <a:r>
                <a:rPr lang="ko-KR" altLang="en-US" sz="1354" dirty="0">
                  <a:solidFill>
                    <a:schemeClr val="bg1"/>
                  </a:solidFill>
                </a:rPr>
                <a:t>공정 인터페이스</a:t>
              </a:r>
              <a:endParaRPr lang="en-US" altLang="ko-KR" sz="1292" dirty="0">
                <a:solidFill>
                  <a:schemeClr val="bg1"/>
                </a:solidFill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60D03D7-3DB6-1E58-A84C-A77347DA9367}"/>
                </a:ext>
              </a:extLst>
            </p:cNvPr>
            <p:cNvSpPr txBox="1"/>
            <p:nvPr/>
          </p:nvSpPr>
          <p:spPr>
            <a:xfrm>
              <a:off x="152400" y="3538715"/>
              <a:ext cx="3935833" cy="559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indent="0" algn="ctr">
                <a:lnSpc>
                  <a:spcPct val="120000"/>
                </a:lnSpc>
                <a:buFont typeface="Arial" panose="020B0604020202020204" pitchFamily="34" charset="0"/>
                <a:buNone/>
                <a:defRPr sz="1200"/>
              </a:lvl1pPr>
            </a:lstStyle>
            <a:p>
              <a:pPr algn="r">
                <a:lnSpc>
                  <a:spcPct val="130000"/>
                </a:lnSpc>
              </a:pPr>
              <a:r>
                <a:rPr lang="ko-KR" altLang="en-US" sz="1477" b="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파괴적 혁신의 원칙</a:t>
              </a:r>
              <a:r>
                <a:rPr lang="en-US" altLang="ko-KR" sz="1477" b="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‘Target</a:t>
              </a:r>
              <a:r>
                <a:rPr lang="ko-KR" altLang="en-US" sz="1477" b="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477" b="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Image’</a:t>
              </a:r>
            </a:p>
            <a:p>
              <a:pPr algn="r">
                <a:lnSpc>
                  <a:spcPct val="130000"/>
                </a:lnSpc>
              </a:pPr>
              <a:r>
                <a:rPr lang="en-US" altLang="ko-KR" sz="1354" dirty="0">
                  <a:solidFill>
                    <a:schemeClr val="bg1">
                      <a:lumMod val="75000"/>
                    </a:schemeClr>
                  </a:solidFill>
                </a:rPr>
                <a:t>Apple</a:t>
              </a:r>
              <a:r>
                <a:rPr lang="ko-KR" altLang="en-US" sz="1354" dirty="0">
                  <a:solidFill>
                    <a:schemeClr val="bg1">
                      <a:lumMod val="75000"/>
                    </a:schemeClr>
                  </a:solidFill>
                </a:rPr>
                <a:t>社</a:t>
              </a:r>
              <a:r>
                <a:rPr lang="en-US" altLang="ko-KR" sz="1354" dirty="0">
                  <a:solidFill>
                    <a:schemeClr val="bg1">
                      <a:lumMod val="75000"/>
                    </a:schemeClr>
                  </a:solidFill>
                </a:rPr>
                <a:t> </a:t>
              </a:r>
              <a:r>
                <a:rPr lang="ko-KR" altLang="en-US" sz="1354" dirty="0">
                  <a:solidFill>
                    <a:schemeClr val="bg1">
                      <a:lumMod val="75000"/>
                    </a:schemeClr>
                  </a:solidFill>
                </a:rPr>
                <a:t>단 하나의 </a:t>
              </a:r>
              <a:r>
                <a:rPr lang="ko-KR" altLang="en-US" sz="1354" dirty="0" err="1">
                  <a:solidFill>
                    <a:schemeClr val="bg1">
                      <a:lumMod val="75000"/>
                    </a:schemeClr>
                  </a:solidFill>
                </a:rPr>
                <a:t>홈버튼</a:t>
              </a:r>
              <a:r>
                <a:rPr lang="ko-KR" altLang="en-US" sz="1354" dirty="0">
                  <a:solidFill>
                    <a:schemeClr val="bg1">
                      <a:lumMod val="75000"/>
                    </a:schemeClr>
                  </a:solidFill>
                </a:rPr>
                <a:t> → </a:t>
              </a:r>
              <a:r>
                <a:rPr lang="en-US" altLang="ko-KR" sz="1354" dirty="0">
                  <a:solidFill>
                    <a:schemeClr val="bg1">
                      <a:lumMod val="75000"/>
                    </a:schemeClr>
                  </a:solidFill>
                </a:rPr>
                <a:t>HW/SW </a:t>
              </a:r>
              <a:r>
                <a:rPr lang="ko-KR" altLang="en-US" sz="1354" dirty="0">
                  <a:solidFill>
                    <a:schemeClr val="bg1">
                      <a:lumMod val="75000"/>
                    </a:schemeClr>
                  </a:solidFill>
                </a:rPr>
                <a:t>재해석 → 시장 </a:t>
              </a:r>
              <a:r>
                <a:rPr lang="ko-KR" altLang="en-US" sz="1354" dirty="0" err="1">
                  <a:solidFill>
                    <a:schemeClr val="bg1">
                      <a:lumMod val="75000"/>
                    </a:schemeClr>
                  </a:solidFill>
                </a:rPr>
                <a:t>재패</a:t>
              </a:r>
              <a:r>
                <a:rPr lang="en-US" altLang="ko-KR" sz="1354" dirty="0">
                  <a:solidFill>
                    <a:schemeClr val="bg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B6648F0-9664-8B55-22AE-6E9E6CD6F6EF}"/>
                </a:ext>
              </a:extLst>
            </p:cNvPr>
            <p:cNvSpPr txBox="1"/>
            <p:nvPr/>
          </p:nvSpPr>
          <p:spPr>
            <a:xfrm>
              <a:off x="6007181" y="3538716"/>
              <a:ext cx="3673261" cy="560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lnSpc>
                  <a:spcPct val="140000"/>
                </a:lnSpc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ko-KR" altLang="en-US" sz="1477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공사기간 </a:t>
              </a:r>
              <a:r>
                <a:rPr lang="en-US" altLang="ko-KR" sz="1477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30% </a:t>
              </a:r>
              <a:r>
                <a:rPr lang="ko-KR" altLang="en-US" sz="1477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압도적 단축</a:t>
              </a:r>
              <a:br>
                <a:rPr lang="en-US" altLang="ko-KR" sz="1477" dirty="0">
                  <a:solidFill>
                    <a:schemeClr val="bg1"/>
                  </a:solidFill>
                </a:rPr>
              </a:br>
              <a:r>
                <a:rPr lang="en-US" altLang="ko-KR" sz="1354" dirty="0">
                  <a:solidFill>
                    <a:schemeClr val="bg1"/>
                  </a:solidFill>
                </a:rPr>
                <a:t>"</a:t>
              </a:r>
              <a:r>
                <a:rPr lang="ko-KR" altLang="en-US" sz="1354" dirty="0">
                  <a:solidFill>
                    <a:schemeClr val="bg1"/>
                  </a:solidFill>
                </a:rPr>
                <a:t>얼마나 줄일까</a:t>
              </a:r>
              <a:r>
                <a:rPr lang="en-US" altLang="ko-KR" sz="1354" dirty="0">
                  <a:solidFill>
                    <a:schemeClr val="bg1"/>
                  </a:solidFill>
                </a:rPr>
                <a:t>"</a:t>
              </a:r>
              <a:r>
                <a:rPr lang="ko-KR" altLang="en-US" sz="1354" dirty="0">
                  <a:solidFill>
                    <a:schemeClr val="bg1"/>
                  </a:solidFill>
                </a:rPr>
                <a:t>가 아닌 </a:t>
              </a:r>
              <a:r>
                <a:rPr lang="en-US" altLang="ko-KR" sz="1354" dirty="0">
                  <a:solidFill>
                    <a:schemeClr val="bg1"/>
                  </a:solidFill>
                </a:rPr>
                <a:t>“</a:t>
              </a:r>
              <a:r>
                <a:rPr lang="ko-KR" altLang="en-US" sz="1354" dirty="0">
                  <a:solidFill>
                    <a:schemeClr val="bg1"/>
                  </a:solidFill>
                </a:rPr>
                <a:t>무엇을 바꿔야 하나</a:t>
              </a:r>
              <a:r>
                <a:rPr lang="en-US" altLang="ko-KR" sz="1354" dirty="0">
                  <a:solidFill>
                    <a:schemeClr val="bg1"/>
                  </a:solidFill>
                </a:rPr>
                <a:t>"</a:t>
              </a:r>
              <a:r>
                <a:rPr lang="ko-KR" altLang="en-US" sz="1354" dirty="0">
                  <a:solidFill>
                    <a:schemeClr val="bg1"/>
                  </a:solidFill>
                </a:rPr>
                <a:t>로 질문을 전환</a:t>
              </a:r>
              <a:endParaRPr lang="en-US" altLang="ko-KR" sz="1292" dirty="0">
                <a:solidFill>
                  <a:schemeClr val="bg1"/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C1B9E29-FC47-A1A1-433A-7A2B48837C75}"/>
                </a:ext>
              </a:extLst>
            </p:cNvPr>
            <p:cNvSpPr txBox="1"/>
            <p:nvPr/>
          </p:nvSpPr>
          <p:spPr>
            <a:xfrm>
              <a:off x="886024" y="4323344"/>
              <a:ext cx="3202209" cy="560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indent="0" algn="ctr">
                <a:lnSpc>
                  <a:spcPct val="120000"/>
                </a:lnSpc>
                <a:buFont typeface="Arial" panose="020B0604020202020204" pitchFamily="34" charset="0"/>
                <a:buNone/>
                <a:defRPr sz="1200"/>
              </a:lvl1pPr>
            </a:lstStyle>
            <a:p>
              <a:pPr algn="r">
                <a:lnSpc>
                  <a:spcPct val="130000"/>
                </a:lnSpc>
              </a:pPr>
              <a:r>
                <a:rPr lang="en-US" altLang="ko-KR" sz="1477" b="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SUPEX</a:t>
              </a:r>
              <a:r>
                <a:rPr lang="ko-KR" altLang="en-US" sz="1477" b="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가 조망하는 보이지 않는 장벽</a:t>
              </a:r>
              <a:endPara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r">
                <a:lnSpc>
                  <a:spcPct val="130000"/>
                </a:lnSpc>
              </a:pPr>
              <a:r>
                <a:rPr lang="ko-KR" altLang="en-US" sz="1354" dirty="0">
                  <a:solidFill>
                    <a:schemeClr val="bg1">
                      <a:lumMod val="75000"/>
                    </a:schemeClr>
                  </a:solidFill>
                </a:rPr>
                <a:t>높은 목표 앞에서 비로소 넘어야 할 장애로 가시화</a:t>
              </a:r>
              <a:endParaRPr lang="en-US" altLang="ko-KR" sz="1354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00AE5E8-9713-C0A1-912B-8C6DC330607D}"/>
                </a:ext>
              </a:extLst>
            </p:cNvPr>
            <p:cNvSpPr txBox="1"/>
            <p:nvPr/>
          </p:nvSpPr>
          <p:spPr>
            <a:xfrm>
              <a:off x="6007181" y="4323696"/>
              <a:ext cx="3402855" cy="560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lnSpc>
                  <a:spcPct val="140000"/>
                </a:lnSpc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ko-KR" altLang="en-US" sz="1477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관행적 시공 방식의 한계</a:t>
              </a:r>
              <a:br>
                <a:rPr lang="en-US" altLang="ko-KR" sz="1477" dirty="0">
                  <a:solidFill>
                    <a:schemeClr val="bg1"/>
                  </a:solidFill>
                </a:rPr>
              </a:br>
              <a:r>
                <a:rPr lang="ko-KR" altLang="en-US" sz="1354" dirty="0">
                  <a:solidFill>
                    <a:schemeClr val="bg1"/>
                  </a:solidFill>
                </a:rPr>
                <a:t>기초</a:t>
              </a:r>
              <a:r>
                <a:rPr lang="en-US" altLang="ko-KR" sz="1354" dirty="0">
                  <a:solidFill>
                    <a:schemeClr val="bg1"/>
                  </a:solidFill>
                </a:rPr>
                <a:t>/</a:t>
              </a:r>
              <a:r>
                <a:rPr lang="ko-KR" altLang="en-US" sz="1354" dirty="0">
                  <a:solidFill>
                    <a:schemeClr val="bg1"/>
                  </a:solidFill>
                </a:rPr>
                <a:t>골조 구간의 현장 의존적 공법</a:t>
              </a:r>
              <a:r>
                <a:rPr lang="en-US" altLang="ko-KR" sz="1354" dirty="0">
                  <a:solidFill>
                    <a:schemeClr val="bg1"/>
                  </a:solidFill>
                </a:rPr>
                <a:t>,</a:t>
              </a:r>
              <a:r>
                <a:rPr lang="ko-KR" altLang="en-US" sz="1354" dirty="0">
                  <a:solidFill>
                    <a:schemeClr val="bg1"/>
                  </a:solidFill>
                </a:rPr>
                <a:t> 설계</a:t>
              </a:r>
              <a:r>
                <a:rPr lang="en-US" altLang="ko-KR" sz="1354" dirty="0">
                  <a:solidFill>
                    <a:schemeClr val="bg1"/>
                  </a:solidFill>
                </a:rPr>
                <a:t>-</a:t>
              </a:r>
              <a:r>
                <a:rPr lang="ko-KR" altLang="en-US" sz="1354" dirty="0">
                  <a:solidFill>
                    <a:schemeClr val="bg1"/>
                  </a:solidFill>
                </a:rPr>
                <a:t>현장 간 정보 단절</a:t>
              </a:r>
              <a:endParaRPr lang="en-US" altLang="ko-KR" sz="1292" dirty="0">
                <a:solidFill>
                  <a:schemeClr val="bg1"/>
                </a:solidFill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BE9FE3F-1994-47E9-F24E-6984183E8CB9}"/>
                </a:ext>
              </a:extLst>
            </p:cNvPr>
            <p:cNvSpPr txBox="1"/>
            <p:nvPr/>
          </p:nvSpPr>
          <p:spPr>
            <a:xfrm>
              <a:off x="152400" y="5108676"/>
              <a:ext cx="3935834" cy="560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indent="0" algn="ctr">
                <a:lnSpc>
                  <a:spcPct val="120000"/>
                </a:lnSpc>
                <a:buFont typeface="Arial" panose="020B0604020202020204" pitchFamily="34" charset="0"/>
                <a:buNone/>
                <a:defRPr sz="1200"/>
              </a:lvl1pPr>
            </a:lstStyle>
            <a:p>
              <a:pPr algn="r">
                <a:lnSpc>
                  <a:spcPct val="130000"/>
                </a:lnSpc>
              </a:pPr>
              <a:r>
                <a:rPr lang="ko-KR" altLang="en-US" sz="1477" b="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시스템의 개선 아닌 재설계</a:t>
              </a:r>
              <a:endParaRPr lang="en-US" altLang="ko-KR" sz="1477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r">
                <a:lnSpc>
                  <a:spcPct val="130000"/>
                </a:lnSpc>
              </a:pPr>
              <a:r>
                <a:rPr lang="ko-KR" altLang="en-US" sz="1354" dirty="0">
                  <a:solidFill>
                    <a:schemeClr val="bg1">
                      <a:lumMod val="75000"/>
                    </a:schemeClr>
                  </a:solidFill>
                </a:rPr>
                <a:t>워크플로우를 근본적으로 바꾸는</a:t>
              </a:r>
              <a:r>
                <a:rPr lang="en-US" altLang="ko-KR" sz="1354" dirty="0">
                  <a:solidFill>
                    <a:schemeClr val="bg1">
                      <a:lumMod val="75000"/>
                    </a:schemeClr>
                  </a:solidFill>
                </a:rPr>
                <a:t> </a:t>
              </a:r>
              <a:r>
                <a:rPr lang="ko-KR" altLang="en-US" sz="1354" dirty="0">
                  <a:solidFill>
                    <a:schemeClr val="bg1">
                      <a:lumMod val="75000"/>
                    </a:schemeClr>
                  </a:solidFill>
                </a:rPr>
                <a:t>것이 시스템 한계를 돌파</a:t>
              </a:r>
              <a:endParaRPr lang="en-US" altLang="ko-KR" sz="1354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F3DC57B-CCE0-C319-47A0-DE8FD6FBFF91}"/>
                </a:ext>
              </a:extLst>
            </p:cNvPr>
            <p:cNvSpPr txBox="1"/>
            <p:nvPr/>
          </p:nvSpPr>
          <p:spPr>
            <a:xfrm>
              <a:off x="6007181" y="5108676"/>
              <a:ext cx="3740981" cy="560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1450" indent="-171450">
                <a:lnSpc>
                  <a:spcPct val="140000"/>
                </a:lnSpc>
                <a:buFont typeface="Arial" panose="020B0604020202020204" pitchFamily="34" charset="0"/>
                <a:buChar char="•"/>
                <a:defRPr sz="12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ko-KR" altLang="en-US" sz="1477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워크플로우 리디자인</a:t>
              </a:r>
              <a:r>
                <a:rPr lang="en-US" altLang="ko-KR" sz="1477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OSC* </a:t>
              </a:r>
              <a:r>
                <a:rPr lang="ko-KR" altLang="en-US" sz="1477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확대</a:t>
              </a:r>
              <a:br>
                <a:rPr lang="en-US" altLang="ko-KR" sz="1477" dirty="0">
                  <a:solidFill>
                    <a:schemeClr val="bg1"/>
                  </a:solidFill>
                </a:rPr>
              </a:br>
              <a:r>
                <a:rPr lang="ko-KR" altLang="en-US" sz="1354" dirty="0">
                  <a:solidFill>
                    <a:schemeClr val="bg1"/>
                  </a:solidFill>
                </a:rPr>
                <a:t>현장 작업을 공장 제작 전이</a:t>
              </a:r>
              <a:r>
                <a:rPr lang="en-US" altLang="ko-KR" sz="1354" dirty="0">
                  <a:solidFill>
                    <a:schemeClr val="bg1"/>
                  </a:solidFill>
                </a:rPr>
                <a:t>, AX</a:t>
              </a:r>
              <a:r>
                <a:rPr lang="ko-KR" altLang="en-US" sz="1354" dirty="0">
                  <a:solidFill>
                    <a:schemeClr val="bg1"/>
                  </a:solidFill>
                </a:rPr>
                <a:t>를 통한 리스크 </a:t>
              </a:r>
              <a:r>
                <a:rPr lang="ko-KR" altLang="en-US" sz="1354" dirty="0" err="1">
                  <a:solidFill>
                    <a:schemeClr val="bg1"/>
                  </a:solidFill>
                </a:rPr>
                <a:t>선제적</a:t>
              </a:r>
              <a:r>
                <a:rPr lang="ko-KR" altLang="en-US" sz="1354" dirty="0">
                  <a:solidFill>
                    <a:schemeClr val="bg1"/>
                  </a:solidFill>
                </a:rPr>
                <a:t> 통제</a:t>
              </a:r>
              <a:endParaRPr lang="en-US" altLang="ko-KR" sz="1292" dirty="0">
                <a:solidFill>
                  <a:schemeClr val="bg1"/>
                </a:solidFill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33ECAB0-898F-5FE6-E6F2-F42BA119BB76}"/>
                </a:ext>
              </a:extLst>
            </p:cNvPr>
            <p:cNvSpPr txBox="1"/>
            <p:nvPr/>
          </p:nvSpPr>
          <p:spPr>
            <a:xfrm>
              <a:off x="8305232" y="6031952"/>
              <a:ext cx="1190170" cy="247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lnSpc>
                  <a:spcPct val="120000"/>
                </a:lnSpc>
                <a:defRPr sz="1200" spc="-6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algn="l"/>
              <a:r>
                <a:rPr lang="en-US" altLang="ko-KR" sz="1108" i="1" dirty="0">
                  <a:solidFill>
                    <a:schemeClr val="bg1"/>
                  </a:solidFill>
                </a:rPr>
                <a:t>* Off-Site</a:t>
              </a:r>
              <a:r>
                <a:rPr lang="ko-KR" altLang="en-US" sz="1108" i="1" dirty="0">
                  <a:solidFill>
                    <a:schemeClr val="bg1"/>
                  </a:solidFill>
                </a:rPr>
                <a:t> </a:t>
              </a:r>
              <a:r>
                <a:rPr lang="en-US" altLang="ko-KR" sz="1108" i="1" dirty="0">
                  <a:solidFill>
                    <a:schemeClr val="bg1"/>
                  </a:solidFill>
                </a:rPr>
                <a:t>Construction</a:t>
              </a:r>
              <a:endParaRPr lang="ko-KR" altLang="en-US" sz="1108" b="1" i="1" u="sng" dirty="0">
                <a:solidFill>
                  <a:schemeClr val="bg1"/>
                </a:solidFill>
              </a:endParaRPr>
            </a:p>
          </p:txBody>
        </p:sp>
      </p:grpSp>
      <p:sp>
        <p:nvSpPr>
          <p:cNvPr id="103" name="슬라이드 번호 개체 틀 24">
            <a:extLst>
              <a:ext uri="{FF2B5EF4-FFF2-40B4-BE49-F238E27FC236}">
                <a16:creationId xmlns:a16="http://schemas.microsoft.com/office/drawing/2014/main" id="{BFAFAF48-9CC7-9324-417B-A6329D17AAE7}"/>
              </a:ext>
            </a:extLst>
          </p:cNvPr>
          <p:cNvSpPr txBox="1">
            <a:spLocks/>
          </p:cNvSpPr>
          <p:nvPr/>
        </p:nvSpPr>
        <p:spPr>
          <a:xfrm>
            <a:off x="11372135" y="7521097"/>
            <a:ext cx="673003" cy="12785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latinLnBrk="0" hangingPunct="1">
              <a:spcBef>
                <a:spcPts val="0"/>
              </a:spcBef>
              <a:defRPr sz="675" kern="1200">
                <a:solidFill>
                  <a:schemeClr val="tx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FBBC6A-3425-4C62-80BA-0DDE16A15D08}" type="slidenum">
              <a:rPr lang="ko-KR" altLang="en-US" sz="831"/>
              <a:pPr/>
              <a:t>25</a:t>
            </a:fld>
            <a:endParaRPr lang="ko-KR" altLang="en-US" sz="831" dirty="0"/>
          </a:p>
        </p:txBody>
      </p:sp>
    </p:spTree>
    <p:extLst>
      <p:ext uri="{BB962C8B-B14F-4D97-AF65-F5344CB8AC3E}">
        <p14:creationId xmlns:p14="http://schemas.microsoft.com/office/powerpoint/2010/main" val="124626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C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C93CB-9BC6-ECAE-69B9-DCC4DBCEC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8E62596A-1DE6-C59B-6B2E-8478A5A70BAC}"/>
              </a:ext>
            </a:extLst>
          </p:cNvPr>
          <p:cNvSpPr/>
          <p:nvPr/>
        </p:nvSpPr>
        <p:spPr>
          <a:xfrm>
            <a:off x="1387390" y="4039675"/>
            <a:ext cx="10177266" cy="2589622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CEF600E-4B7B-849F-1D66-61525EA6C700}"/>
              </a:ext>
            </a:extLst>
          </p:cNvPr>
          <p:cNvSpPr/>
          <p:nvPr/>
        </p:nvSpPr>
        <p:spPr>
          <a:xfrm>
            <a:off x="1387390" y="2879492"/>
            <a:ext cx="10177266" cy="919353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0FD3EC0-C0D6-F8C8-689F-98CDA39519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91308"/>
            <a:ext cx="12191999" cy="8440615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763A8A-747B-B4BF-0797-1FF9E4FAC9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9573" y="361658"/>
            <a:ext cx="5857757" cy="389209"/>
          </a:xfrm>
          <a:noFill/>
        </p:spPr>
        <p:txBody>
          <a:bodyPr wrap="none" rtlCol="0">
            <a:spAutoFit/>
          </a:bodyPr>
          <a:lstStyle/>
          <a:p>
            <a:pPr defTabSz="1125444" latinLnBrk="1">
              <a:lnSpc>
                <a:spcPct val="110000"/>
              </a:lnSpc>
            </a:pP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시대의 변화에 발맞춰 </a:t>
            </a:r>
            <a:r>
              <a:rPr lang="en-US" altLang="ko-KR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SK</a:t>
            </a: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와 함께 진화해온 </a:t>
            </a:r>
            <a:r>
              <a:rPr lang="en-US" altLang="ko-KR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VWBE</a:t>
            </a:r>
            <a:endParaRPr lang="ko-KR" altLang="en-US" sz="2462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BAF401A4-98B9-8D5F-B41A-73D5338E283A}"/>
              </a:ext>
            </a:extLst>
          </p:cNvPr>
          <p:cNvCxnSpPr>
            <a:cxnSpLocks/>
          </p:cNvCxnSpPr>
          <p:nvPr/>
        </p:nvCxnSpPr>
        <p:spPr>
          <a:xfrm flipH="1">
            <a:off x="0" y="1453852"/>
            <a:ext cx="12192000" cy="0"/>
          </a:xfrm>
          <a:prstGeom prst="straightConnector1">
            <a:avLst/>
          </a:prstGeom>
          <a:noFill/>
          <a:ln>
            <a:solidFill>
              <a:schemeClr val="bg1">
                <a:lumMod val="65000"/>
              </a:schemeClr>
            </a:solidFill>
            <a:headEnd type="arrow" w="med" len="sm"/>
            <a:tailEnd type="none" w="med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8989E05C-BAC7-8657-A37C-52105C5889DA}"/>
              </a:ext>
            </a:extLst>
          </p:cNvPr>
          <p:cNvSpPr/>
          <p:nvPr/>
        </p:nvSpPr>
        <p:spPr>
          <a:xfrm>
            <a:off x="2193407" y="1399718"/>
            <a:ext cx="108268" cy="10826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215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728E86-B0B0-FACB-D34B-FA228925DEEF}"/>
              </a:ext>
            </a:extLst>
          </p:cNvPr>
          <p:cNvSpPr txBox="1"/>
          <p:nvPr/>
        </p:nvSpPr>
        <p:spPr>
          <a:xfrm>
            <a:off x="1631795" y="1634852"/>
            <a:ext cx="1189428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1950~1970s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649CF0-034F-C3BE-9CDE-3A4EFB038020}"/>
              </a:ext>
            </a:extLst>
          </p:cNvPr>
          <p:cNvSpPr txBox="1"/>
          <p:nvPr/>
        </p:nvSpPr>
        <p:spPr>
          <a:xfrm>
            <a:off x="1395234" y="1940797"/>
            <a:ext cx="1681807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전후 복구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및 오일쇼크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9A86A9B-87AA-BE29-544B-582FCBED5A33}"/>
              </a:ext>
            </a:extLst>
          </p:cNvPr>
          <p:cNvSpPr/>
          <p:nvPr/>
        </p:nvSpPr>
        <p:spPr>
          <a:xfrm>
            <a:off x="4204774" y="1399718"/>
            <a:ext cx="108268" cy="10826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215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19356-F043-B135-1539-68E4C14BB76A}"/>
              </a:ext>
            </a:extLst>
          </p:cNvPr>
          <p:cNvSpPr txBox="1"/>
          <p:nvPr/>
        </p:nvSpPr>
        <p:spPr>
          <a:xfrm>
            <a:off x="3895696" y="1634852"/>
            <a:ext cx="683842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1980s</a:t>
            </a:r>
            <a:endParaRPr lang="en-US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94F5C3-C83E-A7C8-5162-0BD00F55964F}"/>
              </a:ext>
            </a:extLst>
          </p:cNvPr>
          <p:cNvSpPr txBox="1"/>
          <p:nvPr/>
        </p:nvSpPr>
        <p:spPr>
          <a:xfrm>
            <a:off x="3537718" y="1940797"/>
            <a:ext cx="1490793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중화학 공업 부흥기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819B3F6-3BC3-551D-2F84-F979EA2D7803}"/>
              </a:ext>
            </a:extLst>
          </p:cNvPr>
          <p:cNvSpPr/>
          <p:nvPr/>
        </p:nvSpPr>
        <p:spPr>
          <a:xfrm>
            <a:off x="6238452" y="1399718"/>
            <a:ext cx="108268" cy="10826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215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B0627C-EF06-42D3-5E09-3FFCC71EAB44}"/>
              </a:ext>
            </a:extLst>
          </p:cNvPr>
          <p:cNvSpPr txBox="1"/>
          <p:nvPr/>
        </p:nvSpPr>
        <p:spPr>
          <a:xfrm>
            <a:off x="5654528" y="1634852"/>
            <a:ext cx="1232710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1990~2000s</a:t>
            </a:r>
            <a:endParaRPr lang="en-US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F46BA5-D77C-520F-FC1C-303D91AFC469}"/>
              </a:ext>
            </a:extLst>
          </p:cNvPr>
          <p:cNvSpPr txBox="1"/>
          <p:nvPr/>
        </p:nvSpPr>
        <p:spPr>
          <a:xfrm>
            <a:off x="5708357" y="1940798"/>
            <a:ext cx="1168460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IMF 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외환위기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</a:p>
          <a:p>
            <a:pPr algn="ctr"/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IT 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버블 붕괴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FC73FA-6010-8C6B-CA18-979E7C250435}"/>
              </a:ext>
            </a:extLst>
          </p:cNvPr>
          <p:cNvSpPr/>
          <p:nvPr/>
        </p:nvSpPr>
        <p:spPr>
          <a:xfrm>
            <a:off x="8325567" y="1399718"/>
            <a:ext cx="108268" cy="10826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215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66714A-4E64-0C5D-2DA4-87BC6DAE9017}"/>
              </a:ext>
            </a:extLst>
          </p:cNvPr>
          <p:cNvSpPr txBox="1"/>
          <p:nvPr/>
        </p:nvSpPr>
        <p:spPr>
          <a:xfrm>
            <a:off x="8021979" y="1634852"/>
            <a:ext cx="677430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2010s</a:t>
            </a:r>
            <a:endParaRPr lang="en-US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5CF72B-3C50-A0C1-E804-F9FC3034A0AA}"/>
              </a:ext>
            </a:extLst>
          </p:cNvPr>
          <p:cNvSpPr txBox="1"/>
          <p:nvPr/>
        </p:nvSpPr>
        <p:spPr>
          <a:xfrm>
            <a:off x="7808736" y="1940797"/>
            <a:ext cx="1102481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 산업혁명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7378F3C-803D-C119-D90C-B48A6A509DFD}"/>
              </a:ext>
            </a:extLst>
          </p:cNvPr>
          <p:cNvSpPr/>
          <p:nvPr/>
        </p:nvSpPr>
        <p:spPr>
          <a:xfrm>
            <a:off x="593118" y="2879493"/>
            <a:ext cx="615194" cy="91935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SK</a:t>
            </a:r>
            <a:r>
              <a:rPr lang="ko-KR" altLang="en-US" sz="1477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의</a:t>
            </a:r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/>
            <a:r>
              <a:rPr lang="ko-KR" altLang="en-US" sz="1477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전략</a:t>
            </a:r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61AFC6-C051-691F-7E30-C70BA7AA69D3}"/>
              </a:ext>
            </a:extLst>
          </p:cNvPr>
          <p:cNvSpPr/>
          <p:nvPr/>
        </p:nvSpPr>
        <p:spPr>
          <a:xfrm>
            <a:off x="593118" y="4039675"/>
            <a:ext cx="615194" cy="258962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VWBE</a:t>
            </a:r>
          </a:p>
          <a:p>
            <a:pPr algn="ctr"/>
            <a:r>
              <a:rPr lang="en-US" altLang="ko-KR" sz="1477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477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패기</a:t>
            </a:r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BCA46EC-9D85-621D-E46D-863F42466370}"/>
              </a:ext>
            </a:extLst>
          </p:cNvPr>
          <p:cNvSpPr/>
          <p:nvPr/>
        </p:nvSpPr>
        <p:spPr>
          <a:xfrm>
            <a:off x="10180406" y="1399718"/>
            <a:ext cx="108268" cy="10826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215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F7BE49-93C6-078A-A8E6-16004810AD76}"/>
              </a:ext>
            </a:extLst>
          </p:cNvPr>
          <p:cNvSpPr txBox="1"/>
          <p:nvPr/>
        </p:nvSpPr>
        <p:spPr>
          <a:xfrm>
            <a:off x="9961139" y="1634852"/>
            <a:ext cx="492699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현재</a:t>
            </a:r>
            <a:endParaRPr lang="en-US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50D2C4-E386-19A6-4753-1AF94F1948B1}"/>
              </a:ext>
            </a:extLst>
          </p:cNvPr>
          <p:cNvSpPr txBox="1"/>
          <p:nvPr/>
        </p:nvSpPr>
        <p:spPr>
          <a:xfrm>
            <a:off x="9831546" y="1940797"/>
            <a:ext cx="757580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AX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시대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D68355-9FA4-C645-CAAB-32D7EC44CF0C}"/>
              </a:ext>
            </a:extLst>
          </p:cNvPr>
          <p:cNvSpPr txBox="1"/>
          <p:nvPr/>
        </p:nvSpPr>
        <p:spPr>
          <a:xfrm>
            <a:off x="1395234" y="3093129"/>
            <a:ext cx="1648015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선경직물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창업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수직계열화 비전 선포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FEC576-37C8-E769-F1A1-02AAD6A30F1C}"/>
              </a:ext>
            </a:extLst>
          </p:cNvPr>
          <p:cNvSpPr txBox="1"/>
          <p:nvPr/>
        </p:nvSpPr>
        <p:spPr>
          <a:xfrm>
            <a:off x="3399094" y="3093129"/>
            <a:ext cx="1720279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유공 인수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에너지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화학 체제 완성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12D13C-9D0B-9E9D-712E-5E20258922FA}"/>
              </a:ext>
            </a:extLst>
          </p:cNvPr>
          <p:cNvSpPr txBox="1"/>
          <p:nvPr/>
        </p:nvSpPr>
        <p:spPr>
          <a:xfrm>
            <a:off x="5456516" y="3093129"/>
            <a:ext cx="1532599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정보통신 사업 진출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지주사 체제 전환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80CE77-BA75-961A-C2A5-C06E5FA4DFFE}"/>
              </a:ext>
            </a:extLst>
          </p:cNvPr>
          <p:cNvSpPr txBox="1"/>
          <p:nvPr/>
        </p:nvSpPr>
        <p:spPr>
          <a:xfrm>
            <a:off x="7539063" y="3093129"/>
            <a:ext cx="1232838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하이닉스 인수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Deep Change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E06D02-482B-1EF4-977F-4EA9CA6B00A0}"/>
              </a:ext>
            </a:extLst>
          </p:cNvPr>
          <p:cNvSpPr txBox="1"/>
          <p:nvPr/>
        </p:nvSpPr>
        <p:spPr>
          <a:xfrm>
            <a:off x="9552507" y="3093129"/>
            <a:ext cx="1373902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77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밸류체인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통합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질적 성장 추구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DFF1962E-7E23-9512-916F-A5DB50C77C95}"/>
              </a:ext>
            </a:extLst>
          </p:cNvPr>
          <p:cNvCxnSpPr>
            <a:cxnSpLocks/>
          </p:cNvCxnSpPr>
          <p:nvPr/>
        </p:nvCxnSpPr>
        <p:spPr>
          <a:xfrm>
            <a:off x="581539" y="3925816"/>
            <a:ext cx="10879100" cy="0"/>
          </a:xfrm>
          <a:prstGeom prst="line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967E6491-B51C-B952-18DC-86A68A113EEE}"/>
              </a:ext>
            </a:extLst>
          </p:cNvPr>
          <p:cNvGrpSpPr/>
          <p:nvPr/>
        </p:nvGrpSpPr>
        <p:grpSpPr>
          <a:xfrm>
            <a:off x="1387389" y="4139205"/>
            <a:ext cx="1886286" cy="2178115"/>
            <a:chOff x="1131611" y="4525498"/>
            <a:chExt cx="1532607" cy="1769719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28F5F94-DA56-35F3-4660-4F06B348FD45}"/>
                </a:ext>
              </a:extLst>
            </p:cNvPr>
            <p:cNvSpPr txBox="1"/>
            <p:nvPr/>
          </p:nvSpPr>
          <p:spPr>
            <a:xfrm>
              <a:off x="1131611" y="4809955"/>
              <a:ext cx="1532607" cy="435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선경人이 </a:t>
              </a:r>
              <a:r>
                <a:rPr lang="ko-KR" altLang="en-US" sz="1354" spc="-37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갖춰야할</a:t>
              </a: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자세인</a:t>
              </a:r>
            </a:p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패기의 정의 정립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F5C0BE8-3475-42A9-EB09-EB32562BD724}"/>
                </a:ext>
              </a:extLst>
            </p:cNvPr>
            <p:cNvSpPr txBox="1"/>
            <p:nvPr/>
          </p:nvSpPr>
          <p:spPr>
            <a:xfrm>
              <a:off x="1131611" y="5496508"/>
              <a:ext cx="1254562" cy="7987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사고는 적극적으로 하고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행동은 진취적으로 하며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일 처리는 빈틈없고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야무지게 하는 자세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4D5E21E-DB1A-2AE1-A294-9A923B2CFFDE}"/>
                </a:ext>
              </a:extLst>
            </p:cNvPr>
            <p:cNvSpPr txBox="1"/>
            <p:nvPr/>
          </p:nvSpPr>
          <p:spPr>
            <a:xfrm>
              <a:off x="1131611" y="4525498"/>
              <a:ext cx="1138593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초판 정립 </a:t>
              </a: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(1979)</a:t>
              </a:r>
              <a:endParaRPr lang="en-US" sz="135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919429B0-C5D2-84CB-95E3-2C725F04F4E4}"/>
              </a:ext>
            </a:extLst>
          </p:cNvPr>
          <p:cNvGrpSpPr/>
          <p:nvPr/>
        </p:nvGrpSpPr>
        <p:grpSpPr>
          <a:xfrm>
            <a:off x="3377709" y="4139206"/>
            <a:ext cx="1858779" cy="2405420"/>
            <a:chOff x="2784443" y="4525498"/>
            <a:chExt cx="1510258" cy="1954404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E636A28-DBD9-FF56-D7C3-F5D02657F6E1}"/>
                </a:ext>
              </a:extLst>
            </p:cNvPr>
            <p:cNvSpPr txBox="1"/>
            <p:nvPr/>
          </p:nvSpPr>
          <p:spPr>
            <a:xfrm>
              <a:off x="2784443" y="4809955"/>
              <a:ext cx="1040076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패기의 정의 보완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2CE216-DBCD-8715-F9B3-CF634579CA6A}"/>
                </a:ext>
              </a:extLst>
            </p:cNvPr>
            <p:cNvSpPr txBox="1"/>
            <p:nvPr/>
          </p:nvSpPr>
          <p:spPr>
            <a:xfrm>
              <a:off x="2784443" y="5496508"/>
              <a:ext cx="1510258" cy="9833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231" spc="-74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패기란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일과 싸워서 이기는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기질로 사고는 적극적으로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하고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행동은 진취적으로 하며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일처리는 빈틈없고 야무지게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하는 것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987695E-DA40-DB9C-FB2C-FDEA58353238}"/>
                </a:ext>
              </a:extLst>
            </p:cNvPr>
            <p:cNvSpPr txBox="1"/>
            <p:nvPr/>
          </p:nvSpPr>
          <p:spPr>
            <a:xfrm>
              <a:off x="2784443" y="4525498"/>
              <a:ext cx="1108637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3</a:t>
              </a:r>
              <a:r>
                <a:rPr lang="ko-KR" altLang="en-US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차 개정 </a:t>
              </a: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(1982)</a:t>
              </a:r>
              <a:endParaRPr lang="en-US" sz="135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12CABD32-6175-E4D7-3141-EB7D997BACC7}"/>
              </a:ext>
            </a:extLst>
          </p:cNvPr>
          <p:cNvGrpSpPr/>
          <p:nvPr/>
        </p:nvGrpSpPr>
        <p:grpSpPr>
          <a:xfrm>
            <a:off x="5486009" y="4139205"/>
            <a:ext cx="2026591" cy="2178115"/>
            <a:chOff x="4437275" y="4525498"/>
            <a:chExt cx="1646605" cy="1769719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D530A01-0C0D-E1DF-84D2-26DB15AC2940}"/>
                </a:ext>
              </a:extLst>
            </p:cNvPr>
            <p:cNvSpPr txBox="1"/>
            <p:nvPr/>
          </p:nvSpPr>
          <p:spPr>
            <a:xfrm>
              <a:off x="4437275" y="4809955"/>
              <a:ext cx="1646605" cy="621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VWBE, SUPEX </a:t>
              </a: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정의 및</a:t>
              </a:r>
              <a:endParaRPr lang="en-US" altLang="ko-KR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패기와 </a:t>
              </a: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Super Excellent</a:t>
              </a:r>
            </a:p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의 연관성 정의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44223C5-7164-FEA4-8205-E94B698DA9C2}"/>
                </a:ext>
              </a:extLst>
            </p:cNvPr>
            <p:cNvSpPr txBox="1"/>
            <p:nvPr/>
          </p:nvSpPr>
          <p:spPr>
            <a:xfrm>
              <a:off x="4437275" y="5496508"/>
              <a:ext cx="1253885" cy="7987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Training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을 통해 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패기 수준을 높이면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Super Excellent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수준을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지속적으로 추구 가능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281D72E-E74A-6758-07FD-C84D2B43FFD3}"/>
                </a:ext>
              </a:extLst>
            </p:cNvPr>
            <p:cNvSpPr txBox="1"/>
            <p:nvPr/>
          </p:nvSpPr>
          <p:spPr>
            <a:xfrm>
              <a:off x="4437275" y="4525498"/>
              <a:ext cx="1106032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7</a:t>
              </a:r>
              <a:r>
                <a:rPr lang="ko-KR" altLang="en-US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차 개정 </a:t>
              </a: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(1990)</a:t>
              </a:r>
              <a:endParaRPr lang="en-US" sz="135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D24B90B9-6954-B4AD-3F8C-CDA7D3EC3744}"/>
              </a:ext>
            </a:extLst>
          </p:cNvPr>
          <p:cNvGrpSpPr/>
          <p:nvPr/>
        </p:nvGrpSpPr>
        <p:grpSpPr>
          <a:xfrm>
            <a:off x="7533501" y="4139207"/>
            <a:ext cx="2026591" cy="1950810"/>
            <a:chOff x="4437275" y="4525498"/>
            <a:chExt cx="1646605" cy="1585033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2A324B9-0FC1-1BCF-63E0-458CD4705830}"/>
                </a:ext>
              </a:extLst>
            </p:cNvPr>
            <p:cNvSpPr txBox="1"/>
            <p:nvPr/>
          </p:nvSpPr>
          <p:spPr>
            <a:xfrm>
              <a:off x="4437275" y="4809955"/>
              <a:ext cx="1646605" cy="435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VWBE </a:t>
              </a: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통한 </a:t>
              </a: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SUPEX </a:t>
              </a:r>
            </a:p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추구</a:t>
              </a: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,</a:t>
              </a: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패기 문화 형성 강조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6233BDD-AF08-342B-8455-81806120D3A5}"/>
                </a:ext>
              </a:extLst>
            </p:cNvPr>
            <p:cNvSpPr txBox="1"/>
            <p:nvPr/>
          </p:nvSpPr>
          <p:spPr>
            <a:xfrm>
              <a:off x="4437275" y="5496508"/>
              <a:ext cx="1382410" cy="6140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자발적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의욕적 두뇌 활용이 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외부로 발현되는 모습이 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일과 싸워서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이기는 패기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912F113-6C29-6CDF-1110-7BBE7DBE70ED}"/>
                </a:ext>
              </a:extLst>
            </p:cNvPr>
            <p:cNvSpPr txBox="1"/>
            <p:nvPr/>
          </p:nvSpPr>
          <p:spPr>
            <a:xfrm>
              <a:off x="4437275" y="4525498"/>
              <a:ext cx="1175062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13</a:t>
              </a:r>
              <a:r>
                <a:rPr lang="ko-KR" altLang="en-US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차 개정 </a:t>
              </a: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(2016)</a:t>
              </a:r>
              <a:endParaRPr lang="en-US" sz="135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787E6A51-6A76-6102-AE04-9D4A2381512D}"/>
              </a:ext>
            </a:extLst>
          </p:cNvPr>
          <p:cNvGrpSpPr/>
          <p:nvPr/>
        </p:nvGrpSpPr>
        <p:grpSpPr>
          <a:xfrm>
            <a:off x="9538066" y="4139205"/>
            <a:ext cx="2026591" cy="2178115"/>
            <a:chOff x="4437275" y="4525498"/>
            <a:chExt cx="1646605" cy="1769719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9E93680-9488-ED47-024E-A08A5CF21981}"/>
                </a:ext>
              </a:extLst>
            </p:cNvPr>
            <p:cNvSpPr txBox="1"/>
            <p:nvPr/>
          </p:nvSpPr>
          <p:spPr>
            <a:xfrm>
              <a:off x="4437275" y="4809955"/>
              <a:ext cx="1646605" cy="621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구성원 행복</a:t>
              </a: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-VWBE </a:t>
              </a: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문화</a:t>
              </a:r>
              <a:endParaRPr lang="en-US" altLang="ko-KR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l">
                <a:lnSpc>
                  <a:spcPct val="110000"/>
                </a:lnSpc>
              </a:pP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-SUPEX Company</a:t>
              </a: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의</a:t>
              </a:r>
              <a:endParaRPr lang="en-US" altLang="ko-KR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선순환 구조 명시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9DAF8D8-9981-570C-F0AC-D49C85221BCE}"/>
                </a:ext>
              </a:extLst>
            </p:cNvPr>
            <p:cNvSpPr txBox="1"/>
            <p:nvPr/>
          </p:nvSpPr>
          <p:spPr>
            <a:xfrm>
              <a:off x="4437275" y="5496508"/>
              <a:ext cx="1638105" cy="7987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VWBE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한 구성원은 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SUPEX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를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추구해 경제적 가치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사회적 가치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구성원 행복을 창출하는 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SUPEX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Company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를 만듦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A4BB8E5-CA28-C1FE-6DC4-5ACDD4835866}"/>
                </a:ext>
              </a:extLst>
            </p:cNvPr>
            <p:cNvSpPr txBox="1"/>
            <p:nvPr/>
          </p:nvSpPr>
          <p:spPr>
            <a:xfrm>
              <a:off x="4437275" y="4525498"/>
              <a:ext cx="1197202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14</a:t>
              </a:r>
              <a:r>
                <a:rPr lang="ko-KR" altLang="en-US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차 개정 </a:t>
              </a: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(2020)</a:t>
              </a:r>
              <a:endParaRPr lang="en-US" sz="135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4D2C950-C712-6AC0-4E64-195D0D2799E0}"/>
              </a:ext>
            </a:extLst>
          </p:cNvPr>
          <p:cNvSpPr txBox="1"/>
          <p:nvPr/>
        </p:nvSpPr>
        <p:spPr>
          <a:xfrm>
            <a:off x="652537" y="-499299"/>
            <a:ext cx="1756763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VWBE</a:t>
            </a:r>
            <a:r>
              <a:rPr lang="ko-KR" altLang="en-US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의 변천사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A4D960A-55DC-6FBB-6883-5BFBA48F9237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solidFill>
                  <a:schemeClr val="tx1"/>
                </a:solidFill>
                <a:latin typeface="Montserrat ExtraBold" panose="00000900000000000000" pitchFamily="2" charset="0"/>
              </a:rPr>
              <a:t>1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39BF37E7-0A63-B24E-1AFD-2D8A282D3E0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>
                <a:solidFill>
                  <a:schemeClr val="bg1"/>
                </a:solidFill>
              </a:rPr>
              <a:pPr/>
              <a:t>26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D7CAEA1-DC0A-0053-6A8A-04D53FE71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6572" y="-436776"/>
            <a:ext cx="1277994" cy="996601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5B8C52E3-341D-6B9A-1DB9-E9F93D0AD0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3295" y="811807"/>
            <a:ext cx="1406966" cy="112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79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2242C-9B09-ACC3-2E25-2D14E4F75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00987FD-154E-691F-31E5-C8F106D433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49"/>
          <a:stretch>
            <a:fillRect/>
          </a:stretch>
        </p:blipFill>
        <p:spPr>
          <a:xfrm>
            <a:off x="0" y="-791308"/>
            <a:ext cx="12192000" cy="844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749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3728A003-EFF7-BFF0-9FD9-72C1FFA157EC}"/>
              </a:ext>
            </a:extLst>
          </p:cNvPr>
          <p:cNvGrpSpPr/>
          <p:nvPr/>
        </p:nvGrpSpPr>
        <p:grpSpPr>
          <a:xfrm>
            <a:off x="0" y="-791308"/>
            <a:ext cx="12192000" cy="8440615"/>
            <a:chOff x="0" y="0"/>
            <a:chExt cx="9906000" cy="6858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8423E29-EDAE-C2D8-9164-727A49D5E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749"/>
            <a:stretch>
              <a:fillRect/>
            </a:stretch>
          </p:blipFill>
          <p:spPr>
            <a:xfrm>
              <a:off x="0" y="3610466"/>
              <a:ext cx="9906000" cy="3247534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0807159-CEF0-90E9-4F13-2B8D4A44C510}"/>
                </a:ext>
              </a:extLst>
            </p:cNvPr>
            <p:cNvSpPr/>
            <p:nvPr/>
          </p:nvSpPr>
          <p:spPr>
            <a:xfrm>
              <a:off x="0" y="0"/>
              <a:ext cx="9906000" cy="361046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15"/>
            </a:p>
          </p:txBody>
        </p:sp>
      </p:grpSp>
    </p:spTree>
    <p:extLst>
      <p:ext uri="{BB962C8B-B14F-4D97-AF65-F5344CB8AC3E}">
        <p14:creationId xmlns:p14="http://schemas.microsoft.com/office/powerpoint/2010/main" val="14434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">
            <a:extLst>
              <a:ext uri="{FF2B5EF4-FFF2-40B4-BE49-F238E27FC236}">
                <a16:creationId xmlns:a16="http://schemas.microsoft.com/office/drawing/2014/main" id="{BD6BF05A-7A46-4216-9A3D-CEFDC84B4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6762" y="5892489"/>
            <a:ext cx="3258476" cy="64977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t"/>
          <a:lstStyle/>
          <a:p>
            <a:pPr algn="ctr" defTabSz="843823" latinLnBrk="0">
              <a:lnSpc>
                <a:spcPct val="130000"/>
              </a:lnSpc>
              <a:spcAft>
                <a:spcPts val="554"/>
              </a:spcAft>
              <a:defRPr/>
            </a:pPr>
            <a:r>
              <a:rPr lang="en-US" altLang="ko-KR" sz="1969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SK</a:t>
            </a:r>
            <a:r>
              <a:rPr lang="ko-KR" altLang="en-US" sz="1969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에코플랜트 조형준 프로</a:t>
            </a:r>
            <a:br>
              <a:rPr lang="en-US" altLang="ko-KR" sz="1969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r>
              <a:rPr lang="en-US" altLang="ko-KR" sz="1969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`26.</a:t>
            </a:r>
            <a:r>
              <a:rPr lang="ko-KR" altLang="en-US" sz="1969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969" b="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04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1DDB92C-2FB4-42C6-94D8-1360A530D397}"/>
              </a:ext>
            </a:extLst>
          </p:cNvPr>
          <p:cNvSpPr txBox="1">
            <a:spLocks/>
          </p:cNvSpPr>
          <p:nvPr/>
        </p:nvSpPr>
        <p:spPr>
          <a:xfrm>
            <a:off x="1767906" y="2413472"/>
            <a:ext cx="8656188" cy="11354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ko-KR" altLang="en-US" sz="3446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보이지 않는 장벽을 넘는 경영</a:t>
            </a:r>
            <a:br>
              <a:rPr lang="en-US" altLang="ko-KR" sz="3446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</a:br>
            <a:r>
              <a:rPr lang="en-US" altLang="ko-KR" sz="2462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sz="2462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패기</a:t>
            </a:r>
            <a:r>
              <a:rPr lang="en-US" altLang="ko-KR" sz="2462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VWBE, </a:t>
            </a:r>
            <a:r>
              <a:rPr lang="ko-KR" altLang="en-US" sz="2462" b="0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일처리</a:t>
            </a:r>
            <a:r>
              <a:rPr lang="ko-KR" altLang="en-US" sz="2462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2462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5</a:t>
            </a:r>
            <a:r>
              <a:rPr lang="ko-KR" altLang="en-US" sz="2462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단계로 보는 </a:t>
            </a:r>
            <a:r>
              <a:rPr lang="en-US" altLang="ko-KR" sz="2462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SUPEX</a:t>
            </a:r>
            <a:r>
              <a:rPr lang="ko-KR" altLang="en-US" sz="2462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의 실행 논리</a:t>
            </a:r>
            <a:r>
              <a:rPr lang="en-US" altLang="ko-KR" sz="2462" b="0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E31A1-00E6-483A-E6D2-36ABEE1EFAC8}"/>
              </a:ext>
            </a:extLst>
          </p:cNvPr>
          <p:cNvSpPr txBox="1"/>
          <p:nvPr/>
        </p:nvSpPr>
        <p:spPr>
          <a:xfrm>
            <a:off x="176845" y="-626924"/>
            <a:ext cx="3078728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1477" dirty="0">
                <a:solidFill>
                  <a:schemeClr val="bg1">
                    <a:lumMod val="65000"/>
                  </a:schemeClr>
                </a:solidFill>
              </a:rPr>
              <a:t>’26</a:t>
            </a:r>
            <a:r>
              <a:rPr lang="ko-KR" altLang="en-US" sz="1477" dirty="0">
                <a:solidFill>
                  <a:schemeClr val="bg1">
                    <a:lumMod val="65000"/>
                  </a:schemeClr>
                </a:solidFill>
              </a:rPr>
              <a:t>년 </a:t>
            </a:r>
            <a:r>
              <a:rPr lang="en-US" altLang="ko-KR" sz="1477" dirty="0">
                <a:solidFill>
                  <a:schemeClr val="bg1">
                    <a:lumMod val="65000"/>
                  </a:schemeClr>
                </a:solidFill>
              </a:rPr>
              <a:t>FLP </a:t>
            </a:r>
            <a:r>
              <a:rPr lang="ko-KR" altLang="en-US" sz="1477" dirty="0">
                <a:solidFill>
                  <a:schemeClr val="bg1">
                    <a:lumMod val="65000"/>
                  </a:schemeClr>
                </a:solidFill>
              </a:rPr>
              <a:t>과정 </a:t>
            </a:r>
            <a:r>
              <a:rPr lang="en-US" altLang="ko-KR" sz="1477" dirty="0">
                <a:solidFill>
                  <a:schemeClr val="bg1">
                    <a:lumMod val="65000"/>
                  </a:schemeClr>
                </a:solidFill>
              </a:rPr>
              <a:t>Module 1 – SKMS</a:t>
            </a:r>
            <a:r>
              <a:rPr lang="ko-KR" altLang="en-US" sz="1477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477" dirty="0">
                <a:solidFill>
                  <a:schemeClr val="bg1">
                    <a:lumMod val="65000"/>
                  </a:schemeClr>
                </a:solidFill>
              </a:rPr>
              <a:t>Talk</a:t>
            </a:r>
            <a:endParaRPr lang="en-US" sz="1477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25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53C0D-F14E-9F2B-4111-7C196ED8E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937B3A-5262-628B-F3E5-C9AEA9B51A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9573" y="361658"/>
            <a:ext cx="5857757" cy="389209"/>
          </a:xfrm>
          <a:noFill/>
        </p:spPr>
        <p:txBody>
          <a:bodyPr wrap="none" rtlCol="0">
            <a:spAutoFit/>
          </a:bodyPr>
          <a:lstStyle/>
          <a:p>
            <a:pPr defTabSz="1125444" latinLnBrk="1">
              <a:lnSpc>
                <a:spcPct val="110000"/>
              </a:lnSpc>
            </a:pP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시대의 변화에 발맞춰 </a:t>
            </a:r>
            <a:r>
              <a:rPr lang="en-US" altLang="ko-KR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SK</a:t>
            </a: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와 함께 진화해온 </a:t>
            </a:r>
            <a:r>
              <a:rPr lang="en-US" altLang="ko-KR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VWBE</a:t>
            </a:r>
            <a:endParaRPr lang="ko-KR" altLang="en-US" sz="2462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8CA39D88-D78D-76D6-F143-9FA108101C09}"/>
              </a:ext>
            </a:extLst>
          </p:cNvPr>
          <p:cNvCxnSpPr>
            <a:cxnSpLocks/>
          </p:cNvCxnSpPr>
          <p:nvPr/>
        </p:nvCxnSpPr>
        <p:spPr>
          <a:xfrm flipH="1">
            <a:off x="0" y="1453852"/>
            <a:ext cx="12192000" cy="0"/>
          </a:xfrm>
          <a:prstGeom prst="straightConnector1">
            <a:avLst/>
          </a:prstGeom>
          <a:noFill/>
          <a:ln>
            <a:solidFill>
              <a:schemeClr val="bg1">
                <a:lumMod val="65000"/>
              </a:schemeClr>
            </a:solidFill>
            <a:headEnd type="arrow" w="med" len="sm"/>
            <a:tailEnd type="none" w="med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ACE49841-6131-1746-0243-83E2D24E4FCD}"/>
              </a:ext>
            </a:extLst>
          </p:cNvPr>
          <p:cNvSpPr/>
          <p:nvPr/>
        </p:nvSpPr>
        <p:spPr>
          <a:xfrm>
            <a:off x="2193407" y="1399718"/>
            <a:ext cx="108268" cy="1082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215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37F6D3-6D18-EC51-3A20-46B6C7469F8A}"/>
              </a:ext>
            </a:extLst>
          </p:cNvPr>
          <p:cNvSpPr txBox="1"/>
          <p:nvPr/>
        </p:nvSpPr>
        <p:spPr>
          <a:xfrm>
            <a:off x="1631795" y="1634852"/>
            <a:ext cx="1189428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1950~1970s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D2C852-6F53-8E9E-825A-70D87C0BAE0A}"/>
              </a:ext>
            </a:extLst>
          </p:cNvPr>
          <p:cNvSpPr txBox="1"/>
          <p:nvPr/>
        </p:nvSpPr>
        <p:spPr>
          <a:xfrm>
            <a:off x="1395234" y="1940797"/>
            <a:ext cx="1681807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전후 복구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및 오일쇼크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DA979C6E-D15D-16F7-70BA-CF37B9820584}"/>
              </a:ext>
            </a:extLst>
          </p:cNvPr>
          <p:cNvSpPr/>
          <p:nvPr/>
        </p:nvSpPr>
        <p:spPr>
          <a:xfrm>
            <a:off x="4204774" y="1399718"/>
            <a:ext cx="108268" cy="1082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215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835CD6-FC93-757E-5B88-8D095C3AE443}"/>
              </a:ext>
            </a:extLst>
          </p:cNvPr>
          <p:cNvSpPr txBox="1"/>
          <p:nvPr/>
        </p:nvSpPr>
        <p:spPr>
          <a:xfrm>
            <a:off x="3895696" y="1634852"/>
            <a:ext cx="683842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1980s</a:t>
            </a:r>
            <a:endParaRPr lang="en-US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B48B07-C8DE-352E-DBE5-8C5F636060E8}"/>
              </a:ext>
            </a:extLst>
          </p:cNvPr>
          <p:cNvSpPr txBox="1"/>
          <p:nvPr/>
        </p:nvSpPr>
        <p:spPr>
          <a:xfrm>
            <a:off x="3537718" y="1940797"/>
            <a:ext cx="1490793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중화학 공업 부흥기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250BED2-15F6-B926-8C26-42D9D7A83D55}"/>
              </a:ext>
            </a:extLst>
          </p:cNvPr>
          <p:cNvSpPr/>
          <p:nvPr/>
        </p:nvSpPr>
        <p:spPr>
          <a:xfrm>
            <a:off x="6238452" y="1399718"/>
            <a:ext cx="108268" cy="1082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215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424862-E0D0-EAE9-C91F-3F4000DC21AE}"/>
              </a:ext>
            </a:extLst>
          </p:cNvPr>
          <p:cNvSpPr txBox="1"/>
          <p:nvPr/>
        </p:nvSpPr>
        <p:spPr>
          <a:xfrm>
            <a:off x="5654528" y="1634852"/>
            <a:ext cx="1232710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1990~2000s</a:t>
            </a:r>
            <a:endParaRPr lang="en-US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3E8948-B503-5F6F-717E-A98F6C49B900}"/>
              </a:ext>
            </a:extLst>
          </p:cNvPr>
          <p:cNvSpPr txBox="1"/>
          <p:nvPr/>
        </p:nvSpPr>
        <p:spPr>
          <a:xfrm>
            <a:off x="5708357" y="1940798"/>
            <a:ext cx="1168460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IMF 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외환위기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</a:p>
          <a:p>
            <a:pPr algn="ctr"/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IT 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버블 붕괴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F5BC028-AC23-2A82-C06C-7A847CEF094A}"/>
              </a:ext>
            </a:extLst>
          </p:cNvPr>
          <p:cNvSpPr/>
          <p:nvPr/>
        </p:nvSpPr>
        <p:spPr>
          <a:xfrm>
            <a:off x="8325567" y="1399718"/>
            <a:ext cx="108268" cy="1082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215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347713-06BC-060E-E58B-EBD130B72E4A}"/>
              </a:ext>
            </a:extLst>
          </p:cNvPr>
          <p:cNvSpPr txBox="1"/>
          <p:nvPr/>
        </p:nvSpPr>
        <p:spPr>
          <a:xfrm>
            <a:off x="8021979" y="1634852"/>
            <a:ext cx="677430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2010s</a:t>
            </a:r>
            <a:endParaRPr lang="en-US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21C9EF-F287-C1D3-6216-E71E966B0922}"/>
              </a:ext>
            </a:extLst>
          </p:cNvPr>
          <p:cNvSpPr txBox="1"/>
          <p:nvPr/>
        </p:nvSpPr>
        <p:spPr>
          <a:xfrm>
            <a:off x="7808736" y="1940797"/>
            <a:ext cx="1102481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 산업혁명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3BCF23F-B325-106A-A101-15DDAF59EFD3}"/>
              </a:ext>
            </a:extLst>
          </p:cNvPr>
          <p:cNvSpPr/>
          <p:nvPr/>
        </p:nvSpPr>
        <p:spPr>
          <a:xfrm>
            <a:off x="593118" y="2879493"/>
            <a:ext cx="615194" cy="91935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SK</a:t>
            </a:r>
            <a:r>
              <a:rPr lang="ko-KR" altLang="en-US" sz="1477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의</a:t>
            </a:r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/>
            <a:r>
              <a:rPr lang="ko-KR" altLang="en-US" sz="1477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전략</a:t>
            </a:r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66681A3-6821-40FD-A16C-ED1940E4BD9C}"/>
              </a:ext>
            </a:extLst>
          </p:cNvPr>
          <p:cNvSpPr/>
          <p:nvPr/>
        </p:nvSpPr>
        <p:spPr>
          <a:xfrm>
            <a:off x="593118" y="4039675"/>
            <a:ext cx="615194" cy="23816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VWBE</a:t>
            </a:r>
          </a:p>
          <a:p>
            <a:pPr algn="ctr"/>
            <a:r>
              <a:rPr lang="en-US" altLang="ko-KR" sz="1477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477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패기</a:t>
            </a:r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36C9611-6DA1-2847-83FD-4CD225BB7490}"/>
              </a:ext>
            </a:extLst>
          </p:cNvPr>
          <p:cNvSpPr/>
          <p:nvPr/>
        </p:nvSpPr>
        <p:spPr>
          <a:xfrm>
            <a:off x="10180406" y="1399718"/>
            <a:ext cx="108268" cy="1082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215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5C89B1-9716-09CC-DBCE-1CD488F3D20C}"/>
              </a:ext>
            </a:extLst>
          </p:cNvPr>
          <p:cNvSpPr txBox="1"/>
          <p:nvPr/>
        </p:nvSpPr>
        <p:spPr>
          <a:xfrm>
            <a:off x="9961139" y="1634852"/>
            <a:ext cx="492699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현재</a:t>
            </a:r>
            <a:endParaRPr lang="en-US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A30E56-FF82-B954-DFE3-D8CA2AA8371E}"/>
              </a:ext>
            </a:extLst>
          </p:cNvPr>
          <p:cNvSpPr txBox="1"/>
          <p:nvPr/>
        </p:nvSpPr>
        <p:spPr>
          <a:xfrm>
            <a:off x="9831546" y="1940797"/>
            <a:ext cx="757580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AX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시대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5754FD-1E47-0B33-E09B-9CD816B4C5A2}"/>
              </a:ext>
            </a:extLst>
          </p:cNvPr>
          <p:cNvSpPr txBox="1"/>
          <p:nvPr/>
        </p:nvSpPr>
        <p:spPr>
          <a:xfrm>
            <a:off x="1395234" y="3093129"/>
            <a:ext cx="1648015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선경직물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창업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수직계열화 비전 선포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alpha val="60000"/>
                </a:schemeClr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4C0DD7-C98D-48E0-C5CB-0FFC3C98AB46}"/>
              </a:ext>
            </a:extLst>
          </p:cNvPr>
          <p:cNvSpPr txBox="1"/>
          <p:nvPr/>
        </p:nvSpPr>
        <p:spPr>
          <a:xfrm>
            <a:off x="3399094" y="3093129"/>
            <a:ext cx="1720279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유공 인수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alpha val="60000"/>
                </a:schemeClr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에너지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화학 체제 완성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alpha val="60000"/>
                </a:schemeClr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7535F2-788D-727F-6C80-C4305FF011FC}"/>
              </a:ext>
            </a:extLst>
          </p:cNvPr>
          <p:cNvSpPr txBox="1"/>
          <p:nvPr/>
        </p:nvSpPr>
        <p:spPr>
          <a:xfrm>
            <a:off x="5456516" y="3093129"/>
            <a:ext cx="1532599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정보통신 사업 진출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지주사 체제 전환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alpha val="60000"/>
                </a:schemeClr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284405-6AC3-3147-DEDD-F88DFCB00781}"/>
              </a:ext>
            </a:extLst>
          </p:cNvPr>
          <p:cNvSpPr txBox="1"/>
          <p:nvPr/>
        </p:nvSpPr>
        <p:spPr>
          <a:xfrm>
            <a:off x="7539063" y="3093129"/>
            <a:ext cx="1232838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하이닉스 인수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Deep Change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75FCFD-157E-8881-B465-BE974410DD11}"/>
              </a:ext>
            </a:extLst>
          </p:cNvPr>
          <p:cNvSpPr txBox="1"/>
          <p:nvPr/>
        </p:nvSpPr>
        <p:spPr>
          <a:xfrm>
            <a:off x="9552507" y="3093129"/>
            <a:ext cx="1373902" cy="546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77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밸류체인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 통합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alpha val="60000"/>
                  </a:schemeClr>
                </a:solidFill>
                <a:latin typeface="+mj-lt"/>
                <a:ea typeface="Pretendard" panose="02000503000000020004" pitchFamily="50" charset="-127"/>
                <a:cs typeface="Pretendard" panose="02000503000000020004" pitchFamily="50" charset="-127"/>
              </a:rPr>
              <a:t>질적 성장 추구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alpha val="60000"/>
                </a:schemeClr>
              </a:solidFill>
              <a:latin typeface="+mj-lt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DD0B1849-867B-64AD-F44B-3DA7AE8C83A6}"/>
              </a:ext>
            </a:extLst>
          </p:cNvPr>
          <p:cNvCxnSpPr>
            <a:cxnSpLocks/>
          </p:cNvCxnSpPr>
          <p:nvPr/>
        </p:nvCxnSpPr>
        <p:spPr>
          <a:xfrm>
            <a:off x="581539" y="3925816"/>
            <a:ext cx="10879100" cy="0"/>
          </a:xfrm>
          <a:prstGeom prst="line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3725C029-E96E-EDB1-74BA-6B4B98AB0DA8}"/>
              </a:ext>
            </a:extLst>
          </p:cNvPr>
          <p:cNvGrpSpPr/>
          <p:nvPr/>
        </p:nvGrpSpPr>
        <p:grpSpPr>
          <a:xfrm>
            <a:off x="1387389" y="4139205"/>
            <a:ext cx="1886286" cy="2178115"/>
            <a:chOff x="1131611" y="4525498"/>
            <a:chExt cx="1532607" cy="1769719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A6333BF-27D2-8D33-F1A6-4BD32250FE70}"/>
                </a:ext>
              </a:extLst>
            </p:cNvPr>
            <p:cNvSpPr txBox="1"/>
            <p:nvPr/>
          </p:nvSpPr>
          <p:spPr>
            <a:xfrm>
              <a:off x="1131611" y="4809955"/>
              <a:ext cx="1532607" cy="435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선경人이 </a:t>
              </a:r>
              <a:r>
                <a:rPr lang="ko-KR" altLang="en-US" sz="1354" spc="-37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갖춰야할</a:t>
              </a: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자세인</a:t>
              </a:r>
            </a:p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패기의 정의 정립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2226820-5890-2543-38FF-A57349A5A33E}"/>
                </a:ext>
              </a:extLst>
            </p:cNvPr>
            <p:cNvSpPr txBox="1"/>
            <p:nvPr/>
          </p:nvSpPr>
          <p:spPr>
            <a:xfrm>
              <a:off x="1131611" y="5496508"/>
              <a:ext cx="1254562" cy="7987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사고는 적극적으로 하고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행동은 진취적으로 하며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일 처리는 빈틈없고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야무지게 하는 자세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E590249-AA4A-9FBD-3034-60EB28345475}"/>
                </a:ext>
              </a:extLst>
            </p:cNvPr>
            <p:cNvSpPr txBox="1"/>
            <p:nvPr/>
          </p:nvSpPr>
          <p:spPr>
            <a:xfrm>
              <a:off x="1131611" y="4525498"/>
              <a:ext cx="1138593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초판 정립 </a:t>
              </a: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(1979)</a:t>
              </a:r>
              <a:endParaRPr lang="en-US" sz="135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65B26359-D3BD-0268-6DE5-D7C9290BC5FE}"/>
              </a:ext>
            </a:extLst>
          </p:cNvPr>
          <p:cNvGrpSpPr/>
          <p:nvPr/>
        </p:nvGrpSpPr>
        <p:grpSpPr>
          <a:xfrm>
            <a:off x="3377709" y="4139206"/>
            <a:ext cx="1858779" cy="2405420"/>
            <a:chOff x="2784443" y="4525498"/>
            <a:chExt cx="1510258" cy="1954404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0218950-8CD6-2781-1F6E-D5E1BC8A6835}"/>
                </a:ext>
              </a:extLst>
            </p:cNvPr>
            <p:cNvSpPr txBox="1"/>
            <p:nvPr/>
          </p:nvSpPr>
          <p:spPr>
            <a:xfrm>
              <a:off x="2784443" y="4809955"/>
              <a:ext cx="1040076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패기의 정의 보완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62642F1-A549-A4B0-9686-6850268352FD}"/>
                </a:ext>
              </a:extLst>
            </p:cNvPr>
            <p:cNvSpPr txBox="1"/>
            <p:nvPr/>
          </p:nvSpPr>
          <p:spPr>
            <a:xfrm>
              <a:off x="2784443" y="5496508"/>
              <a:ext cx="1510258" cy="9833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231" spc="-74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패기란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일과 싸워서 이기는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기질로 사고는 적극적으로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하고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행동은 진취적으로 하며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일처리는 빈틈없고 야무지게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하는 것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2C59DBE-9CAC-2C64-29FB-8568F14CAE76}"/>
                </a:ext>
              </a:extLst>
            </p:cNvPr>
            <p:cNvSpPr txBox="1"/>
            <p:nvPr/>
          </p:nvSpPr>
          <p:spPr>
            <a:xfrm>
              <a:off x="2784443" y="4525498"/>
              <a:ext cx="1108637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3</a:t>
              </a:r>
              <a:r>
                <a:rPr lang="ko-KR" altLang="en-US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차 개정 </a:t>
              </a: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(1982)</a:t>
              </a:r>
              <a:endParaRPr lang="en-US" sz="135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AB9F64EC-7EC7-B435-87D5-E9A14BB516D7}"/>
              </a:ext>
            </a:extLst>
          </p:cNvPr>
          <p:cNvGrpSpPr/>
          <p:nvPr/>
        </p:nvGrpSpPr>
        <p:grpSpPr>
          <a:xfrm>
            <a:off x="5486009" y="4139205"/>
            <a:ext cx="2026591" cy="2178115"/>
            <a:chOff x="4437275" y="4525498"/>
            <a:chExt cx="1646605" cy="1769719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35DA325-1425-A6AC-8C01-3D00E4C158DA}"/>
                </a:ext>
              </a:extLst>
            </p:cNvPr>
            <p:cNvSpPr txBox="1"/>
            <p:nvPr/>
          </p:nvSpPr>
          <p:spPr>
            <a:xfrm>
              <a:off x="4437275" y="4809955"/>
              <a:ext cx="1646605" cy="621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VWBE, SUPEX </a:t>
              </a: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정의 및</a:t>
              </a:r>
              <a:endParaRPr lang="en-US" altLang="ko-KR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패기와 </a:t>
              </a: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Super Excellent</a:t>
              </a:r>
            </a:p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의 연관성 정의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52B2558-5C88-9DEC-01BB-25D8777DB05B}"/>
                </a:ext>
              </a:extLst>
            </p:cNvPr>
            <p:cNvSpPr txBox="1"/>
            <p:nvPr/>
          </p:nvSpPr>
          <p:spPr>
            <a:xfrm>
              <a:off x="4437275" y="5496508"/>
              <a:ext cx="1253885" cy="7987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Training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을 통해 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패기 수준을 높이면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Super Excellent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수준을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지속적으로 추구 가능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6EAAB17-3946-FAC5-971F-BE02550C7B21}"/>
                </a:ext>
              </a:extLst>
            </p:cNvPr>
            <p:cNvSpPr txBox="1"/>
            <p:nvPr/>
          </p:nvSpPr>
          <p:spPr>
            <a:xfrm>
              <a:off x="4437275" y="4525498"/>
              <a:ext cx="1106032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7</a:t>
              </a:r>
              <a:r>
                <a:rPr lang="ko-KR" altLang="en-US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차 개정 </a:t>
              </a: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(1990)</a:t>
              </a:r>
              <a:endParaRPr lang="en-US" sz="135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F7D1C66-9D35-FF89-1214-917DDF0C4E9F}"/>
              </a:ext>
            </a:extLst>
          </p:cNvPr>
          <p:cNvGrpSpPr/>
          <p:nvPr/>
        </p:nvGrpSpPr>
        <p:grpSpPr>
          <a:xfrm>
            <a:off x="7533501" y="4139207"/>
            <a:ext cx="2026591" cy="1950810"/>
            <a:chOff x="4437275" y="4525498"/>
            <a:chExt cx="1646605" cy="1585033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936DFD6-45BE-F13C-8DFF-4EA7F5E376AA}"/>
                </a:ext>
              </a:extLst>
            </p:cNvPr>
            <p:cNvSpPr txBox="1"/>
            <p:nvPr/>
          </p:nvSpPr>
          <p:spPr>
            <a:xfrm>
              <a:off x="4437275" y="4809955"/>
              <a:ext cx="1646605" cy="435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VWBE </a:t>
              </a: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통한 </a:t>
              </a: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SUPEX </a:t>
              </a:r>
            </a:p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추구</a:t>
              </a: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,</a:t>
              </a: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패기 문화 형성 강조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22EF77A-AFEE-1A94-B1AF-55CB3667A418}"/>
                </a:ext>
              </a:extLst>
            </p:cNvPr>
            <p:cNvSpPr txBox="1"/>
            <p:nvPr/>
          </p:nvSpPr>
          <p:spPr>
            <a:xfrm>
              <a:off x="4437275" y="5496508"/>
              <a:ext cx="1382410" cy="6140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자발적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의욕적 두뇌 활용이 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외부로 발현되는 모습이 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일과 싸워서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이기는 패기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ED91E27-A679-09F3-6F1E-D5632A6E88CE}"/>
                </a:ext>
              </a:extLst>
            </p:cNvPr>
            <p:cNvSpPr txBox="1"/>
            <p:nvPr/>
          </p:nvSpPr>
          <p:spPr>
            <a:xfrm>
              <a:off x="4437275" y="4525498"/>
              <a:ext cx="1175062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13</a:t>
              </a:r>
              <a:r>
                <a:rPr lang="ko-KR" altLang="en-US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차 개정 </a:t>
              </a: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(2016)</a:t>
              </a:r>
              <a:endParaRPr lang="en-US" sz="135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32393765-0443-63D7-092E-B05CE709E4A6}"/>
              </a:ext>
            </a:extLst>
          </p:cNvPr>
          <p:cNvGrpSpPr/>
          <p:nvPr/>
        </p:nvGrpSpPr>
        <p:grpSpPr>
          <a:xfrm>
            <a:off x="9538066" y="4139205"/>
            <a:ext cx="2026591" cy="2178115"/>
            <a:chOff x="4437275" y="4525498"/>
            <a:chExt cx="1646605" cy="1769719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FC5F36EF-278F-78BD-07DB-311E8F4F7C44}"/>
                </a:ext>
              </a:extLst>
            </p:cNvPr>
            <p:cNvSpPr txBox="1"/>
            <p:nvPr/>
          </p:nvSpPr>
          <p:spPr>
            <a:xfrm>
              <a:off x="4437275" y="4809955"/>
              <a:ext cx="1646605" cy="621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구성원 행복</a:t>
              </a: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-VWBE </a:t>
              </a: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문화</a:t>
              </a:r>
              <a:endParaRPr lang="en-US" altLang="ko-KR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l">
                <a:lnSpc>
                  <a:spcPct val="110000"/>
                </a:lnSpc>
              </a:pP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-SUPEX Company</a:t>
              </a: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의</a:t>
              </a:r>
              <a:endParaRPr lang="en-US" altLang="ko-KR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선순환 구조 명시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E4C400F-00D7-7356-5934-C2DEBA3ED2DE}"/>
                </a:ext>
              </a:extLst>
            </p:cNvPr>
            <p:cNvSpPr txBox="1"/>
            <p:nvPr/>
          </p:nvSpPr>
          <p:spPr>
            <a:xfrm>
              <a:off x="4437275" y="5496508"/>
              <a:ext cx="1638105" cy="7987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VWBE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한 구성원은 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SUPEX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를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추구해 경제적 가치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사회적 가치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구성원 행복을 창출하는 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SUPEX</a:t>
              </a:r>
            </a:p>
            <a:p>
              <a:pPr>
                <a:lnSpc>
                  <a:spcPct val="120000"/>
                </a:lnSpc>
              </a:pP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Company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를 만듦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8C24A58-E073-B292-D358-BA12E8304E80}"/>
                </a:ext>
              </a:extLst>
            </p:cNvPr>
            <p:cNvSpPr txBox="1"/>
            <p:nvPr/>
          </p:nvSpPr>
          <p:spPr>
            <a:xfrm>
              <a:off x="4437275" y="4525498"/>
              <a:ext cx="1197202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14</a:t>
              </a:r>
              <a:r>
                <a:rPr lang="ko-KR" altLang="en-US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차 개정 </a:t>
              </a: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(2020)</a:t>
              </a:r>
              <a:endParaRPr lang="en-US" sz="135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A80A0DE-9EAB-9DCF-2951-00B527964002}"/>
              </a:ext>
            </a:extLst>
          </p:cNvPr>
          <p:cNvSpPr txBox="1"/>
          <p:nvPr/>
        </p:nvSpPr>
        <p:spPr>
          <a:xfrm>
            <a:off x="652537" y="-499299"/>
            <a:ext cx="1756763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VWBE</a:t>
            </a:r>
            <a:r>
              <a:rPr lang="ko-KR" altLang="en-US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의 변천사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F92B174-887E-49CD-7CB4-B6EE256263EA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latin typeface="Montserrat ExtraBold" panose="00000900000000000000" pitchFamily="2" charset="0"/>
              </a:rPr>
              <a:t>1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61762C86-4CD5-466A-7120-CBCE53CCA04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278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8F14E-2704-9B58-DF55-C70A6F4AC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064A7788-D6B4-0977-6AAE-F532215E3E61}"/>
              </a:ext>
            </a:extLst>
          </p:cNvPr>
          <p:cNvSpPr/>
          <p:nvPr/>
        </p:nvSpPr>
        <p:spPr>
          <a:xfrm>
            <a:off x="928037" y="1381626"/>
            <a:ext cx="4902033" cy="5469269"/>
          </a:xfrm>
          <a:prstGeom prst="roundRect">
            <a:avLst>
              <a:gd name="adj" fmla="val 5997"/>
            </a:avLst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ED8AE01D-EF80-EC3B-54D3-54074A9C73C4}"/>
              </a:ext>
            </a:extLst>
          </p:cNvPr>
          <p:cNvGrpSpPr/>
          <p:nvPr/>
        </p:nvGrpSpPr>
        <p:grpSpPr>
          <a:xfrm>
            <a:off x="1254369" y="1696864"/>
            <a:ext cx="4390966" cy="4949325"/>
            <a:chOff x="941300" y="1678875"/>
            <a:chExt cx="3691514" cy="4160931"/>
          </a:xfrm>
        </p:grpSpPr>
        <p:sp>
          <p:nvSpPr>
            <p:cNvPr id="29" name="Rectangle 1">
              <a:extLst>
                <a:ext uri="{FF2B5EF4-FFF2-40B4-BE49-F238E27FC236}">
                  <a16:creationId xmlns:a16="http://schemas.microsoft.com/office/drawing/2014/main" id="{6DA81CA8-4732-7F00-E3CF-A847FD3B0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2083" y="5582187"/>
              <a:ext cx="1940731" cy="2576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- SKMS 14</a:t>
              </a: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차 실행원리</a:t>
              </a: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(2020)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50CF1B6-615E-8E81-96A5-4117781435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124" t="2324" r="3841" b="17459"/>
            <a:stretch/>
          </p:blipFill>
          <p:spPr>
            <a:xfrm>
              <a:off x="941300" y="1678875"/>
              <a:ext cx="3597311" cy="3832747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7C79E96-8D9A-8728-88DC-11A108C59A20}"/>
                </a:ext>
              </a:extLst>
            </p:cNvPr>
            <p:cNvSpPr/>
            <p:nvPr/>
          </p:nvSpPr>
          <p:spPr>
            <a:xfrm>
              <a:off x="1135380" y="2267202"/>
              <a:ext cx="2340440" cy="167640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15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B4DB88D-B41D-0E0F-3BFA-557984ABA21A}"/>
                </a:ext>
              </a:extLst>
            </p:cNvPr>
            <p:cNvSpPr/>
            <p:nvPr/>
          </p:nvSpPr>
          <p:spPr>
            <a:xfrm>
              <a:off x="1135380" y="2472942"/>
              <a:ext cx="1395968" cy="167640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15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1902DDB-0DB4-1C2A-C588-0AD4A34FE4CF}"/>
                </a:ext>
              </a:extLst>
            </p:cNvPr>
            <p:cNvSpPr/>
            <p:nvPr/>
          </p:nvSpPr>
          <p:spPr>
            <a:xfrm>
              <a:off x="1124047" y="3318098"/>
              <a:ext cx="2934928" cy="167640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15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D54CC1E-F310-9A4F-1F01-2F07CB13D500}"/>
                </a:ext>
              </a:extLst>
            </p:cNvPr>
            <p:cNvSpPr/>
            <p:nvPr/>
          </p:nvSpPr>
          <p:spPr>
            <a:xfrm>
              <a:off x="1124047" y="3533693"/>
              <a:ext cx="2543986" cy="167640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15" dirty="0"/>
            </a:p>
          </p:txBody>
        </p: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34CAE0-D1DD-E6ED-B7CA-B9BE120AD944}"/>
              </a:ext>
            </a:extLst>
          </p:cNvPr>
          <p:cNvSpPr txBox="1">
            <a:spLocks/>
          </p:cNvSpPr>
          <p:nvPr/>
        </p:nvSpPr>
        <p:spPr>
          <a:xfrm>
            <a:off x="3277644" y="361658"/>
            <a:ext cx="5880328" cy="389209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>
            <a:lvl1pPr marL="0" indent="0" algn="ctr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None/>
              <a:defRPr lang="ko-KR" altLang="en-US" sz="1800" b="1" kern="1200" baseline="0" dirty="0" smtClean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130969" indent="0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35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1125444" latinLnBrk="1">
              <a:lnSpc>
                <a:spcPct val="110000"/>
              </a:lnSpc>
            </a:pPr>
            <a:r>
              <a:rPr lang="en-US" altLang="ko-KR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VWBE</a:t>
            </a: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와 패기</a:t>
            </a:r>
            <a:r>
              <a:rPr lang="en-US" altLang="ko-KR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지적 몰입이 만드는 한계 돌파의 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C5F98-DEBB-320F-7108-C55E7CF7D75C}"/>
              </a:ext>
            </a:extLst>
          </p:cNvPr>
          <p:cNvSpPr txBox="1"/>
          <p:nvPr/>
        </p:nvSpPr>
        <p:spPr>
          <a:xfrm>
            <a:off x="652536" y="-499299"/>
            <a:ext cx="2223622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VWBE</a:t>
            </a:r>
            <a:r>
              <a:rPr lang="ko-KR" altLang="en-US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와 패기의 구조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F8B04F-D89E-19FA-F10E-118D34042D0B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latin typeface="Montserrat ExtraBold" panose="00000900000000000000" pitchFamily="2" charset="0"/>
              </a:rPr>
              <a:t>2</a:t>
            </a: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B6BF93A3-9B67-BA4E-C066-A88C514956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B309713-BF63-E202-BD24-A8E16275D5FB}"/>
              </a:ext>
            </a:extLst>
          </p:cNvPr>
          <p:cNvSpPr/>
          <p:nvPr/>
        </p:nvSpPr>
        <p:spPr>
          <a:xfrm>
            <a:off x="6929956" y="1857085"/>
            <a:ext cx="3518754" cy="1496721"/>
          </a:xfrm>
          <a:prstGeom prst="roundRect">
            <a:avLst>
              <a:gd name="adj" fmla="val 5997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9EABF7-C2AE-F26C-7663-4A31642B4AFE}"/>
              </a:ext>
            </a:extLst>
          </p:cNvPr>
          <p:cNvSpPr txBox="1"/>
          <p:nvPr/>
        </p:nvSpPr>
        <p:spPr>
          <a:xfrm>
            <a:off x="8388482" y="2024655"/>
            <a:ext cx="601703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패기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9ED4CD-31B3-E62D-13A4-1D1053749962}"/>
              </a:ext>
            </a:extLst>
          </p:cNvPr>
          <p:cNvSpPr txBox="1"/>
          <p:nvPr/>
        </p:nvSpPr>
        <p:spPr>
          <a:xfrm>
            <a:off x="7335693" y="2461514"/>
            <a:ext cx="2707280" cy="615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VWBE 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라는 보이지 않는 두뇌 활동이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구체적인 활동으로 이어진 상태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07439E-A854-75F3-F50D-7590A656C940}"/>
              </a:ext>
            </a:extLst>
          </p:cNvPr>
          <p:cNvSpPr txBox="1"/>
          <p:nvPr/>
        </p:nvSpPr>
        <p:spPr>
          <a:xfrm>
            <a:off x="7249997" y="1253305"/>
            <a:ext cx="2878673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보이는</a:t>
            </a: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행동</a:t>
            </a: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/</a:t>
            </a:r>
            <a:r>
              <a:rPr lang="ko-KR" altLang="en-US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결과 </a:t>
            </a: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(External)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041C70A-853B-7B4C-7902-6420F7B7DD4E}"/>
              </a:ext>
            </a:extLst>
          </p:cNvPr>
          <p:cNvSpPr/>
          <p:nvPr/>
        </p:nvSpPr>
        <p:spPr>
          <a:xfrm>
            <a:off x="6929956" y="4840046"/>
            <a:ext cx="3518754" cy="1496721"/>
          </a:xfrm>
          <a:prstGeom prst="roundRect">
            <a:avLst>
              <a:gd name="adj" fmla="val 5997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645633-931E-3A0E-32EC-33BE0A6CBF42}"/>
              </a:ext>
            </a:extLst>
          </p:cNvPr>
          <p:cNvSpPr txBox="1"/>
          <p:nvPr/>
        </p:nvSpPr>
        <p:spPr>
          <a:xfrm>
            <a:off x="8252900" y="5042011"/>
            <a:ext cx="872868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VWBE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328187-977F-2F26-AA2B-1604884DE385}"/>
              </a:ext>
            </a:extLst>
          </p:cNvPr>
          <p:cNvSpPr txBox="1"/>
          <p:nvPr/>
        </p:nvSpPr>
        <p:spPr>
          <a:xfrm>
            <a:off x="7345375" y="5478870"/>
            <a:ext cx="2687915" cy="615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내면에서 일어나는 사고의 정렬 과정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algn="ctr">
              <a:lnSpc>
                <a:spcPct val="120000"/>
              </a:lnSpc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장애요인을 찾아내는 지적 몰입 활동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70BD9A-F35B-97C6-8178-5627AD80EC18}"/>
              </a:ext>
            </a:extLst>
          </p:cNvPr>
          <p:cNvSpPr txBox="1"/>
          <p:nvPr/>
        </p:nvSpPr>
        <p:spPr>
          <a:xfrm>
            <a:off x="7300493" y="6458416"/>
            <a:ext cx="2777683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보이지</a:t>
            </a: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않는 엔진 </a:t>
            </a: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(Internal)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35D3634-69BA-B321-13A7-0532E66DA464}"/>
              </a:ext>
            </a:extLst>
          </p:cNvPr>
          <p:cNvGrpSpPr/>
          <p:nvPr/>
        </p:nvGrpSpPr>
        <p:grpSpPr>
          <a:xfrm>
            <a:off x="8122122" y="3259131"/>
            <a:ext cx="1134412" cy="1580914"/>
            <a:chOff x="6599227" y="3290982"/>
            <a:chExt cx="921710" cy="1284493"/>
          </a:xfrm>
        </p:grpSpPr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28F80F88-B007-3984-1AB0-346CA8C2B9D7}"/>
                </a:ext>
              </a:extLst>
            </p:cNvPr>
            <p:cNvCxnSpPr>
              <a:cxnSpLocks/>
              <a:stCxn id="16" idx="2"/>
              <a:endCxn id="21" idx="0"/>
            </p:cNvCxnSpPr>
            <p:nvPr/>
          </p:nvCxnSpPr>
          <p:spPr>
            <a:xfrm>
              <a:off x="7060083" y="3367905"/>
              <a:ext cx="0" cy="1207570"/>
            </a:xfrm>
            <a:prstGeom prst="straightConnector1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6041BE7-4D42-9134-115B-2D2D2B3D2B20}"/>
                </a:ext>
              </a:extLst>
            </p:cNvPr>
            <p:cNvSpPr txBox="1"/>
            <p:nvPr/>
          </p:nvSpPr>
          <p:spPr>
            <a:xfrm>
              <a:off x="6599227" y="3840827"/>
              <a:ext cx="921710" cy="29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723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외부로 발현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A9974C9-FD90-1FF1-F74C-C5EF0D998507}"/>
                </a:ext>
              </a:extLst>
            </p:cNvPr>
            <p:cNvSpPr txBox="1"/>
            <p:nvPr/>
          </p:nvSpPr>
          <p:spPr>
            <a:xfrm rot="16200000">
              <a:off x="6903486" y="3262303"/>
              <a:ext cx="270648" cy="328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171450" indent="-171450">
                <a:lnSpc>
                  <a:spcPct val="110000"/>
                </a:lnSpc>
                <a:buFont typeface="Wingdings" panose="05000000000000000000" pitchFamily="2" charset="2"/>
                <a:buChar char="§"/>
                <a:defRPr sz="1200" spc="-8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pPr marL="0" indent="0" algn="r">
                <a:buNone/>
              </a:pPr>
              <a:r>
                <a:rPr lang="en-US" altLang="ko-KR" sz="1969" dirty="0">
                  <a:solidFill>
                    <a:schemeClr val="bg1">
                      <a:lumMod val="65000"/>
                    </a:schemeClr>
                  </a:solidFill>
                  <a:latin typeface="+mj-lt"/>
                </a:rPr>
                <a:t>&gt;</a:t>
              </a:r>
              <a:endParaRPr lang="en-US" sz="1969" dirty="0">
                <a:solidFill>
                  <a:schemeClr val="bg1">
                    <a:lumMod val="65000"/>
                  </a:schemeClr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566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C78EB-ACA5-9213-15A8-B924EDC76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FCB72A5-F4CB-F06C-5E83-E1BFDE89885A}"/>
              </a:ext>
            </a:extLst>
          </p:cNvPr>
          <p:cNvGrpSpPr/>
          <p:nvPr/>
        </p:nvGrpSpPr>
        <p:grpSpPr>
          <a:xfrm>
            <a:off x="7309020" y="2900236"/>
            <a:ext cx="3325477" cy="3163680"/>
            <a:chOff x="5938578" y="2999379"/>
            <a:chExt cx="2701950" cy="2570490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7F80223-E3F9-9F44-B683-AA5EF60CD47B}"/>
                </a:ext>
              </a:extLst>
            </p:cNvPr>
            <p:cNvSpPr/>
            <p:nvPr/>
          </p:nvSpPr>
          <p:spPr>
            <a:xfrm>
              <a:off x="5938578" y="2999379"/>
              <a:ext cx="2516791" cy="2516791"/>
            </a:xfrm>
            <a:prstGeom prst="ellipse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69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5374DE2-074F-29FB-789B-B9C0939B7B6B}"/>
                </a:ext>
              </a:extLst>
            </p:cNvPr>
            <p:cNvSpPr txBox="1"/>
            <p:nvPr/>
          </p:nvSpPr>
          <p:spPr>
            <a:xfrm rot="19755188">
              <a:off x="6334625" y="3047206"/>
              <a:ext cx="270648" cy="328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171450" indent="-171450">
                <a:lnSpc>
                  <a:spcPct val="110000"/>
                </a:lnSpc>
                <a:buFont typeface="Wingdings" panose="05000000000000000000" pitchFamily="2" charset="2"/>
                <a:buChar char="§"/>
                <a:defRPr sz="1200" spc="-8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pPr marL="0" indent="0" algn="r">
                <a:buNone/>
              </a:pPr>
              <a:r>
                <a:rPr lang="en-US" altLang="ko-KR" sz="1969" dirty="0">
                  <a:solidFill>
                    <a:schemeClr val="bg1">
                      <a:lumMod val="65000"/>
                    </a:schemeClr>
                  </a:solidFill>
                  <a:latin typeface="+mj-lt"/>
                </a:rPr>
                <a:t>&gt;</a:t>
              </a:r>
              <a:endParaRPr lang="en-US" sz="1969" dirty="0">
                <a:solidFill>
                  <a:schemeClr val="bg1">
                    <a:lumMod val="65000"/>
                  </a:schemeClr>
                </a:solidFill>
                <a:latin typeface="+mj-lt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544E229-0621-9841-888D-D06A3E580C2D}"/>
                </a:ext>
              </a:extLst>
            </p:cNvPr>
            <p:cNvSpPr txBox="1"/>
            <p:nvPr/>
          </p:nvSpPr>
          <p:spPr>
            <a:xfrm rot="5125165">
              <a:off x="8341201" y="4019532"/>
              <a:ext cx="270648" cy="328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171450" indent="-171450">
                <a:lnSpc>
                  <a:spcPct val="110000"/>
                </a:lnSpc>
                <a:buFont typeface="Wingdings" panose="05000000000000000000" pitchFamily="2" charset="2"/>
                <a:buChar char="§"/>
                <a:defRPr sz="1200" spc="-8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pPr marL="0" indent="0" algn="r">
                <a:buNone/>
              </a:pPr>
              <a:r>
                <a:rPr lang="en-US" altLang="ko-KR" sz="1969" dirty="0">
                  <a:solidFill>
                    <a:schemeClr val="bg1">
                      <a:lumMod val="65000"/>
                    </a:schemeClr>
                  </a:solidFill>
                  <a:latin typeface="+mj-lt"/>
                </a:rPr>
                <a:t>&gt;</a:t>
              </a:r>
              <a:endParaRPr lang="en-US" sz="1969" dirty="0">
                <a:solidFill>
                  <a:schemeClr val="bg1">
                    <a:lumMod val="65000"/>
                  </a:schemeClr>
                </a:solidFill>
                <a:latin typeface="+mj-lt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9FCEA47-F8C8-D4B8-6F7F-172C4C0CE369}"/>
                </a:ext>
              </a:extLst>
            </p:cNvPr>
            <p:cNvSpPr txBox="1"/>
            <p:nvPr/>
          </p:nvSpPr>
          <p:spPr>
            <a:xfrm rot="12662630">
              <a:off x="6503694" y="5241863"/>
              <a:ext cx="270648" cy="328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171450" indent="-171450">
                <a:lnSpc>
                  <a:spcPct val="110000"/>
                </a:lnSpc>
                <a:buFont typeface="Wingdings" panose="05000000000000000000" pitchFamily="2" charset="2"/>
                <a:buChar char="§"/>
                <a:defRPr sz="1200" spc="-8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pPr marL="0" indent="0" algn="r">
                <a:buNone/>
              </a:pPr>
              <a:r>
                <a:rPr lang="en-US" altLang="ko-KR" sz="1969" dirty="0">
                  <a:solidFill>
                    <a:schemeClr val="bg1">
                      <a:lumMod val="65000"/>
                    </a:schemeClr>
                  </a:solidFill>
                  <a:latin typeface="+mj-lt"/>
                </a:rPr>
                <a:t>&gt;</a:t>
              </a:r>
              <a:endParaRPr lang="en-US" sz="1969" dirty="0">
                <a:solidFill>
                  <a:schemeClr val="bg1">
                    <a:lumMod val="6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F154EBA4-E82B-BF0A-7424-2DC5CC2A65F8}"/>
              </a:ext>
            </a:extLst>
          </p:cNvPr>
          <p:cNvGrpSpPr/>
          <p:nvPr/>
        </p:nvGrpSpPr>
        <p:grpSpPr>
          <a:xfrm>
            <a:off x="5698720" y="1026022"/>
            <a:ext cx="5599354" cy="5977690"/>
            <a:chOff x="4630210" y="1476580"/>
            <a:chExt cx="4549475" cy="4856873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A82BFF13-E863-610B-8803-24F51B6461E5}"/>
                </a:ext>
              </a:extLst>
            </p:cNvPr>
            <p:cNvGrpSpPr/>
            <p:nvPr/>
          </p:nvGrpSpPr>
          <p:grpSpPr>
            <a:xfrm flipH="1">
              <a:off x="4630210" y="3331833"/>
              <a:ext cx="1836708" cy="551236"/>
              <a:chOff x="4388591" y="6846205"/>
              <a:chExt cx="410770" cy="183711"/>
            </a:xfrm>
          </p:grpSpPr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205EBCE2-4CB8-0E90-1561-6A70C5B88E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70338" y="6846205"/>
                <a:ext cx="229023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9BC9A3C4-F0A7-6317-7793-4798D1BE59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88591" y="6846205"/>
                <a:ext cx="181747" cy="183711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13973298-00E1-8E77-2AFF-A6368D9547C6}"/>
                </a:ext>
              </a:extLst>
            </p:cNvPr>
            <p:cNvGrpSpPr/>
            <p:nvPr/>
          </p:nvGrpSpPr>
          <p:grpSpPr>
            <a:xfrm>
              <a:off x="5278618" y="1476580"/>
              <a:ext cx="3901067" cy="4856873"/>
              <a:chOff x="5278618" y="1476580"/>
              <a:chExt cx="3901067" cy="4856873"/>
            </a:xfrm>
          </p:grpSpPr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8B9870BE-BA76-C79B-13F5-17925D35C5AA}"/>
                  </a:ext>
                </a:extLst>
              </p:cNvPr>
              <p:cNvSpPr/>
              <p:nvPr/>
            </p:nvSpPr>
            <p:spPr>
              <a:xfrm>
                <a:off x="6379132" y="3439933"/>
                <a:ext cx="1635682" cy="163568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2857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969"/>
              </a:p>
            </p:txBody>
          </p:sp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645D9488-4EC2-7F10-F667-AC825E4B07A5}"/>
                  </a:ext>
                </a:extLst>
              </p:cNvPr>
              <p:cNvSpPr/>
              <p:nvPr/>
            </p:nvSpPr>
            <p:spPr>
              <a:xfrm>
                <a:off x="6521071" y="2501021"/>
                <a:ext cx="1351804" cy="135180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15"/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542E4479-09B8-65E5-8A9D-EF1B303371BB}"/>
                  </a:ext>
                </a:extLst>
              </p:cNvPr>
              <p:cNvSpPr/>
              <p:nvPr/>
            </p:nvSpPr>
            <p:spPr>
              <a:xfrm>
                <a:off x="5462156" y="4204134"/>
                <a:ext cx="1351804" cy="135180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15"/>
              </a:p>
            </p:txBody>
          </p: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437510D3-202D-2CA4-0D25-65BA2EEEF417}"/>
                  </a:ext>
                </a:extLst>
              </p:cNvPr>
              <p:cNvSpPr/>
              <p:nvPr/>
            </p:nvSpPr>
            <p:spPr>
              <a:xfrm>
                <a:off x="7579987" y="4204134"/>
                <a:ext cx="1351804" cy="135180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15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D59B6DA-AD7E-1D9C-52CC-5955ED7EE94E}"/>
                  </a:ext>
                </a:extLst>
              </p:cNvPr>
              <p:cNvSpPr txBox="1"/>
              <p:nvPr/>
            </p:nvSpPr>
            <p:spPr>
              <a:xfrm>
                <a:off x="6688762" y="3972299"/>
                <a:ext cx="1016424" cy="5988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ko-KR" altLang="en-US" sz="1969" spc="-37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경영철학에</a:t>
                </a:r>
                <a:endParaRPr lang="en-US" altLang="ko-KR" sz="1969" spc="-37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  <a:p>
                <a:pPr algn="ctr">
                  <a:lnSpc>
                    <a:spcPct val="110000"/>
                  </a:lnSpc>
                </a:pPr>
                <a:r>
                  <a:rPr lang="ko-KR" altLang="en-US" sz="1969" spc="-37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대한 </a:t>
                </a:r>
                <a:r>
                  <a:rPr lang="ko-KR" altLang="en-US" sz="1969" spc="-37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믿음</a:t>
                </a:r>
                <a:endParaRPr lang="en-US" altLang="ko-KR" sz="1969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8634F40-54A5-EE3E-9A76-BCD5D02F203E}"/>
                  </a:ext>
                </a:extLst>
              </p:cNvPr>
              <p:cNvSpPr txBox="1"/>
              <p:nvPr/>
            </p:nvSpPr>
            <p:spPr>
              <a:xfrm>
                <a:off x="6859217" y="2872151"/>
                <a:ext cx="658305" cy="5988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ko-KR" altLang="en-US" sz="1969" b="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구성원</a:t>
                </a:r>
                <a:endParaRPr lang="en-US" altLang="ko-KR" sz="1969" b="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>
                  <a:lnSpc>
                    <a:spcPct val="110000"/>
                  </a:lnSpc>
                </a:pPr>
                <a:r>
                  <a:rPr lang="ko-KR" altLang="en-US" sz="1969" b="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행복</a:t>
                </a:r>
                <a:endParaRPr lang="en-US" sz="1969" b="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09C8444-2D54-92FD-BE18-B4BEDF407D21}"/>
                  </a:ext>
                </a:extLst>
              </p:cNvPr>
              <p:cNvSpPr txBox="1"/>
              <p:nvPr/>
            </p:nvSpPr>
            <p:spPr>
              <a:xfrm>
                <a:off x="5593395" y="4553260"/>
                <a:ext cx="1023405" cy="5988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969" b="1" spc="-74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SUPEX</a:t>
                </a:r>
              </a:p>
              <a:p>
                <a:pPr algn="ctr">
                  <a:lnSpc>
                    <a:spcPct val="110000"/>
                  </a:lnSpc>
                </a:pPr>
                <a:r>
                  <a:rPr lang="en-US" sz="1969" b="1" spc="-74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Company</a:t>
                </a:r>
                <a:endParaRPr lang="en-US" sz="1969" b="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0439EB9-1D18-A21F-762D-41992A530CF4}"/>
                  </a:ext>
                </a:extLst>
              </p:cNvPr>
              <p:cNvSpPr txBox="1"/>
              <p:nvPr/>
            </p:nvSpPr>
            <p:spPr>
              <a:xfrm>
                <a:off x="7892923" y="4618698"/>
                <a:ext cx="722229" cy="5988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969" b="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VWBE</a:t>
                </a:r>
              </a:p>
              <a:p>
                <a:pPr algn="ctr">
                  <a:lnSpc>
                    <a:spcPct val="110000"/>
                  </a:lnSpc>
                </a:pPr>
                <a:r>
                  <a:rPr lang="ko-KR" altLang="en-US" sz="1969" b="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문화</a:t>
                </a:r>
                <a:endParaRPr lang="en-US" sz="1969" b="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98D6D0C-39B1-D1F4-DF39-BCC81E5E4F07}"/>
                  </a:ext>
                </a:extLst>
              </p:cNvPr>
              <p:cNvSpPr txBox="1"/>
              <p:nvPr/>
            </p:nvSpPr>
            <p:spPr>
              <a:xfrm>
                <a:off x="6653653" y="1476580"/>
                <a:ext cx="1081807" cy="328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171450" indent="-171450">
                  <a:lnSpc>
                    <a:spcPct val="110000"/>
                  </a:lnSpc>
                  <a:buFont typeface="Wingdings" panose="05000000000000000000" pitchFamily="2" charset="2"/>
                  <a:buChar char="§"/>
                  <a:defRPr sz="1200" spc="-8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defRPr>
                </a:lvl1pPr>
              </a:lstStyle>
              <a:p>
                <a:pPr marL="0" indent="0" algn="r">
                  <a:buNone/>
                </a:pPr>
                <a:r>
                  <a:rPr lang="en-US" altLang="ko-KR" sz="1969" dirty="0"/>
                  <a:t>[ </a:t>
                </a:r>
                <a:r>
                  <a:rPr lang="ko-KR" altLang="en-US" sz="1969" dirty="0"/>
                  <a:t>실행 원리 </a:t>
                </a:r>
                <a:r>
                  <a:rPr lang="en-US" altLang="ko-KR" sz="1969" dirty="0"/>
                  <a:t>]</a:t>
                </a:r>
                <a:endParaRPr lang="en-US" sz="1969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3A8A009-956B-9565-B33C-EC14879634BA}"/>
                  </a:ext>
                </a:extLst>
              </p:cNvPr>
              <p:cNvSpPr txBox="1"/>
              <p:nvPr/>
            </p:nvSpPr>
            <p:spPr>
              <a:xfrm>
                <a:off x="6156292" y="1814048"/>
                <a:ext cx="2086509" cy="328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171450" indent="-171450">
                  <a:lnSpc>
                    <a:spcPct val="110000"/>
                  </a:lnSpc>
                  <a:buFont typeface="Wingdings" panose="05000000000000000000" pitchFamily="2" charset="2"/>
                  <a:buChar char="§"/>
                  <a:defRPr sz="1200" spc="-8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defRPr>
                </a:lvl1pPr>
              </a:lstStyle>
              <a:p>
                <a:pPr marL="0" indent="0" algn="r">
                  <a:buNone/>
                </a:pPr>
                <a:r>
                  <a:rPr lang="ko-KR" altLang="en-US" sz="1969"/>
                  <a:t>구성원 행복으로의</a:t>
                </a:r>
                <a:r>
                  <a:rPr lang="en-US" altLang="ko-KR" sz="1969" dirty="0"/>
                  <a:t> </a:t>
                </a:r>
                <a:r>
                  <a:rPr lang="ko-KR" altLang="en-US" sz="1969" dirty="0"/>
                  <a:t>선순환</a:t>
                </a:r>
                <a:endParaRPr lang="en-US" sz="1969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A1D7BDB-DC4E-E7CA-F1ED-70BF9540B121}"/>
                  </a:ext>
                </a:extLst>
              </p:cNvPr>
              <p:cNvSpPr txBox="1"/>
              <p:nvPr/>
            </p:nvSpPr>
            <p:spPr>
              <a:xfrm>
                <a:off x="5278618" y="5833212"/>
                <a:ext cx="3901067" cy="500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algn="ctr">
                  <a:lnSpc>
                    <a:spcPct val="120000"/>
                  </a:lnSpc>
                  <a:defRPr sz="1200" spc="-6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defRPr>
                </a:lvl1pPr>
              </a:lstStyle>
              <a:p>
                <a:r>
                  <a:rPr lang="en-US" altLang="ko-KR" sz="1477" dirty="0"/>
                  <a:t>SUPEX </a:t>
                </a:r>
                <a:r>
                  <a:rPr lang="ko-KR" altLang="en-US" sz="1477" dirty="0"/>
                  <a:t>를 통해 구성원의 행복 함께 커질 수 있다는 믿음에서 출발</a:t>
                </a:r>
                <a:r>
                  <a:rPr lang="en-US" altLang="ko-KR" sz="1477" dirty="0"/>
                  <a:t>, </a:t>
                </a:r>
              </a:p>
              <a:p>
                <a:r>
                  <a:rPr lang="en-US" altLang="ko-KR" sz="1477" b="1" u="sng" dirty="0">
                    <a:solidFill>
                      <a:schemeClr val="tx1">
                        <a:alpha val="60000"/>
                      </a:schemeClr>
                    </a:solidFill>
                  </a:rPr>
                  <a:t>VWBE</a:t>
                </a:r>
                <a:r>
                  <a:rPr lang="ko-KR" altLang="en-US" sz="1477" b="1" u="sng" dirty="0">
                    <a:solidFill>
                      <a:schemeClr val="tx1">
                        <a:alpha val="60000"/>
                      </a:schemeClr>
                    </a:solidFill>
                  </a:rPr>
                  <a:t>는 이 선순환을 돌리는 가장 핵심적인 동력원</a:t>
                </a:r>
              </a:p>
            </p:txBody>
          </p:sp>
        </p:grpSp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363DD10-EEA7-A9EF-793D-E927C05E5CE3}"/>
              </a:ext>
            </a:extLst>
          </p:cNvPr>
          <p:cNvSpPr/>
          <p:nvPr/>
        </p:nvSpPr>
        <p:spPr>
          <a:xfrm>
            <a:off x="928037" y="2073046"/>
            <a:ext cx="4902033" cy="4966389"/>
          </a:xfrm>
          <a:prstGeom prst="roundRect">
            <a:avLst>
              <a:gd name="adj" fmla="val 5997"/>
            </a:avLst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02056F4-E216-AC78-2D1A-CBE476BE5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884" y="6560315"/>
            <a:ext cx="2308452" cy="3064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SKMS 14</a:t>
            </a:r>
            <a:r>
              <a:rPr lang="ko-KR" altLang="en-US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차 경영철학</a:t>
            </a:r>
            <a:r>
              <a:rPr lang="en-US" altLang="ko-KR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(2020)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8DEDA4C-381E-5B9E-140B-BE039B615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508" y="4165107"/>
            <a:ext cx="4336310" cy="2291481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80A1CD24-0C59-78E6-AEA7-A457064EA828}"/>
              </a:ext>
            </a:extLst>
          </p:cNvPr>
          <p:cNvGrpSpPr/>
          <p:nvPr/>
        </p:nvGrpSpPr>
        <p:grpSpPr>
          <a:xfrm>
            <a:off x="1220636" y="2377100"/>
            <a:ext cx="4322038" cy="1545737"/>
            <a:chOff x="991767" y="1728589"/>
            <a:chExt cx="3511656" cy="1255911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118232E-9C30-2BF0-8577-53DD9B390D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235" t="2979" r="1601" b="56001"/>
            <a:stretch/>
          </p:blipFill>
          <p:spPr>
            <a:xfrm>
              <a:off x="991767" y="1728589"/>
              <a:ext cx="3511656" cy="1255911"/>
            </a:xfrm>
            <a:prstGeom prst="rect">
              <a:avLst/>
            </a:prstGeom>
          </p:spPr>
        </p:pic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64B524A-4F83-4CBC-65CA-F7DAA7DD810E}"/>
                </a:ext>
              </a:extLst>
            </p:cNvPr>
            <p:cNvSpPr/>
            <p:nvPr/>
          </p:nvSpPr>
          <p:spPr>
            <a:xfrm>
              <a:off x="2667272" y="2478364"/>
              <a:ext cx="1466578" cy="162015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15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F5B7DAD-1A58-21E2-1775-67FFA458AEFC}"/>
                </a:ext>
              </a:extLst>
            </p:cNvPr>
            <p:cNvSpPr/>
            <p:nvPr/>
          </p:nvSpPr>
          <p:spPr>
            <a:xfrm>
              <a:off x="1148035" y="2697853"/>
              <a:ext cx="2266678" cy="162015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15"/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98C89C0-B952-23E9-3079-10035B2D63E9}"/>
              </a:ext>
            </a:extLst>
          </p:cNvPr>
          <p:cNvSpPr/>
          <p:nvPr/>
        </p:nvSpPr>
        <p:spPr>
          <a:xfrm>
            <a:off x="1370463" y="5386187"/>
            <a:ext cx="3576677" cy="199403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15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71A2228-1C2A-6051-63BD-3B0AE1B088FD}"/>
              </a:ext>
            </a:extLst>
          </p:cNvPr>
          <p:cNvSpPr/>
          <p:nvPr/>
        </p:nvSpPr>
        <p:spPr>
          <a:xfrm>
            <a:off x="2969846" y="5130533"/>
            <a:ext cx="2188308" cy="199403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15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E2D3ED6-8DD1-3CE5-F1B2-A9F576767F6C}"/>
              </a:ext>
            </a:extLst>
          </p:cNvPr>
          <p:cNvSpPr/>
          <p:nvPr/>
        </p:nvSpPr>
        <p:spPr>
          <a:xfrm>
            <a:off x="1370462" y="5738026"/>
            <a:ext cx="3717353" cy="199403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15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FEE3D1E-98CA-5679-4F30-645D92AEC525}"/>
              </a:ext>
            </a:extLst>
          </p:cNvPr>
          <p:cNvSpPr/>
          <p:nvPr/>
        </p:nvSpPr>
        <p:spPr>
          <a:xfrm>
            <a:off x="1370463" y="6005772"/>
            <a:ext cx="1912335" cy="199403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15"/>
          </a:p>
        </p:txBody>
      </p:sp>
      <p:sp>
        <p:nvSpPr>
          <p:cNvPr id="49" name="텍스트 개체 틀 3">
            <a:extLst>
              <a:ext uri="{FF2B5EF4-FFF2-40B4-BE49-F238E27FC236}">
                <a16:creationId xmlns:a16="http://schemas.microsoft.com/office/drawing/2014/main" id="{0B4D0773-03A5-5B99-107E-762A37D27B88}"/>
              </a:ext>
            </a:extLst>
          </p:cNvPr>
          <p:cNvSpPr txBox="1">
            <a:spLocks/>
          </p:cNvSpPr>
          <p:nvPr/>
        </p:nvSpPr>
        <p:spPr>
          <a:xfrm>
            <a:off x="3395063" y="361658"/>
            <a:ext cx="5408532" cy="389209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>
            <a:lvl1pPr marL="0" indent="0" algn="ctr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None/>
              <a:defRPr lang="ko-KR" altLang="en-US" sz="1800" b="1" kern="1200" baseline="0" dirty="0" smtClean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130969" indent="0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35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1125444" latinLnBrk="1">
              <a:lnSpc>
                <a:spcPct val="110000"/>
              </a:lnSpc>
            </a:pPr>
            <a:r>
              <a:rPr lang="en-US" altLang="ko-KR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VWBE</a:t>
            </a: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로부터 우리에게 다시 돌아오는 큰 행복</a:t>
            </a:r>
            <a:endParaRPr lang="en-US" altLang="ko-KR" sz="2462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B2C701-C9F2-3232-69F9-0A9E67880B1D}"/>
              </a:ext>
            </a:extLst>
          </p:cNvPr>
          <p:cNvSpPr txBox="1"/>
          <p:nvPr/>
        </p:nvSpPr>
        <p:spPr>
          <a:xfrm>
            <a:off x="652536" y="-499299"/>
            <a:ext cx="2223622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VWBE</a:t>
            </a:r>
            <a:r>
              <a:rPr lang="ko-KR" altLang="en-US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의 선순환</a:t>
            </a: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구조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78D1B40-3FF4-3B88-FE8F-53B4E5F6E5F2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latin typeface="Montserrat ExtraBold" panose="00000900000000000000" pitchFamily="2" charset="0"/>
              </a:rPr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E70968-6B1C-B637-77C4-8EA0581A8585}"/>
              </a:ext>
            </a:extLst>
          </p:cNvPr>
          <p:cNvSpPr txBox="1"/>
          <p:nvPr/>
        </p:nvSpPr>
        <p:spPr>
          <a:xfrm>
            <a:off x="2832976" y="1026021"/>
            <a:ext cx="1331455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71450" indent="-171450">
              <a:lnSpc>
                <a:spcPct val="110000"/>
              </a:lnSpc>
              <a:buFont typeface="Wingdings" panose="05000000000000000000" pitchFamily="2" charset="2"/>
              <a:buChar char="§"/>
              <a:defRPr sz="1200" spc="-8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indent="0" algn="r">
              <a:buNone/>
            </a:pPr>
            <a:r>
              <a:rPr lang="en-US" altLang="ko-KR" sz="1969" dirty="0"/>
              <a:t>[ </a:t>
            </a:r>
            <a:r>
              <a:rPr lang="ko-KR" altLang="en-US" sz="1969" dirty="0"/>
              <a:t>경영 철학 </a:t>
            </a:r>
            <a:r>
              <a:rPr lang="en-US" altLang="ko-KR" sz="1969" dirty="0"/>
              <a:t>]</a:t>
            </a:r>
            <a:endParaRPr lang="en-US" sz="1969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B551AE-880C-4C23-5563-576D0D08D3E4}"/>
              </a:ext>
            </a:extLst>
          </p:cNvPr>
          <p:cNvSpPr txBox="1"/>
          <p:nvPr/>
        </p:nvSpPr>
        <p:spPr>
          <a:xfrm>
            <a:off x="2081592" y="1441367"/>
            <a:ext cx="2809102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71450" indent="-171450">
              <a:lnSpc>
                <a:spcPct val="110000"/>
              </a:lnSpc>
              <a:buFont typeface="Wingdings" panose="05000000000000000000" pitchFamily="2" charset="2"/>
              <a:buChar char="§"/>
              <a:defRPr sz="1200" spc="-8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indent="0" algn="ctr">
              <a:buNone/>
            </a:pPr>
            <a:r>
              <a:rPr lang="en-US" altLang="ko-KR" sz="1969" dirty="0"/>
              <a:t>VWBE</a:t>
            </a:r>
            <a:r>
              <a:rPr lang="ko-KR" altLang="en-US" sz="1969" dirty="0"/>
              <a:t>를 통한 </a:t>
            </a:r>
            <a:r>
              <a:rPr lang="en-US" altLang="ko-KR" sz="1969" dirty="0"/>
              <a:t>SUPEX </a:t>
            </a:r>
            <a:r>
              <a:rPr lang="ko-KR" altLang="en-US" sz="1969" dirty="0"/>
              <a:t>추구</a:t>
            </a:r>
            <a:endParaRPr lang="en-US" sz="1969" dirty="0"/>
          </a:p>
        </p:txBody>
      </p:sp>
      <p:sp>
        <p:nvSpPr>
          <p:cNvPr id="60" name="슬라이드 번호 개체 틀 59">
            <a:extLst>
              <a:ext uri="{FF2B5EF4-FFF2-40B4-BE49-F238E27FC236}">
                <a16:creationId xmlns:a16="http://schemas.microsoft.com/office/drawing/2014/main" id="{7A10F14B-A1CC-7E8B-4CFF-3943FC020A5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812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C58C3-C4DA-648C-9742-C789044CA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54">
            <a:extLst>
              <a:ext uri="{FF2B5EF4-FFF2-40B4-BE49-F238E27FC236}">
                <a16:creationId xmlns:a16="http://schemas.microsoft.com/office/drawing/2014/main" id="{3C7ABE1E-4095-C75B-2EEA-7934DC3A62F6}"/>
              </a:ext>
            </a:extLst>
          </p:cNvPr>
          <p:cNvSpPr/>
          <p:nvPr/>
        </p:nvSpPr>
        <p:spPr>
          <a:xfrm>
            <a:off x="652537" y="4424805"/>
            <a:ext cx="5248747" cy="1988298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endParaRPr lang="ko-KR" altLang="en-US" sz="2215">
              <a:solidFill>
                <a:prstClr val="white"/>
              </a:solidFill>
              <a:latin typeface="Pretendard"/>
              <a:ea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88F031-4D89-A1C6-B861-0EB0376EA74D}"/>
              </a:ext>
            </a:extLst>
          </p:cNvPr>
          <p:cNvSpPr txBox="1"/>
          <p:nvPr/>
        </p:nvSpPr>
        <p:spPr>
          <a:xfrm>
            <a:off x="652537" y="-499299"/>
            <a:ext cx="3731471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1969" dirty="0"/>
              <a:t>SUPEX </a:t>
            </a:r>
            <a:r>
              <a:rPr lang="ko-KR" altLang="en-US" sz="1969" dirty="0"/>
              <a:t>추구 실행 체계</a:t>
            </a:r>
            <a:r>
              <a:rPr lang="en-US" altLang="ko-KR" sz="1969" dirty="0"/>
              <a:t>: </a:t>
            </a:r>
            <a:r>
              <a:rPr lang="ko-KR" altLang="en-US" sz="1969" dirty="0" err="1"/>
              <a:t>일처리</a:t>
            </a:r>
            <a:r>
              <a:rPr lang="ko-KR" altLang="en-US" sz="1969" dirty="0"/>
              <a:t> </a:t>
            </a:r>
            <a:r>
              <a:rPr lang="en-US" altLang="ko-KR" sz="1969" dirty="0"/>
              <a:t>5</a:t>
            </a:r>
            <a:r>
              <a:rPr lang="ko-KR" altLang="en-US" sz="1969" dirty="0"/>
              <a:t>단계</a:t>
            </a:r>
            <a:endParaRPr lang="en-US" sz="1969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DD09D5-8CC8-0B84-3055-4E3D0019BC17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latin typeface="Montserrat ExtraBold" panose="00000900000000000000" pitchFamily="2" charset="0"/>
              </a:rPr>
              <a:t>4</a:t>
            </a:r>
          </a:p>
        </p:txBody>
      </p:sp>
      <p:sp>
        <p:nvSpPr>
          <p:cNvPr id="2" name="슬라이드 번호 개체 틀 24">
            <a:extLst>
              <a:ext uri="{FF2B5EF4-FFF2-40B4-BE49-F238E27FC236}">
                <a16:creationId xmlns:a16="http://schemas.microsoft.com/office/drawing/2014/main" id="{6A6FF934-9B1B-F209-5146-385164CDB9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184566" y="7333539"/>
            <a:ext cx="673003" cy="127846"/>
          </a:xfrm>
        </p:spPr>
        <p:txBody>
          <a:bodyPr/>
          <a:lstStyle/>
          <a:p>
            <a:fld id="{3DFBBC6A-3425-4C62-80BA-0DDE16A15D08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E30C49A-2204-9667-672C-4CD084098AD2}"/>
              </a:ext>
            </a:extLst>
          </p:cNvPr>
          <p:cNvSpPr/>
          <p:nvPr/>
        </p:nvSpPr>
        <p:spPr>
          <a:xfrm>
            <a:off x="6613937" y="1456191"/>
            <a:ext cx="4963978" cy="5112638"/>
          </a:xfrm>
          <a:prstGeom prst="roundRect">
            <a:avLst>
              <a:gd name="adj" fmla="val 5997"/>
            </a:avLst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6657C8F-ADFD-6D9E-4A14-D7721E952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377" y="1741569"/>
            <a:ext cx="4522763" cy="4302795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8BF30EE4-7FF7-2C1D-5D52-1E47E1B7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5668" y="6153691"/>
            <a:ext cx="1663725" cy="3064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SKMS 11</a:t>
            </a:r>
            <a:r>
              <a:rPr lang="ko-KR" altLang="en-US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차</a:t>
            </a:r>
            <a:r>
              <a:rPr lang="en-US" altLang="ko-KR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(2004)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D5455B-10E8-2721-73AA-130ECE7C8B13}"/>
              </a:ext>
            </a:extLst>
          </p:cNvPr>
          <p:cNvSpPr/>
          <p:nvPr/>
        </p:nvSpPr>
        <p:spPr>
          <a:xfrm>
            <a:off x="7228661" y="5532981"/>
            <a:ext cx="3826201" cy="145542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15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253F59E-D6A8-4CFB-33D2-24962CC14DA1}"/>
              </a:ext>
            </a:extLst>
          </p:cNvPr>
          <p:cNvSpPr/>
          <p:nvPr/>
        </p:nvSpPr>
        <p:spPr>
          <a:xfrm>
            <a:off x="7228662" y="5722442"/>
            <a:ext cx="3134539" cy="145542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15"/>
          </a:p>
        </p:txBody>
      </p:sp>
      <p:sp>
        <p:nvSpPr>
          <p:cNvPr id="30" name="텍스트 개체 틀 3">
            <a:extLst>
              <a:ext uri="{FF2B5EF4-FFF2-40B4-BE49-F238E27FC236}">
                <a16:creationId xmlns:a16="http://schemas.microsoft.com/office/drawing/2014/main" id="{2E338CA1-AD11-2B46-73FF-35240E589F5E}"/>
              </a:ext>
            </a:extLst>
          </p:cNvPr>
          <p:cNvSpPr txBox="1">
            <a:spLocks/>
          </p:cNvSpPr>
          <p:nvPr/>
        </p:nvSpPr>
        <p:spPr>
          <a:xfrm>
            <a:off x="4088121" y="361658"/>
            <a:ext cx="3956917" cy="389209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>
            <a:lvl1pPr marL="0" indent="0" algn="ctr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None/>
              <a:defRPr lang="ko-KR" altLang="en-US" sz="1800" b="1" kern="1200" baseline="0" dirty="0" smtClean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130969" indent="0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35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1125444" latinLnBrk="1">
              <a:lnSpc>
                <a:spcPct val="110000"/>
              </a:lnSpc>
            </a:pPr>
            <a:r>
              <a:rPr lang="ko-KR" altLang="en-US" sz="2462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일처리</a:t>
            </a: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5</a:t>
            </a: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단계는 왜 등장하였을까</a:t>
            </a:r>
            <a:r>
              <a:rPr lang="en-US" altLang="ko-KR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C5681D-70D8-F4CA-496E-2C7A7777043B}"/>
              </a:ext>
            </a:extLst>
          </p:cNvPr>
          <p:cNvSpPr txBox="1"/>
          <p:nvPr/>
        </p:nvSpPr>
        <p:spPr>
          <a:xfrm>
            <a:off x="2222158" y="4232280"/>
            <a:ext cx="2144177" cy="32585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marL="171450" indent="-171450">
              <a:lnSpc>
                <a:spcPct val="110000"/>
              </a:lnSpc>
              <a:buFont typeface="Wingdings" panose="05000000000000000000" pitchFamily="2" charset="2"/>
              <a:buChar char="§"/>
              <a:defRPr sz="1200" spc="-8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indent="0" algn="ctr">
              <a:buNone/>
            </a:pPr>
            <a:r>
              <a:rPr lang="en-US" altLang="ko-KR" sz="1477" dirty="0"/>
              <a:t>[</a:t>
            </a:r>
            <a:r>
              <a:rPr lang="ko-KR" altLang="en-US" sz="1477" dirty="0" err="1"/>
              <a:t>선경경영관리체계실천방안</a:t>
            </a:r>
            <a:r>
              <a:rPr lang="en-US" altLang="ko-KR" sz="1477" dirty="0"/>
              <a:t>]</a:t>
            </a:r>
            <a:endParaRPr lang="en-US" sz="1477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5CEFF0-9082-6A0C-4549-42A8233D701A}"/>
              </a:ext>
            </a:extLst>
          </p:cNvPr>
          <p:cNvSpPr txBox="1"/>
          <p:nvPr/>
        </p:nvSpPr>
        <p:spPr>
          <a:xfrm>
            <a:off x="1999443" y="1456191"/>
            <a:ext cx="2467920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71450" indent="-171450">
              <a:lnSpc>
                <a:spcPct val="110000"/>
              </a:lnSpc>
              <a:buFont typeface="Wingdings" panose="05000000000000000000" pitchFamily="2" charset="2"/>
              <a:buChar char="§"/>
              <a:defRPr sz="1200" spc="-8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indent="0" algn="ctr">
              <a:buNone/>
            </a:pPr>
            <a:r>
              <a:rPr lang="en-US" altLang="ko-KR" sz="1969" dirty="0"/>
              <a:t>[</a:t>
            </a:r>
            <a:r>
              <a:rPr lang="en-US" altLang="ko-KR" sz="1969" spc="-74" dirty="0"/>
              <a:t>1990</a:t>
            </a:r>
            <a:r>
              <a:rPr lang="ko-KR" altLang="en-US" sz="1969" spc="-74" dirty="0"/>
              <a:t>년대 </a:t>
            </a:r>
            <a:r>
              <a:rPr lang="ko-KR" altLang="en-US" sz="1969" dirty="0"/>
              <a:t>시대적 배경</a:t>
            </a:r>
            <a:r>
              <a:rPr lang="en-US" altLang="ko-KR" sz="1969" dirty="0"/>
              <a:t>]</a:t>
            </a:r>
            <a:endParaRPr lang="en-US" sz="1969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E0EC54-8231-4610-E23E-80EEE3CBAD77}"/>
              </a:ext>
            </a:extLst>
          </p:cNvPr>
          <p:cNvSpPr txBox="1"/>
          <p:nvPr/>
        </p:nvSpPr>
        <p:spPr>
          <a:xfrm>
            <a:off x="802930" y="1912160"/>
            <a:ext cx="4860946" cy="3647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indent="0" algn="ctr">
              <a:lnSpc>
                <a:spcPct val="110000"/>
              </a:lnSpc>
              <a:buFont typeface="Wingdings" panose="05000000000000000000" pitchFamily="2" charset="2"/>
              <a:buNone/>
              <a:defRPr sz="1600" spc="-8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ko-KR" altLang="en-US" sz="1723" dirty="0"/>
              <a:t>기업들에게 성장만이 아니라 </a:t>
            </a:r>
            <a:r>
              <a:rPr lang="en-US" altLang="ko-KR" sz="1723" dirty="0"/>
              <a:t>‘</a:t>
            </a:r>
            <a:r>
              <a:rPr lang="ko-KR" altLang="en-US" sz="1723" dirty="0"/>
              <a:t>복잡성 관리</a:t>
            </a:r>
            <a:r>
              <a:rPr lang="en-US" altLang="ko-KR" sz="1723" dirty="0"/>
              <a:t>’</a:t>
            </a:r>
            <a:r>
              <a:rPr lang="ko-KR" altLang="en-US" sz="1723" dirty="0"/>
              <a:t>가 중요해진 시기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588F1F-D150-7634-C873-06C3CC43D078}"/>
              </a:ext>
            </a:extLst>
          </p:cNvPr>
          <p:cNvSpPr txBox="1"/>
          <p:nvPr/>
        </p:nvSpPr>
        <p:spPr>
          <a:xfrm>
            <a:off x="1293181" y="2753923"/>
            <a:ext cx="3796552" cy="8884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defRPr sz="12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211021" indent="-211021" algn="l">
              <a:buFont typeface="Arial" panose="020B0604020202020204" pitchFamily="34" charset="0"/>
              <a:buChar char="•"/>
            </a:pPr>
            <a:r>
              <a:rPr lang="ko-KR" altLang="en-US" sz="1477" dirty="0"/>
              <a:t>사업이 커질수록 일이 사람별로 다르게 처리됨</a:t>
            </a:r>
          </a:p>
          <a:p>
            <a:pPr marL="211021" indent="-211021" algn="l">
              <a:buFont typeface="Arial" panose="020B0604020202020204" pitchFamily="34" charset="0"/>
              <a:buChar char="•"/>
            </a:pPr>
            <a:r>
              <a:rPr lang="ko-KR" altLang="en-US" sz="1477" dirty="0"/>
              <a:t>누락</a:t>
            </a:r>
            <a:r>
              <a:rPr lang="en-US" altLang="ko-KR" sz="1477" dirty="0"/>
              <a:t>, </a:t>
            </a:r>
            <a:r>
              <a:rPr lang="ko-KR" altLang="en-US" sz="1477" dirty="0"/>
              <a:t>중복</a:t>
            </a:r>
            <a:r>
              <a:rPr lang="en-US" altLang="ko-KR" sz="1477" dirty="0"/>
              <a:t>, </a:t>
            </a:r>
            <a:r>
              <a:rPr lang="ko-KR" altLang="en-US" sz="1477" dirty="0"/>
              <a:t>판단 오류가 커질 수 있음</a:t>
            </a:r>
          </a:p>
          <a:p>
            <a:pPr marL="211021" indent="-211021" algn="l">
              <a:buFont typeface="Arial" panose="020B0604020202020204" pitchFamily="34" charset="0"/>
              <a:buChar char="•"/>
            </a:pPr>
            <a:r>
              <a:rPr lang="ko-KR" altLang="en-US" sz="1477" dirty="0"/>
              <a:t>조직 전체가 같은 방식으로 생각하고 실행해야 함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79C595-0C7A-CB55-E50C-06DE55E4468C}"/>
              </a:ext>
            </a:extLst>
          </p:cNvPr>
          <p:cNvSpPr txBox="1"/>
          <p:nvPr/>
        </p:nvSpPr>
        <p:spPr>
          <a:xfrm>
            <a:off x="645353" y="2305146"/>
            <a:ext cx="5176097" cy="3647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indent="0" algn="ctr">
              <a:lnSpc>
                <a:spcPct val="110000"/>
              </a:lnSpc>
              <a:buFont typeface="Wingdings" panose="05000000000000000000" pitchFamily="2" charset="2"/>
              <a:buNone/>
              <a:defRPr sz="1600" spc="-8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ko-KR" altLang="en-US" sz="1723" dirty="0"/>
              <a:t>업무를 체계적으로 사고하고 실행하게 만드는 공통 프레임 필요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74621E4-6853-9C6B-8D29-02B08AF6472B}"/>
              </a:ext>
            </a:extLst>
          </p:cNvPr>
          <p:cNvGrpSpPr/>
          <p:nvPr/>
        </p:nvGrpSpPr>
        <p:grpSpPr>
          <a:xfrm rot="5400000">
            <a:off x="3129205" y="3846347"/>
            <a:ext cx="208394" cy="127846"/>
            <a:chOff x="7276019" y="4585254"/>
            <a:chExt cx="225760" cy="138500"/>
          </a:xfrm>
        </p:grpSpPr>
        <p:sp>
          <p:nvSpPr>
            <p:cNvPr id="52" name="L 도형 51">
              <a:extLst>
                <a:ext uri="{FF2B5EF4-FFF2-40B4-BE49-F238E27FC236}">
                  <a16:creationId xmlns:a16="http://schemas.microsoft.com/office/drawing/2014/main" id="{7D673D94-F7E0-A58E-AB11-3D039BDE127A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276589" y="4584684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53" name="L 도형 52">
              <a:extLst>
                <a:ext uri="{FF2B5EF4-FFF2-40B4-BE49-F238E27FC236}">
                  <a16:creationId xmlns:a16="http://schemas.microsoft.com/office/drawing/2014/main" id="{9CBAAF34-A4CD-DD92-505B-49053001C81F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362709" y="4584685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A0FFD4EC-59E8-9E53-C2AB-3ADDFE9F80AF}"/>
              </a:ext>
            </a:extLst>
          </p:cNvPr>
          <p:cNvSpPr txBox="1"/>
          <p:nvPr/>
        </p:nvSpPr>
        <p:spPr>
          <a:xfrm>
            <a:off x="773474" y="4669767"/>
            <a:ext cx="4952281" cy="1576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100" spc="-3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SUPEX </a:t>
            </a:r>
            <a:r>
              <a:rPr lang="ko-KR" altLang="en-US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추구도 도입 직후 한동안은 기대한 성과를 내지 못했다</a:t>
            </a:r>
            <a:r>
              <a:rPr lang="en-US" altLang="ko-KR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구성원들이</a:t>
            </a:r>
            <a:r>
              <a:rPr lang="en-US" altLang="ko-KR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명확한 일 처리 방법을 갖고 있지 않거나</a:t>
            </a:r>
            <a:r>
              <a:rPr lang="en-US" altLang="ko-KR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있다 하더라도 그 방법들이 </a:t>
            </a:r>
            <a:r>
              <a:rPr lang="en-US" altLang="ko-KR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SUPEX </a:t>
            </a:r>
            <a:r>
              <a:rPr lang="ko-KR" altLang="en-US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추구에 적합하지 않기 때문이었다</a:t>
            </a:r>
            <a:r>
              <a:rPr lang="en-US" altLang="ko-KR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r>
              <a:rPr lang="ko-KR" altLang="en-US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이에 따라 </a:t>
            </a:r>
            <a:r>
              <a:rPr lang="en-US" altLang="ko-KR" sz="1477" b="1" u="sng" spc="-74" dirty="0">
                <a:solidFill>
                  <a:schemeClr val="tx1"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SUPEX </a:t>
            </a:r>
            <a:r>
              <a:rPr lang="ko-KR" altLang="en-US" sz="1477" b="1" u="sng" spc="-74" dirty="0">
                <a:solidFill>
                  <a:schemeClr val="tx1"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추구에 가장 적합한 일 처리 방법으로 「일 처리 </a:t>
            </a:r>
            <a:r>
              <a:rPr lang="en-US" altLang="ko-KR" sz="1477" b="1" u="sng" spc="-74" dirty="0">
                <a:solidFill>
                  <a:schemeClr val="tx1"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ko-KR" altLang="en-US" sz="1477" b="1" u="sng" spc="-74" dirty="0" err="1">
                <a:solidFill>
                  <a:schemeClr val="tx1"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단계」를</a:t>
            </a:r>
            <a:r>
              <a:rPr lang="ko-KR" altLang="en-US" sz="1477" b="1" u="sng" spc="-74" dirty="0">
                <a:solidFill>
                  <a:schemeClr val="tx1"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만들게 되었다</a:t>
            </a:r>
            <a:r>
              <a:rPr lang="en-US" altLang="ko-KR" sz="1477" b="1" u="sng" spc="-74" dirty="0">
                <a:solidFill>
                  <a:schemeClr val="tx1"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「일 처리 </a:t>
            </a:r>
            <a:r>
              <a:rPr lang="en-US" altLang="ko-KR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ko-KR" altLang="en-US" sz="1477" spc="-74" dirty="0" err="1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단계」를</a:t>
            </a:r>
            <a:r>
              <a:rPr lang="ko-KR" altLang="en-US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77" spc="-74" dirty="0" err="1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적용하고부터</a:t>
            </a:r>
            <a:r>
              <a:rPr lang="ko-KR" altLang="en-US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성과가 나타나기 시작했다</a:t>
            </a:r>
            <a:r>
              <a:rPr lang="en-US" altLang="ko-KR" sz="1477" spc="-74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180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FC7D3-A384-4D7D-7BAC-96C12EFCC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그룹 43">
            <a:extLst>
              <a:ext uri="{FF2B5EF4-FFF2-40B4-BE49-F238E27FC236}">
                <a16:creationId xmlns:a16="http://schemas.microsoft.com/office/drawing/2014/main" id="{DB463775-6BF0-C638-6C5D-16A2BBE07108}"/>
              </a:ext>
            </a:extLst>
          </p:cNvPr>
          <p:cNvGrpSpPr/>
          <p:nvPr/>
        </p:nvGrpSpPr>
        <p:grpSpPr>
          <a:xfrm>
            <a:off x="414440" y="1715001"/>
            <a:ext cx="4417939" cy="4343121"/>
            <a:chOff x="359908" y="1885043"/>
            <a:chExt cx="3982902" cy="3915452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0EF154D4-82C4-37E7-10E8-196990B87D32}"/>
                </a:ext>
              </a:extLst>
            </p:cNvPr>
            <p:cNvSpPr/>
            <p:nvPr/>
          </p:nvSpPr>
          <p:spPr>
            <a:xfrm>
              <a:off x="359908" y="1885043"/>
              <a:ext cx="3982902" cy="3915452"/>
            </a:xfrm>
            <a:prstGeom prst="roundRect">
              <a:avLst>
                <a:gd name="adj" fmla="val 5997"/>
              </a:avLst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 dirty="0"/>
            </a:p>
          </p:txBody>
        </p:sp>
        <p:sp>
          <p:nvSpPr>
            <p:cNvPr id="13" name="Rectangle 1">
              <a:extLst>
                <a:ext uri="{FF2B5EF4-FFF2-40B4-BE49-F238E27FC236}">
                  <a16:creationId xmlns:a16="http://schemas.microsoft.com/office/drawing/2014/main" id="{67E8303C-3C73-225B-7305-7A13B8C7D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296" y="5411208"/>
              <a:ext cx="1499897" cy="276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- SKMS 11</a:t>
              </a: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차</a:t>
              </a: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(2004)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5A37048-470C-39A8-84CA-6922D09151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" b="31460"/>
            <a:stretch>
              <a:fillRect/>
            </a:stretch>
          </p:blipFill>
          <p:spPr bwMode="auto">
            <a:xfrm>
              <a:off x="608478" y="2102154"/>
              <a:ext cx="3467800" cy="3185996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8C1684F-6B02-AC63-518C-5E79F1B53DFE}"/>
                </a:ext>
              </a:extLst>
            </p:cNvPr>
            <p:cNvSpPr/>
            <p:nvPr/>
          </p:nvSpPr>
          <p:spPr>
            <a:xfrm>
              <a:off x="845352" y="3947302"/>
              <a:ext cx="3046775" cy="131211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15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FDD079A-BCEC-E499-33A2-CFF1EAD03D70}"/>
                </a:ext>
              </a:extLst>
            </p:cNvPr>
            <p:cNvSpPr/>
            <p:nvPr/>
          </p:nvSpPr>
          <p:spPr>
            <a:xfrm>
              <a:off x="726291" y="4116939"/>
              <a:ext cx="2251438" cy="131211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15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0840250-A786-62E8-C520-CB6C9A0900F6}"/>
                </a:ext>
              </a:extLst>
            </p:cNvPr>
            <p:cNvSpPr/>
            <p:nvPr/>
          </p:nvSpPr>
          <p:spPr>
            <a:xfrm>
              <a:off x="914050" y="2737313"/>
              <a:ext cx="2276389" cy="131211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15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981D5FC-A70D-034B-D809-AFA50F0CCBE6}"/>
              </a:ext>
            </a:extLst>
          </p:cNvPr>
          <p:cNvSpPr txBox="1"/>
          <p:nvPr/>
        </p:nvSpPr>
        <p:spPr>
          <a:xfrm>
            <a:off x="652537" y="-499299"/>
            <a:ext cx="3731471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1969" dirty="0"/>
              <a:t>SUPEX </a:t>
            </a:r>
            <a:r>
              <a:rPr lang="ko-KR" altLang="en-US" sz="1969" dirty="0"/>
              <a:t>추구 실행 체계</a:t>
            </a:r>
            <a:r>
              <a:rPr lang="en-US" altLang="ko-KR" sz="1969" dirty="0"/>
              <a:t>: </a:t>
            </a:r>
            <a:r>
              <a:rPr lang="ko-KR" altLang="en-US" sz="1969" dirty="0" err="1"/>
              <a:t>일처리</a:t>
            </a:r>
            <a:r>
              <a:rPr lang="ko-KR" altLang="en-US" sz="1969" dirty="0"/>
              <a:t> </a:t>
            </a:r>
            <a:r>
              <a:rPr lang="en-US" altLang="ko-KR" sz="1969" dirty="0"/>
              <a:t>5</a:t>
            </a:r>
            <a:r>
              <a:rPr lang="ko-KR" altLang="en-US" sz="1969" dirty="0"/>
              <a:t>단계</a:t>
            </a:r>
            <a:endParaRPr lang="en-US" sz="1969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D426398-2D17-832A-2080-771000B8100B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latin typeface="Montserrat ExtraBold" panose="00000900000000000000" pitchFamily="2" charset="0"/>
              </a:rPr>
              <a:t>4</a:t>
            </a:r>
          </a:p>
        </p:txBody>
      </p: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D3BA6FAC-B2FE-76E6-0F9D-6F5F93D362DC}"/>
              </a:ext>
            </a:extLst>
          </p:cNvPr>
          <p:cNvSpPr txBox="1">
            <a:spLocks/>
          </p:cNvSpPr>
          <p:nvPr/>
        </p:nvSpPr>
        <p:spPr>
          <a:xfrm>
            <a:off x="2069518" y="361658"/>
            <a:ext cx="8117928" cy="389209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>
            <a:lvl1pPr marL="0" indent="0" algn="ctr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None/>
              <a:defRPr lang="ko-KR" altLang="en-US" sz="1800" b="1" kern="1200" baseline="0" dirty="0" smtClean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130969" indent="0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35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1125444" latinLnBrk="1">
              <a:lnSpc>
                <a:spcPct val="110000"/>
              </a:lnSpc>
            </a:pP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입체적 분석과 지적 몰입을 통해</a:t>
            </a:r>
            <a:r>
              <a:rPr lang="en-US" altLang="ko-KR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SUPEX</a:t>
            </a: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를 </a:t>
            </a:r>
            <a:r>
              <a:rPr lang="en-US" altLang="ko-KR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달성하는 </a:t>
            </a:r>
            <a:r>
              <a:rPr lang="en-US" altLang="ko-KR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5</a:t>
            </a: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단계 실행 체계</a:t>
            </a: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6607E731-A20E-A699-270B-A5678340EAF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B0B2775-BEB6-DD16-73AC-E08DF16577F9}"/>
              </a:ext>
            </a:extLst>
          </p:cNvPr>
          <p:cNvGrpSpPr/>
          <p:nvPr/>
        </p:nvGrpSpPr>
        <p:grpSpPr>
          <a:xfrm>
            <a:off x="4681092" y="1581404"/>
            <a:ext cx="7376548" cy="5614800"/>
            <a:chOff x="3803387" y="1927828"/>
            <a:chExt cx="5993445" cy="456202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0BE5762-799D-EB7D-FFCF-E07C23EBC996}"/>
                </a:ext>
              </a:extLst>
            </p:cNvPr>
            <p:cNvSpPr txBox="1"/>
            <p:nvPr/>
          </p:nvSpPr>
          <p:spPr>
            <a:xfrm>
              <a:off x="5806677" y="1927828"/>
              <a:ext cx="3577542" cy="500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lnSpc>
                  <a:spcPct val="120000"/>
                </a:lnSpc>
                <a:defRPr sz="1200" spc="-6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algn="l"/>
              <a:r>
                <a:rPr lang="ko-KR" altLang="en-US" sz="1477" dirty="0">
                  <a:solidFill>
                    <a:schemeClr val="tx1"/>
                  </a:solidFill>
                </a:rPr>
                <a:t>모든 일이 입체적으로 구성돼 있다는 관점에서 자신 위치 파악</a:t>
              </a:r>
              <a:br>
                <a:rPr lang="en-US" altLang="ko-KR" sz="1477" dirty="0">
                  <a:solidFill>
                    <a:schemeClr val="tx1"/>
                  </a:solidFill>
                </a:rPr>
              </a:br>
              <a:r>
                <a:rPr lang="en-US" altLang="ko-KR" sz="1477" dirty="0">
                  <a:solidFill>
                    <a:schemeClr val="tx1"/>
                  </a:solidFill>
                </a:rPr>
                <a:t>  </a:t>
              </a:r>
              <a:r>
                <a:rPr lang="en-US" altLang="ko-KR" sz="1354" dirty="0"/>
                <a:t>1) Mission</a:t>
              </a:r>
              <a:r>
                <a:rPr lang="ko-KR" altLang="en-US" sz="1354" dirty="0"/>
                <a:t> 명확화</a:t>
              </a:r>
              <a:r>
                <a:rPr lang="en-US" altLang="ko-KR" sz="1354" dirty="0"/>
                <a:t>  2) </a:t>
              </a:r>
              <a:r>
                <a:rPr lang="ko-KR" altLang="en-US" sz="1354" dirty="0"/>
                <a:t>환경 분석 </a:t>
              </a:r>
              <a:r>
                <a:rPr lang="en-US" altLang="ko-KR" sz="1231" dirty="0"/>
                <a:t>(SWOT </a:t>
              </a:r>
              <a:r>
                <a:rPr lang="ko-KR" altLang="en-US" sz="1231" dirty="0"/>
                <a:t>등</a:t>
              </a:r>
              <a:r>
                <a:rPr lang="en-US" altLang="ko-KR" sz="1231" dirty="0"/>
                <a:t>)</a:t>
              </a:r>
              <a:endParaRPr lang="ko-KR" altLang="en-US" sz="1292" b="1" u="sng" dirty="0">
                <a:solidFill>
                  <a:schemeClr val="tx1"/>
                </a:solidFill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8112AAD8-DEFF-54F5-943A-38438FD6FFF5}"/>
                </a:ext>
              </a:extLst>
            </p:cNvPr>
            <p:cNvGrpSpPr/>
            <p:nvPr/>
          </p:nvGrpSpPr>
          <p:grpSpPr>
            <a:xfrm>
              <a:off x="4268530" y="1943068"/>
              <a:ext cx="1368940" cy="4101498"/>
              <a:chOff x="4960930" y="1699121"/>
              <a:chExt cx="1368940" cy="4326152"/>
            </a:xfrm>
          </p:grpSpPr>
          <p:sp>
            <p:nvSpPr>
              <p:cNvPr id="23" name="화살표: 오른쪽 22">
                <a:extLst>
                  <a:ext uri="{FF2B5EF4-FFF2-40B4-BE49-F238E27FC236}">
                    <a16:creationId xmlns:a16="http://schemas.microsoft.com/office/drawing/2014/main" id="{75C45C46-C654-3FC8-2729-7CDCA082697E}"/>
                  </a:ext>
                </a:extLst>
              </p:cNvPr>
              <p:cNvSpPr/>
              <p:nvPr/>
            </p:nvSpPr>
            <p:spPr>
              <a:xfrm rot="5400000">
                <a:off x="3658948" y="3687077"/>
                <a:ext cx="3997790" cy="678602"/>
              </a:xfrm>
              <a:prstGeom prst="rightArrow">
                <a:avLst>
                  <a:gd name="adj1" fmla="val 50000"/>
                  <a:gd name="adj2" fmla="val 38771"/>
                </a:avLst>
              </a:prstGeom>
              <a:gradFill>
                <a:gsLst>
                  <a:gs pos="0">
                    <a:schemeClr val="bg1"/>
                  </a:gs>
                  <a:gs pos="86000">
                    <a:srgbClr val="A6A6A6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15"/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4AADAA96-F5D6-A53A-99E8-215A05DFB956}"/>
                  </a:ext>
                </a:extLst>
              </p:cNvPr>
              <p:cNvSpPr/>
              <p:nvPr/>
            </p:nvSpPr>
            <p:spPr>
              <a:xfrm>
                <a:off x="4960930" y="1699121"/>
                <a:ext cx="1368940" cy="550303"/>
              </a:xfrm>
              <a:prstGeom prst="roundRect">
                <a:avLst>
                  <a:gd name="adj" fmla="val 12921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77" b="1" dirty="0">
                    <a:solidFill>
                      <a:schemeClr val="tx1"/>
                    </a:solidFill>
                  </a:rPr>
                  <a:t>입체적 </a:t>
                </a:r>
                <a:endParaRPr lang="en-US" altLang="ko-KR" sz="1477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477" b="1" dirty="0">
                    <a:solidFill>
                      <a:schemeClr val="tx1"/>
                    </a:solidFill>
                  </a:rPr>
                  <a:t>Location </a:t>
                </a:r>
                <a:r>
                  <a:rPr lang="ko-KR" altLang="en-US" sz="1477" b="1" dirty="0">
                    <a:solidFill>
                      <a:schemeClr val="tx1"/>
                    </a:solidFill>
                  </a:rPr>
                  <a:t>파악</a:t>
                </a:r>
                <a:endParaRPr lang="en-US" sz="1477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859589D9-BC79-60FB-C687-23B2EEDE2BDC}"/>
                  </a:ext>
                </a:extLst>
              </p:cNvPr>
              <p:cNvSpPr/>
              <p:nvPr/>
            </p:nvSpPr>
            <p:spPr>
              <a:xfrm>
                <a:off x="4960930" y="2527488"/>
                <a:ext cx="1368940" cy="550303"/>
              </a:xfrm>
              <a:prstGeom prst="roundRect">
                <a:avLst>
                  <a:gd name="adj" fmla="val 12921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77" b="1" dirty="0">
                    <a:solidFill>
                      <a:schemeClr val="tx1"/>
                    </a:solidFill>
                  </a:rPr>
                  <a:t>KFS* </a:t>
                </a:r>
                <a:r>
                  <a:rPr lang="ko-KR" altLang="en-US" sz="1477" b="1" dirty="0">
                    <a:solidFill>
                      <a:schemeClr val="tx1"/>
                    </a:solidFill>
                  </a:rPr>
                  <a:t>추출</a:t>
                </a:r>
                <a:endParaRPr lang="en-US" sz="1477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A264D3B8-2AA3-8A6E-3E5E-5AD626A6D18B}"/>
                  </a:ext>
                </a:extLst>
              </p:cNvPr>
              <p:cNvSpPr/>
              <p:nvPr/>
            </p:nvSpPr>
            <p:spPr>
              <a:xfrm>
                <a:off x="4960930" y="3355706"/>
                <a:ext cx="1368940" cy="550303"/>
              </a:xfrm>
              <a:prstGeom prst="roundRect">
                <a:avLst>
                  <a:gd name="adj" fmla="val 12921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77" b="1">
                    <a:solidFill>
                      <a:schemeClr val="tx1"/>
                    </a:solidFill>
                  </a:rPr>
                  <a:t>목표 수준 설정</a:t>
                </a:r>
                <a:endParaRPr lang="en-US" sz="1477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320F5465-32FC-0606-5A4C-BABB16570299}"/>
                  </a:ext>
                </a:extLst>
              </p:cNvPr>
              <p:cNvSpPr/>
              <p:nvPr/>
            </p:nvSpPr>
            <p:spPr>
              <a:xfrm>
                <a:off x="4960930" y="4183924"/>
                <a:ext cx="1368940" cy="550303"/>
              </a:xfrm>
              <a:prstGeom prst="roundRect">
                <a:avLst>
                  <a:gd name="adj" fmla="val 12921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77" b="1">
                    <a:solidFill>
                      <a:schemeClr val="tx1"/>
                    </a:solidFill>
                  </a:rPr>
                  <a:t>장애요인 도출</a:t>
                </a:r>
                <a:endParaRPr lang="en-US" sz="1477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9E381163-A032-B5F7-679F-538E57159E73}"/>
                  </a:ext>
                </a:extLst>
              </p:cNvPr>
              <p:cNvSpPr/>
              <p:nvPr/>
            </p:nvSpPr>
            <p:spPr>
              <a:xfrm>
                <a:off x="4960930" y="5012142"/>
                <a:ext cx="1368940" cy="550303"/>
              </a:xfrm>
              <a:prstGeom prst="roundRect">
                <a:avLst>
                  <a:gd name="adj" fmla="val 12921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77" b="1" dirty="0">
                    <a:solidFill>
                      <a:schemeClr val="tx1"/>
                    </a:solidFill>
                  </a:rPr>
                  <a:t>장애요인 제거 방안</a:t>
                </a:r>
                <a:endParaRPr lang="en-US" altLang="ko-KR" sz="1477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477" b="1" dirty="0">
                    <a:solidFill>
                      <a:schemeClr val="tx1"/>
                    </a:solidFill>
                  </a:rPr>
                  <a:t>수립 및 실행</a:t>
                </a:r>
                <a:endParaRPr lang="en-US" sz="1477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6CD5BE9-EEC7-3BE1-85B9-7B79724DDFB2}"/>
                </a:ext>
              </a:extLst>
            </p:cNvPr>
            <p:cNvSpPr txBox="1"/>
            <p:nvPr/>
          </p:nvSpPr>
          <p:spPr>
            <a:xfrm>
              <a:off x="5806677" y="2693980"/>
              <a:ext cx="3759363" cy="500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lnSpc>
                  <a:spcPct val="120000"/>
                </a:lnSpc>
                <a:defRPr sz="1200" spc="-6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algn="l"/>
              <a:r>
                <a:rPr lang="en-US" altLang="ko-KR" sz="1477" dirty="0">
                  <a:solidFill>
                    <a:schemeClr val="tx1"/>
                  </a:solidFill>
                </a:rPr>
                <a:t>Better Company </a:t>
              </a:r>
              <a:r>
                <a:rPr lang="ko-KR" altLang="en-US" sz="1477" dirty="0">
                  <a:solidFill>
                    <a:schemeClr val="tx1"/>
                  </a:solidFill>
                </a:rPr>
                <a:t>목표 달성 위해 해야 할 핵심이 되는 과제 추출</a:t>
              </a:r>
              <a:br>
                <a:rPr lang="en-US" altLang="ko-KR" sz="1477" dirty="0">
                  <a:solidFill>
                    <a:schemeClr val="tx1"/>
                  </a:solidFill>
                </a:rPr>
              </a:br>
              <a:r>
                <a:rPr lang="en-US" altLang="ko-KR" sz="1477" dirty="0">
                  <a:solidFill>
                    <a:schemeClr val="tx1"/>
                  </a:solidFill>
                </a:rPr>
                <a:t>  </a:t>
              </a:r>
              <a:r>
                <a:rPr lang="en-US" altLang="ko-KR" sz="1354" dirty="0"/>
                <a:t>1) </a:t>
              </a:r>
              <a:r>
                <a:rPr lang="ko-KR" altLang="en-US" sz="1354" dirty="0"/>
                <a:t>핵심 과제 도출</a:t>
              </a:r>
              <a:r>
                <a:rPr lang="en-US" altLang="ko-KR" sz="1354" dirty="0"/>
                <a:t>  2) </a:t>
              </a:r>
              <a:r>
                <a:rPr lang="ko-KR" altLang="en-US" sz="1354" dirty="0"/>
                <a:t>계량적 측정 방법 고려</a:t>
              </a:r>
              <a:endParaRPr lang="ko-KR" altLang="en-US" sz="1477" b="1" u="sng" dirty="0">
                <a:solidFill>
                  <a:schemeClr val="tx1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9015E00-AAAF-CFDE-0845-A7345035C20C}"/>
                </a:ext>
              </a:extLst>
            </p:cNvPr>
            <p:cNvSpPr txBox="1"/>
            <p:nvPr/>
          </p:nvSpPr>
          <p:spPr>
            <a:xfrm>
              <a:off x="8152832" y="5984105"/>
              <a:ext cx="1276391" cy="227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lnSpc>
                  <a:spcPct val="120000"/>
                </a:lnSpc>
                <a:defRPr sz="1200" spc="-6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algn="l"/>
              <a:r>
                <a:rPr lang="en-US" altLang="ko-KR" sz="1108" i="1" dirty="0"/>
                <a:t>* Key Factor for Success</a:t>
              </a:r>
              <a:endParaRPr lang="ko-KR" altLang="en-US" sz="1108" b="1" i="1" u="sng" dirty="0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30A277E-EFC9-788E-36B4-E4433B58A86E}"/>
                </a:ext>
              </a:extLst>
            </p:cNvPr>
            <p:cNvSpPr txBox="1"/>
            <p:nvPr/>
          </p:nvSpPr>
          <p:spPr>
            <a:xfrm>
              <a:off x="5806677" y="3485628"/>
              <a:ext cx="3677569" cy="500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lnSpc>
                  <a:spcPct val="120000"/>
                </a:lnSpc>
                <a:defRPr sz="1200" spc="-6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algn="l"/>
              <a:r>
                <a:rPr lang="en-US" altLang="ko-KR" sz="1477" dirty="0">
                  <a:solidFill>
                    <a:schemeClr val="tx1"/>
                  </a:solidFill>
                </a:rPr>
                <a:t>SUPEX</a:t>
              </a:r>
              <a:r>
                <a:rPr lang="ko-KR" altLang="en-US" sz="1477" dirty="0">
                  <a:solidFill>
                    <a:schemeClr val="tx1"/>
                  </a:solidFill>
                </a:rPr>
                <a:t>한 </a:t>
              </a:r>
              <a:r>
                <a:rPr lang="en-US" altLang="ko-KR" sz="1477" dirty="0">
                  <a:solidFill>
                    <a:schemeClr val="tx1"/>
                  </a:solidFill>
                </a:rPr>
                <a:t>KFS</a:t>
              </a:r>
              <a:r>
                <a:rPr lang="ko-KR" altLang="en-US" sz="1477" dirty="0">
                  <a:solidFill>
                    <a:schemeClr val="tx1"/>
                  </a:solidFill>
                </a:rPr>
                <a:t>의 목표 수준을 설정</a:t>
              </a:r>
              <a:br>
                <a:rPr lang="en-US" altLang="ko-KR" sz="1477" dirty="0">
                  <a:solidFill>
                    <a:schemeClr val="tx1"/>
                  </a:solidFill>
                </a:rPr>
              </a:br>
              <a:r>
                <a:rPr lang="en-US" altLang="ko-KR" sz="1477" dirty="0">
                  <a:solidFill>
                    <a:schemeClr val="tx1"/>
                  </a:solidFill>
                </a:rPr>
                <a:t>  </a:t>
              </a:r>
              <a:r>
                <a:rPr lang="en-US" altLang="ko-KR" sz="1354" dirty="0"/>
                <a:t>1) SUPEX </a:t>
              </a:r>
              <a:r>
                <a:rPr lang="ko-KR" altLang="en-US" sz="1354" dirty="0"/>
                <a:t>수준 및 </a:t>
              </a:r>
              <a:r>
                <a:rPr lang="en-US" altLang="ko-KR" sz="1354" dirty="0" err="1"/>
                <a:t>CbA</a:t>
              </a:r>
              <a:r>
                <a:rPr lang="en-US" altLang="ko-KR" sz="1354" dirty="0"/>
                <a:t>** </a:t>
              </a:r>
              <a:r>
                <a:rPr lang="ko-KR" altLang="en-US" sz="1354" dirty="0"/>
                <a:t>수준 설정</a:t>
              </a:r>
              <a:r>
                <a:rPr lang="en-US" altLang="ko-KR" sz="1354" dirty="0"/>
                <a:t>  2) </a:t>
              </a:r>
              <a:r>
                <a:rPr lang="ko-KR" altLang="en-US" sz="1354" dirty="0"/>
                <a:t>구성원 합의 목표 수준 결정</a:t>
              </a:r>
              <a:endParaRPr lang="ko-KR" altLang="en-US" sz="1477" b="1" u="sng" dirty="0">
                <a:solidFill>
                  <a:schemeClr val="tx1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35705CB-02B9-6E4C-D0C3-B0613114DBC7}"/>
                </a:ext>
              </a:extLst>
            </p:cNvPr>
            <p:cNvSpPr txBox="1"/>
            <p:nvPr/>
          </p:nvSpPr>
          <p:spPr>
            <a:xfrm>
              <a:off x="8152832" y="6159391"/>
              <a:ext cx="1506923" cy="227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lnSpc>
                  <a:spcPct val="120000"/>
                </a:lnSpc>
                <a:defRPr sz="1200" spc="-6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algn="l"/>
              <a:r>
                <a:rPr lang="en-US" altLang="ko-KR" sz="1108" i="1" dirty="0"/>
                <a:t>** Challenging but Achievable</a:t>
              </a:r>
              <a:endParaRPr lang="ko-KR" altLang="en-US" sz="1108" b="1" i="1" u="sng" dirty="0">
                <a:solidFill>
                  <a:schemeClr val="tx1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49E9760-AC16-35B5-7FF4-8BB947BE5BCF}"/>
                </a:ext>
              </a:extLst>
            </p:cNvPr>
            <p:cNvSpPr txBox="1"/>
            <p:nvPr/>
          </p:nvSpPr>
          <p:spPr>
            <a:xfrm>
              <a:off x="5806677" y="4277276"/>
              <a:ext cx="3573635" cy="500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lnSpc>
                  <a:spcPct val="120000"/>
                </a:lnSpc>
                <a:defRPr sz="1200" spc="-6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algn="l"/>
              <a:r>
                <a:rPr lang="ko-KR" altLang="en-US" sz="1477" dirty="0">
                  <a:solidFill>
                    <a:schemeClr val="tx1"/>
                  </a:solidFill>
                </a:rPr>
                <a:t>목표 수준에 도달하는 데 장애가 되는 요인을 모두 파악</a:t>
              </a:r>
              <a:br>
                <a:rPr lang="en-US" altLang="ko-KR" sz="1477" dirty="0">
                  <a:solidFill>
                    <a:schemeClr val="tx1"/>
                  </a:solidFill>
                </a:rPr>
              </a:br>
              <a:r>
                <a:rPr lang="en-US" altLang="ko-KR" sz="1477" dirty="0">
                  <a:solidFill>
                    <a:schemeClr val="tx1"/>
                  </a:solidFill>
                </a:rPr>
                <a:t>  </a:t>
              </a:r>
              <a:r>
                <a:rPr lang="en-US" altLang="ko-KR" sz="1354" dirty="0"/>
                <a:t>1) </a:t>
              </a:r>
              <a:r>
                <a:rPr lang="ko-KR" altLang="en-US" sz="1354" dirty="0"/>
                <a:t>문제의 명확화  </a:t>
              </a:r>
              <a:r>
                <a:rPr lang="en-US" altLang="ko-KR" sz="1354" dirty="0"/>
                <a:t>2) </a:t>
              </a:r>
              <a:r>
                <a:rPr lang="ko-KR" altLang="en-US" sz="1354" dirty="0"/>
                <a:t>가능한 모든 장애요인 도출  </a:t>
              </a:r>
              <a:r>
                <a:rPr lang="en-US" altLang="ko-KR" sz="1354" dirty="0"/>
                <a:t>3) </a:t>
              </a:r>
              <a:r>
                <a:rPr lang="ko-KR" altLang="en-US" sz="1354" dirty="0"/>
                <a:t>우선순위 결정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E08B1A0-1807-B6D0-46A9-2E6E3EEF1624}"/>
                </a:ext>
              </a:extLst>
            </p:cNvPr>
            <p:cNvSpPr txBox="1"/>
            <p:nvPr/>
          </p:nvSpPr>
          <p:spPr>
            <a:xfrm>
              <a:off x="5806677" y="5056045"/>
              <a:ext cx="3990155" cy="500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lnSpc>
                  <a:spcPct val="120000"/>
                </a:lnSpc>
                <a:defRPr sz="1200" spc="-6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defRPr>
              </a:lvl1pPr>
            </a:lstStyle>
            <a:p>
              <a:pPr algn="l"/>
              <a:r>
                <a:rPr lang="ko-KR" altLang="en-US" sz="1477" dirty="0">
                  <a:solidFill>
                    <a:schemeClr val="tx1"/>
                  </a:solidFill>
                </a:rPr>
                <a:t>최고의 두뇌활동을 요구하는 것으로</a:t>
              </a:r>
              <a:r>
                <a:rPr lang="en-US" altLang="ko-KR" sz="1477" dirty="0">
                  <a:solidFill>
                    <a:schemeClr val="tx1"/>
                  </a:solidFill>
                </a:rPr>
                <a:t>, </a:t>
              </a:r>
              <a:r>
                <a:rPr lang="ko-KR" altLang="en-US" sz="1477" dirty="0">
                  <a:solidFill>
                    <a:schemeClr val="tx1"/>
                  </a:solidFill>
                </a:rPr>
                <a:t>경영 성과와 직결되는 실천 단계</a:t>
              </a:r>
              <a:br>
                <a:rPr lang="en-US" altLang="ko-KR" sz="1477" dirty="0">
                  <a:solidFill>
                    <a:schemeClr val="tx1"/>
                  </a:solidFill>
                </a:rPr>
              </a:br>
              <a:r>
                <a:rPr lang="en-US" altLang="ko-KR" sz="1477" dirty="0">
                  <a:solidFill>
                    <a:schemeClr val="tx1"/>
                  </a:solidFill>
                </a:rPr>
                <a:t>  </a:t>
              </a:r>
              <a:r>
                <a:rPr lang="en-US" altLang="ko-KR" sz="1354" dirty="0"/>
                <a:t>1) </a:t>
              </a:r>
              <a:r>
                <a:rPr lang="ko-KR" altLang="en-US" sz="1354" dirty="0"/>
                <a:t>장애요인 제거 방안 수립</a:t>
              </a:r>
              <a:r>
                <a:rPr lang="en-US" altLang="ko-KR" sz="1354" dirty="0"/>
                <a:t>  2) </a:t>
              </a:r>
              <a:r>
                <a:rPr lang="ko-KR" altLang="en-US" sz="1354" dirty="0"/>
                <a:t>제거 활동 실행  </a:t>
              </a:r>
              <a:r>
                <a:rPr lang="en-US" altLang="ko-KR" sz="1354" dirty="0"/>
                <a:t>3) </a:t>
              </a:r>
              <a:r>
                <a:rPr lang="ko-KR" altLang="en-US" sz="1354" dirty="0"/>
                <a:t>실행 평가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1007DF3-6508-A6B6-2F91-AEC76EC668D4}"/>
                </a:ext>
              </a:extLst>
            </p:cNvPr>
            <p:cNvSpPr txBox="1"/>
            <p:nvPr/>
          </p:nvSpPr>
          <p:spPr>
            <a:xfrm>
              <a:off x="3803387" y="6098600"/>
              <a:ext cx="2283981" cy="391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indent="0" algn="r">
                <a:lnSpc>
                  <a:spcPct val="110000"/>
                </a:lnSpc>
                <a:buFont typeface="Wingdings" panose="05000000000000000000" pitchFamily="2" charset="2"/>
                <a:buNone/>
                <a:defRPr sz="1600" spc="-8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pPr algn="ctr"/>
              <a:r>
                <a:rPr lang="en-US" altLang="ko-KR" sz="2462" dirty="0"/>
                <a:t>SUPEX</a:t>
              </a:r>
              <a:r>
                <a:rPr lang="ko-KR" altLang="en-US" sz="2462" dirty="0"/>
                <a:t> 추구 실행</a:t>
              </a:r>
              <a:endParaRPr lang="en-US" sz="2462" dirty="0"/>
            </a:p>
          </p:txBody>
        </p:sp>
      </p:grpSp>
    </p:spTree>
    <p:extLst>
      <p:ext uri="{BB962C8B-B14F-4D97-AF65-F5344CB8AC3E}">
        <p14:creationId xmlns:p14="http://schemas.microsoft.com/office/powerpoint/2010/main" val="404265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59F48-D3D3-F4FF-DE70-7D1F49A06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About GM: Our Passion &amp; Our Drive | General Motors">
            <a:extLst>
              <a:ext uri="{FF2B5EF4-FFF2-40B4-BE49-F238E27FC236}">
                <a16:creationId xmlns:a16="http://schemas.microsoft.com/office/drawing/2014/main" id="{4B202F48-DCB1-C798-BC8F-6B125C144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248" y="2836246"/>
            <a:ext cx="4255209" cy="2392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547DA24-E9F4-F2AE-5A15-BFC722D69D99}"/>
              </a:ext>
            </a:extLst>
          </p:cNvPr>
          <p:cNvSpPr txBox="1"/>
          <p:nvPr/>
        </p:nvSpPr>
        <p:spPr>
          <a:xfrm>
            <a:off x="652537" y="-499299"/>
            <a:ext cx="3707105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1969" dirty="0"/>
              <a:t>SKEP </a:t>
            </a:r>
            <a:r>
              <a:rPr lang="ko-KR" altLang="en-US" sz="1969" dirty="0"/>
              <a:t>사례로 보는 </a:t>
            </a:r>
            <a:r>
              <a:rPr lang="ko-KR" altLang="en-US" sz="1969" dirty="0" err="1"/>
              <a:t>일처리</a:t>
            </a:r>
            <a:r>
              <a:rPr lang="ko-KR" altLang="en-US" sz="1969" dirty="0"/>
              <a:t> </a:t>
            </a:r>
            <a:r>
              <a:rPr lang="en-US" altLang="ko-KR" sz="1969" dirty="0"/>
              <a:t>5</a:t>
            </a:r>
            <a:r>
              <a:rPr lang="ko-KR" altLang="en-US" sz="1969" dirty="0"/>
              <a:t>단계 실행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7249839-74A8-44BF-C686-CCE0D2E44FCC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latin typeface="Montserrat ExtraBold" panose="00000900000000000000" pitchFamily="2" charset="0"/>
              </a:rPr>
              <a:t>5</a:t>
            </a:r>
          </a:p>
        </p:txBody>
      </p:sp>
      <p:sp>
        <p:nvSpPr>
          <p:cNvPr id="4" name="슬라이드 번호 개체 틀 24">
            <a:extLst>
              <a:ext uri="{FF2B5EF4-FFF2-40B4-BE49-F238E27FC236}">
                <a16:creationId xmlns:a16="http://schemas.microsoft.com/office/drawing/2014/main" id="{D6423925-C260-9EAC-9182-F25CB7532D2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184566" y="7333539"/>
            <a:ext cx="673003" cy="127846"/>
          </a:xfrm>
        </p:spPr>
        <p:txBody>
          <a:bodyPr/>
          <a:lstStyle/>
          <a:p>
            <a:fld id="{3DFBBC6A-3425-4C62-80BA-0DDE16A15D0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D919762-D677-13BA-4855-20DF9C9FB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250" y="2193068"/>
            <a:ext cx="1659328" cy="165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070BDF-709D-C5C0-F69F-D9AA867239B8}"/>
              </a:ext>
            </a:extLst>
          </p:cNvPr>
          <p:cNvSpPr txBox="1"/>
          <p:nvPr/>
        </p:nvSpPr>
        <p:spPr>
          <a:xfrm>
            <a:off x="5808967" y="2836245"/>
            <a:ext cx="662681" cy="559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71450" indent="-171450">
              <a:lnSpc>
                <a:spcPct val="110000"/>
              </a:lnSpc>
              <a:buFont typeface="Wingdings" panose="05000000000000000000" pitchFamily="2" charset="2"/>
              <a:buChar char="§"/>
              <a:defRPr sz="1200" spc="-8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indent="0" algn="ctr">
              <a:buNone/>
            </a:pPr>
            <a:r>
              <a:rPr lang="en-US" sz="2954" dirty="0"/>
              <a:t>VS</a:t>
            </a:r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382801E0-D050-217D-629A-3828DECBF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242" y="2193068"/>
            <a:ext cx="1350508" cy="165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홈 버튼 - 나무위키">
            <a:extLst>
              <a:ext uri="{FF2B5EF4-FFF2-40B4-BE49-F238E27FC236}">
                <a16:creationId xmlns:a16="http://schemas.microsoft.com/office/drawing/2014/main" id="{64BD25D4-B478-445E-8276-1F3BC77EE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035" y="3259641"/>
            <a:ext cx="3516923" cy="196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33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FC7D3-A384-4D7D-7BAC-96C12EFCC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06D51061-5906-2416-0270-AFA39A284ED4}"/>
              </a:ext>
            </a:extLst>
          </p:cNvPr>
          <p:cNvSpPr txBox="1"/>
          <p:nvPr/>
        </p:nvSpPr>
        <p:spPr>
          <a:xfrm>
            <a:off x="652537" y="-499299"/>
            <a:ext cx="3707105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6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1969" dirty="0"/>
              <a:t>SKEP </a:t>
            </a:r>
            <a:r>
              <a:rPr lang="ko-KR" altLang="en-US" sz="1969" dirty="0"/>
              <a:t>사례로 보는 </a:t>
            </a:r>
            <a:r>
              <a:rPr lang="ko-KR" altLang="en-US" sz="1969" dirty="0" err="1"/>
              <a:t>일처리</a:t>
            </a:r>
            <a:r>
              <a:rPr lang="ko-KR" altLang="en-US" sz="1969" dirty="0"/>
              <a:t> </a:t>
            </a:r>
            <a:r>
              <a:rPr lang="en-US" altLang="ko-KR" sz="1969" dirty="0"/>
              <a:t>5</a:t>
            </a:r>
            <a:r>
              <a:rPr lang="ko-KR" altLang="en-US" sz="1969" dirty="0"/>
              <a:t>단계 실행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3DFAF0F-0A17-6795-1492-999007E3D569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latin typeface="Montserrat ExtraBold" panose="00000900000000000000" pitchFamily="2" charset="0"/>
              </a:rPr>
              <a:t>5</a:t>
            </a:r>
          </a:p>
        </p:txBody>
      </p:sp>
      <p:sp>
        <p:nvSpPr>
          <p:cNvPr id="37" name="텍스트 개체 틀 3">
            <a:extLst>
              <a:ext uri="{FF2B5EF4-FFF2-40B4-BE49-F238E27FC236}">
                <a16:creationId xmlns:a16="http://schemas.microsoft.com/office/drawing/2014/main" id="{E445C4DB-CB87-6CDA-158C-7305649F6373}"/>
              </a:ext>
            </a:extLst>
          </p:cNvPr>
          <p:cNvSpPr txBox="1">
            <a:spLocks/>
          </p:cNvSpPr>
          <p:nvPr/>
        </p:nvSpPr>
        <p:spPr>
          <a:xfrm>
            <a:off x="2987608" y="361658"/>
            <a:ext cx="6247415" cy="389209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>
            <a:lvl1pPr marL="0" indent="0" algn="ctr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None/>
              <a:defRPr lang="ko-KR" altLang="en-US" sz="1800" b="1" kern="1200" baseline="0" dirty="0" smtClean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130969" indent="0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35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125444" latinLnBrk="1">
              <a:lnSpc>
                <a:spcPct val="110000"/>
              </a:lnSpc>
            </a:pP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질문의 전환과 목표 수준의 재설계가 만든 본질적 혁신</a:t>
            </a:r>
            <a:endParaRPr lang="en-US" altLang="ko-KR" sz="2462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2317699-3EFF-D628-A591-C5B9BF55DF4E}"/>
              </a:ext>
            </a:extLst>
          </p:cNvPr>
          <p:cNvCxnSpPr/>
          <p:nvPr/>
        </p:nvCxnSpPr>
        <p:spPr>
          <a:xfrm flipV="1">
            <a:off x="845175" y="1538642"/>
            <a:ext cx="399892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EE56B5A-1DDC-3B2C-46CD-0F3960C82813}"/>
              </a:ext>
            </a:extLst>
          </p:cNvPr>
          <p:cNvCxnSpPr/>
          <p:nvPr/>
        </p:nvCxnSpPr>
        <p:spPr>
          <a:xfrm flipV="1">
            <a:off x="7300488" y="1538642"/>
            <a:ext cx="399892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38D4DE4-AC77-A35F-9920-16B5723239A2}"/>
              </a:ext>
            </a:extLst>
          </p:cNvPr>
          <p:cNvGrpSpPr/>
          <p:nvPr/>
        </p:nvGrpSpPr>
        <p:grpSpPr>
          <a:xfrm>
            <a:off x="5253576" y="1604382"/>
            <a:ext cx="1684849" cy="5047998"/>
            <a:chOff x="4960930" y="1699121"/>
            <a:chExt cx="1368940" cy="4326152"/>
          </a:xfrm>
        </p:grpSpPr>
        <p:sp>
          <p:nvSpPr>
            <p:cNvPr id="28" name="화살표: 오른쪽 27">
              <a:extLst>
                <a:ext uri="{FF2B5EF4-FFF2-40B4-BE49-F238E27FC236}">
                  <a16:creationId xmlns:a16="http://schemas.microsoft.com/office/drawing/2014/main" id="{5560D167-ABC0-9985-49BF-259CA65A64B4}"/>
                </a:ext>
              </a:extLst>
            </p:cNvPr>
            <p:cNvSpPr/>
            <p:nvPr/>
          </p:nvSpPr>
          <p:spPr>
            <a:xfrm rot="5400000">
              <a:off x="3658948" y="3687077"/>
              <a:ext cx="3997790" cy="678602"/>
            </a:xfrm>
            <a:prstGeom prst="rightArrow">
              <a:avLst>
                <a:gd name="adj1" fmla="val 50000"/>
                <a:gd name="adj2" fmla="val 38771"/>
              </a:avLst>
            </a:prstGeom>
            <a:gradFill>
              <a:gsLst>
                <a:gs pos="0">
                  <a:schemeClr val="bg1"/>
                </a:gs>
                <a:gs pos="86000">
                  <a:srgbClr val="A6A6A6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15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9BA0480D-FD88-F34D-C649-5C531CF1E28F}"/>
                </a:ext>
              </a:extLst>
            </p:cNvPr>
            <p:cNvSpPr/>
            <p:nvPr/>
          </p:nvSpPr>
          <p:spPr>
            <a:xfrm>
              <a:off x="4960930" y="1699121"/>
              <a:ext cx="1368940" cy="550303"/>
            </a:xfrm>
            <a:prstGeom prst="roundRect">
              <a:avLst>
                <a:gd name="adj" fmla="val 12921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77" b="1" dirty="0">
                  <a:solidFill>
                    <a:schemeClr val="tx1"/>
                  </a:solidFill>
                </a:rPr>
                <a:t>입체적 </a:t>
              </a:r>
              <a:endParaRPr lang="en-US" altLang="ko-KR" sz="1477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477" b="1" dirty="0">
                  <a:solidFill>
                    <a:schemeClr val="tx1"/>
                  </a:solidFill>
                </a:rPr>
                <a:t>Location </a:t>
              </a:r>
              <a:r>
                <a:rPr lang="ko-KR" altLang="en-US" sz="1477" b="1" dirty="0">
                  <a:solidFill>
                    <a:schemeClr val="tx1"/>
                  </a:solidFill>
                </a:rPr>
                <a:t>파악</a:t>
              </a:r>
              <a:endParaRPr lang="en-US" sz="1477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991CE54D-4F58-39DC-AB9A-7A7F910A9DA4}"/>
                </a:ext>
              </a:extLst>
            </p:cNvPr>
            <p:cNvSpPr/>
            <p:nvPr/>
          </p:nvSpPr>
          <p:spPr>
            <a:xfrm>
              <a:off x="4960930" y="2527488"/>
              <a:ext cx="1368940" cy="550303"/>
            </a:xfrm>
            <a:prstGeom prst="roundRect">
              <a:avLst>
                <a:gd name="adj" fmla="val 12921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77" b="1" dirty="0">
                  <a:solidFill>
                    <a:schemeClr val="tx1"/>
                  </a:solidFill>
                </a:rPr>
                <a:t>KFS </a:t>
              </a:r>
              <a:r>
                <a:rPr lang="ko-KR" altLang="en-US" sz="1477" b="1" dirty="0">
                  <a:solidFill>
                    <a:schemeClr val="tx1"/>
                  </a:solidFill>
                </a:rPr>
                <a:t>추출</a:t>
              </a:r>
              <a:endParaRPr lang="en-US" sz="1477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A5C84242-7197-BC54-3B3C-2B85F2690D44}"/>
                </a:ext>
              </a:extLst>
            </p:cNvPr>
            <p:cNvSpPr/>
            <p:nvPr/>
          </p:nvSpPr>
          <p:spPr>
            <a:xfrm>
              <a:off x="4960930" y="3355706"/>
              <a:ext cx="1368940" cy="550303"/>
            </a:xfrm>
            <a:prstGeom prst="roundRect">
              <a:avLst>
                <a:gd name="adj" fmla="val 12921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77" b="1">
                  <a:solidFill>
                    <a:schemeClr val="tx1"/>
                  </a:solidFill>
                </a:rPr>
                <a:t>목표 수준 설정</a:t>
              </a:r>
              <a:endParaRPr lang="en-US" sz="1477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52A1D275-2A61-9BA1-B6B0-B28658B6A13F}"/>
                </a:ext>
              </a:extLst>
            </p:cNvPr>
            <p:cNvSpPr/>
            <p:nvPr/>
          </p:nvSpPr>
          <p:spPr>
            <a:xfrm>
              <a:off x="4960930" y="4183924"/>
              <a:ext cx="1368940" cy="550303"/>
            </a:xfrm>
            <a:prstGeom prst="roundRect">
              <a:avLst>
                <a:gd name="adj" fmla="val 12921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77" b="1">
                  <a:solidFill>
                    <a:schemeClr val="tx1"/>
                  </a:solidFill>
                </a:rPr>
                <a:t>장애요인 도출</a:t>
              </a:r>
              <a:endParaRPr lang="en-US" sz="1477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2B231CD3-C89E-A740-620E-F59E29FCEC29}"/>
                </a:ext>
              </a:extLst>
            </p:cNvPr>
            <p:cNvSpPr/>
            <p:nvPr/>
          </p:nvSpPr>
          <p:spPr>
            <a:xfrm>
              <a:off x="4960930" y="5012142"/>
              <a:ext cx="1368940" cy="550303"/>
            </a:xfrm>
            <a:prstGeom prst="roundRect">
              <a:avLst>
                <a:gd name="adj" fmla="val 12921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77" b="1" dirty="0">
                  <a:solidFill>
                    <a:schemeClr val="tx1"/>
                  </a:solidFill>
                </a:rPr>
                <a:t>장애요인 제거 방안</a:t>
              </a:r>
              <a:endParaRPr lang="en-US" altLang="ko-KR" sz="1477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77" b="1" dirty="0">
                  <a:solidFill>
                    <a:schemeClr val="tx1"/>
                  </a:solidFill>
                </a:rPr>
                <a:t>수립 및 실행</a:t>
              </a:r>
              <a:endParaRPr lang="en-US" sz="1477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BDB24A1-C170-D69E-2925-1FA5492F4BD4}"/>
              </a:ext>
            </a:extLst>
          </p:cNvPr>
          <p:cNvSpPr txBox="1"/>
          <p:nvPr/>
        </p:nvSpPr>
        <p:spPr>
          <a:xfrm>
            <a:off x="892589" y="1127803"/>
            <a:ext cx="3998928" cy="318549"/>
          </a:xfrm>
          <a:prstGeom prst="rect">
            <a:avLst/>
          </a:prstGeom>
          <a:noFill/>
        </p:spPr>
        <p:txBody>
          <a:bodyPr wrap="square" lIns="0" bIns="0" rtlCol="0">
            <a:spAutoFit/>
          </a:bodyPr>
          <a:lstStyle>
            <a:defPPr>
              <a:defRPr lang="ko-KR"/>
            </a:defPPr>
            <a:lvl1pPr indent="0" algn="r">
              <a:lnSpc>
                <a:spcPct val="110000"/>
              </a:lnSpc>
              <a:buFont typeface="Wingdings" panose="05000000000000000000" pitchFamily="2" charset="2"/>
              <a:buNone/>
              <a:defRPr sz="1600" spc="-8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ko-KR" altLang="en-US" sz="1723" spc="-74" dirty="0"/>
              <a:t>전략적 문제의식</a:t>
            </a:r>
            <a:r>
              <a:rPr lang="en-US" altLang="ko-KR" sz="1723" spc="-74" dirty="0"/>
              <a:t> (Why?)</a:t>
            </a:r>
            <a:endParaRPr lang="en-US" sz="1477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7D32B1-8EF0-0E0F-1DEB-FBF10B68C2F0}"/>
              </a:ext>
            </a:extLst>
          </p:cNvPr>
          <p:cNvSpPr txBox="1"/>
          <p:nvPr/>
        </p:nvSpPr>
        <p:spPr>
          <a:xfrm>
            <a:off x="7300487" y="1127803"/>
            <a:ext cx="3998928" cy="318549"/>
          </a:xfrm>
          <a:prstGeom prst="rect">
            <a:avLst/>
          </a:prstGeom>
          <a:noFill/>
        </p:spPr>
        <p:txBody>
          <a:bodyPr wrap="square" lIns="0" bIns="0" rtlCol="0">
            <a:spAutoFit/>
          </a:bodyPr>
          <a:lstStyle>
            <a:defPPr>
              <a:defRPr lang="ko-KR"/>
            </a:defPPr>
            <a:lvl1pPr indent="0" algn="r">
              <a:lnSpc>
                <a:spcPct val="110000"/>
              </a:lnSpc>
              <a:buFont typeface="Wingdings" panose="05000000000000000000" pitchFamily="2" charset="2"/>
              <a:buNone/>
              <a:defRPr sz="1600" spc="-8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algn="l"/>
            <a:r>
              <a:rPr lang="ko-KR" altLang="en-US" sz="1723" spc="-74" dirty="0"/>
              <a:t>실전 전략 </a:t>
            </a:r>
            <a:r>
              <a:rPr lang="en-US" altLang="ko-KR" sz="1723" spc="-74" dirty="0"/>
              <a:t>(What?)</a:t>
            </a:r>
            <a:r>
              <a:rPr lang="ko-KR" altLang="en-US" sz="1723" spc="-74" dirty="0"/>
              <a:t> </a:t>
            </a:r>
            <a:r>
              <a:rPr lang="en-US" altLang="ko-KR" sz="1477" spc="-74" dirty="0"/>
              <a:t>(</a:t>
            </a:r>
            <a:r>
              <a:rPr lang="ko-KR" altLang="en-US" sz="1477" spc="-74" dirty="0"/>
              <a:t>장동현 부회장님</a:t>
            </a:r>
            <a:r>
              <a:rPr lang="en-US" altLang="ko-KR" sz="1477" spc="-74" dirty="0"/>
              <a:t>)</a:t>
            </a:r>
            <a:endParaRPr lang="en-US" sz="1477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F6E159-29B2-FF29-0D18-BE0E0A87A556}"/>
              </a:ext>
            </a:extLst>
          </p:cNvPr>
          <p:cNvSpPr txBox="1"/>
          <p:nvPr/>
        </p:nvSpPr>
        <p:spPr>
          <a:xfrm>
            <a:off x="3667423" y="6713331"/>
            <a:ext cx="4887782" cy="481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indent="0" algn="r">
              <a:lnSpc>
                <a:spcPct val="110000"/>
              </a:lnSpc>
              <a:buFont typeface="Wingdings" panose="05000000000000000000" pitchFamily="2" charset="2"/>
              <a:buNone/>
              <a:defRPr sz="1600" spc="-8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algn="ctr"/>
            <a:r>
              <a:rPr lang="ko-KR" altLang="en-US" sz="2462" dirty="0"/>
              <a:t>반도체 </a:t>
            </a:r>
            <a:r>
              <a:rPr lang="en-US" altLang="ko-KR" sz="2462" dirty="0"/>
              <a:t>FAB </a:t>
            </a:r>
            <a:r>
              <a:rPr lang="ko-KR" altLang="en-US" sz="2462" dirty="0"/>
              <a:t>공사기간 </a:t>
            </a:r>
            <a:r>
              <a:rPr lang="en-US" altLang="ko-KR" sz="2462" dirty="0"/>
              <a:t>30%</a:t>
            </a:r>
            <a:r>
              <a:rPr lang="ko-KR" altLang="en-US" sz="2462" dirty="0"/>
              <a:t> 압도적 단축</a:t>
            </a:r>
            <a:r>
              <a:rPr lang="en-US" altLang="ko-KR" sz="2462" dirty="0"/>
              <a:t>  </a:t>
            </a:r>
            <a:r>
              <a:rPr lang="ko-KR" altLang="en-US" sz="2462" dirty="0"/>
              <a:t> </a:t>
            </a:r>
            <a:endParaRPr lang="en-US" sz="2462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1A79E9-0AB8-959F-AB48-9C1D5A0F7B0B}"/>
              </a:ext>
            </a:extLst>
          </p:cNvPr>
          <p:cNvSpPr txBox="1"/>
          <p:nvPr/>
        </p:nvSpPr>
        <p:spPr>
          <a:xfrm>
            <a:off x="902923" y="1572888"/>
            <a:ext cx="3941180" cy="632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indent="0" algn="ctr">
              <a:lnSpc>
                <a:spcPct val="12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algn="r">
              <a:lnSpc>
                <a:spcPct val="130000"/>
              </a:lnSpc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부분 최적화의 함정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r">
              <a:lnSpc>
                <a:spcPct val="130000"/>
              </a:lnSpc>
            </a:pPr>
            <a:r>
              <a:rPr lang="en-US" altLang="ko-KR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GM</a:t>
            </a:r>
            <a:r>
              <a:rPr lang="ko-KR" altLang="en-US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社 부서 이기주의</a:t>
            </a:r>
            <a:r>
              <a:rPr lang="en-US" altLang="ko-KR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누더기 제품</a:t>
            </a:r>
            <a:r>
              <a:rPr lang="en-US" altLang="ko-KR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파산</a:t>
            </a:r>
            <a:endParaRPr lang="en-US" altLang="ko-KR" sz="1354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A5F530-FE60-F0B7-0334-6464C38C8337}"/>
              </a:ext>
            </a:extLst>
          </p:cNvPr>
          <p:cNvSpPr txBox="1"/>
          <p:nvPr/>
        </p:nvSpPr>
        <p:spPr>
          <a:xfrm>
            <a:off x="7205885" y="1572888"/>
            <a:ext cx="4520937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40000"/>
              </a:lnSpc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파편화된 과제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직시</a:t>
            </a:r>
            <a:br>
              <a:rPr lang="en-US" altLang="ko-KR" sz="1477" dirty="0">
                <a:solidFill>
                  <a:schemeClr val="tx1"/>
                </a:solidFill>
              </a:rPr>
            </a:br>
            <a:r>
              <a:rPr lang="ko-KR" altLang="en-US" sz="1354" dirty="0"/>
              <a:t>지향점 없는 </a:t>
            </a:r>
            <a:r>
              <a:rPr lang="en-US" altLang="ko-KR" sz="1354" dirty="0"/>
              <a:t>29</a:t>
            </a:r>
            <a:r>
              <a:rPr lang="ko-KR" altLang="en-US" sz="1354" dirty="0"/>
              <a:t>개 과제</a:t>
            </a:r>
            <a:r>
              <a:rPr lang="en-US" altLang="ko-KR" sz="1354" dirty="0"/>
              <a:t>, </a:t>
            </a:r>
            <a:r>
              <a:rPr lang="ko-KR" altLang="en-US" sz="1354" dirty="0"/>
              <a:t>경쟁사와 동일 공기 수준 </a:t>
            </a:r>
            <a:r>
              <a:rPr lang="en-US" altLang="ko-KR" sz="1354" dirty="0"/>
              <a:t>(FAB: 24</a:t>
            </a:r>
            <a:r>
              <a:rPr lang="ko-KR" altLang="en-US" sz="1354" dirty="0"/>
              <a:t>개월</a:t>
            </a:r>
            <a:r>
              <a:rPr lang="en-US" altLang="ko-KR" sz="1354" dirty="0"/>
              <a:t>)</a:t>
            </a:r>
            <a:endParaRPr lang="en-US" altLang="ko-KR" sz="1292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3DE765A-C5F6-A32E-432D-A15048A91A70}"/>
              </a:ext>
            </a:extLst>
          </p:cNvPr>
          <p:cNvSpPr txBox="1"/>
          <p:nvPr/>
        </p:nvSpPr>
        <p:spPr>
          <a:xfrm>
            <a:off x="-246184" y="2538583"/>
            <a:ext cx="5090287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indent="0" algn="ctr">
              <a:lnSpc>
                <a:spcPct val="12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algn="r">
              <a:lnSpc>
                <a:spcPct val="130000"/>
              </a:lnSpc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공기 단축 통한 금융 경쟁력 창출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r">
              <a:lnSpc>
                <a:spcPct val="130000"/>
              </a:lnSpc>
            </a:pPr>
            <a:r>
              <a:rPr lang="en-US" altLang="ko-KR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FAB </a:t>
            </a:r>
            <a:r>
              <a:rPr lang="ko-KR" altLang="en-US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기준 </a:t>
            </a:r>
            <a:r>
              <a:rPr lang="en-US" altLang="ko-KR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r>
              <a:rPr lang="ko-KR" altLang="en-US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개월 단축 시 </a:t>
            </a:r>
            <a:r>
              <a:rPr lang="en-US" altLang="ko-KR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ko-KR" altLang="en-US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 </a:t>
            </a:r>
            <a:r>
              <a:rPr lang="en-US" altLang="ko-KR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r>
            <a:r>
              <a:rPr lang="ko-KR" altLang="en-US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천억원 조기 영업이익 실현 가능 </a:t>
            </a:r>
            <a:endParaRPr lang="en-US" altLang="ko-KR" sz="1354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97D5B8B-48FE-D4EF-A31E-AA67D6939868}"/>
              </a:ext>
            </a:extLst>
          </p:cNvPr>
          <p:cNvSpPr txBox="1"/>
          <p:nvPr/>
        </p:nvSpPr>
        <p:spPr>
          <a:xfrm>
            <a:off x="7205885" y="2539017"/>
            <a:ext cx="4821993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40000"/>
              </a:lnSpc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결정적 병목 구간 분석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선정</a:t>
            </a:r>
            <a:br>
              <a:rPr lang="en-US" altLang="ko-KR" sz="1477" dirty="0">
                <a:solidFill>
                  <a:schemeClr val="tx1"/>
                </a:solidFill>
              </a:rPr>
            </a:br>
            <a:r>
              <a:rPr lang="ko-KR" altLang="en-US" sz="1354" dirty="0"/>
              <a:t>전체 공기 </a:t>
            </a:r>
            <a:r>
              <a:rPr lang="en-US" altLang="ko-KR" sz="1354" dirty="0"/>
              <a:t>50%</a:t>
            </a:r>
            <a:r>
              <a:rPr lang="ko-KR" altLang="en-US" sz="1354" dirty="0"/>
              <a:t> 차지 기초</a:t>
            </a:r>
            <a:r>
              <a:rPr lang="en-US" altLang="ko-KR" sz="1354" dirty="0"/>
              <a:t>/</a:t>
            </a:r>
            <a:r>
              <a:rPr lang="ko-KR" altLang="en-US" sz="1354" dirty="0"/>
              <a:t>골조 구간</a:t>
            </a:r>
            <a:r>
              <a:rPr lang="en-US" altLang="ko-KR" sz="1354" dirty="0"/>
              <a:t>,</a:t>
            </a:r>
            <a:r>
              <a:rPr lang="ko-KR" altLang="en-US" sz="1354" dirty="0"/>
              <a:t> 복잡한 </a:t>
            </a:r>
            <a:r>
              <a:rPr lang="en-US" altLang="ko-KR" sz="1354" dirty="0"/>
              <a:t>MEP </a:t>
            </a:r>
            <a:r>
              <a:rPr lang="ko-KR" altLang="en-US" sz="1354" dirty="0"/>
              <a:t>공정 인터페이스</a:t>
            </a:r>
            <a:endParaRPr lang="en-US" altLang="ko-KR" sz="1292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16E95C2-04E1-2683-D79A-C330DE14AC31}"/>
              </a:ext>
            </a:extLst>
          </p:cNvPr>
          <p:cNvSpPr txBox="1"/>
          <p:nvPr/>
        </p:nvSpPr>
        <p:spPr>
          <a:xfrm>
            <a:off x="1" y="3505145"/>
            <a:ext cx="4844102" cy="632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indent="0" algn="ctr">
              <a:lnSpc>
                <a:spcPct val="12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algn="r">
              <a:lnSpc>
                <a:spcPct val="130000"/>
              </a:lnSpc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파괴적 혁신의 원칙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‘Target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Image’</a:t>
            </a:r>
          </a:p>
          <a:p>
            <a:pPr algn="r">
              <a:lnSpc>
                <a:spcPct val="130000"/>
              </a:lnSpc>
            </a:pPr>
            <a:r>
              <a:rPr lang="en-US" altLang="ko-KR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Apple</a:t>
            </a:r>
            <a:r>
              <a:rPr lang="ko-KR" altLang="en-US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社</a:t>
            </a:r>
            <a:r>
              <a:rPr lang="en-US" altLang="ko-KR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단 하나의 </a:t>
            </a:r>
            <a:r>
              <a:rPr lang="ko-KR" altLang="en-US" sz="1354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홈버튼</a:t>
            </a:r>
            <a:r>
              <a:rPr lang="ko-KR" altLang="en-US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→ </a:t>
            </a:r>
            <a:r>
              <a:rPr lang="en-US" altLang="ko-KR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HW/SW </a:t>
            </a:r>
            <a:r>
              <a:rPr lang="ko-KR" altLang="en-US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재해석 → 시장 </a:t>
            </a:r>
            <a:r>
              <a:rPr lang="ko-KR" altLang="en-US" sz="1354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재패</a:t>
            </a:r>
            <a:r>
              <a:rPr lang="en-US" altLang="ko-KR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706368-6B78-11FA-2895-21CA517DF46C}"/>
              </a:ext>
            </a:extLst>
          </p:cNvPr>
          <p:cNvSpPr txBox="1"/>
          <p:nvPr/>
        </p:nvSpPr>
        <p:spPr>
          <a:xfrm>
            <a:off x="7205885" y="3505147"/>
            <a:ext cx="4520937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40000"/>
              </a:lnSpc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공사기간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30% 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압도적 단축</a:t>
            </a:r>
            <a:br>
              <a:rPr lang="en-US" altLang="ko-KR" sz="1477" dirty="0">
                <a:solidFill>
                  <a:schemeClr val="tx1"/>
                </a:solidFill>
              </a:rPr>
            </a:br>
            <a:r>
              <a:rPr lang="en-US" altLang="ko-KR" sz="1354" dirty="0"/>
              <a:t>"</a:t>
            </a:r>
            <a:r>
              <a:rPr lang="ko-KR" altLang="en-US" sz="1354" dirty="0"/>
              <a:t>얼마나 줄일까</a:t>
            </a:r>
            <a:r>
              <a:rPr lang="en-US" altLang="ko-KR" sz="1354" dirty="0"/>
              <a:t>"</a:t>
            </a:r>
            <a:r>
              <a:rPr lang="ko-KR" altLang="en-US" sz="1354" dirty="0"/>
              <a:t>가 아닌 </a:t>
            </a:r>
            <a:r>
              <a:rPr lang="en-US" altLang="ko-KR" sz="1354" dirty="0"/>
              <a:t>“</a:t>
            </a:r>
            <a:r>
              <a:rPr lang="ko-KR" altLang="en-US" sz="1354" dirty="0"/>
              <a:t>무엇을 바꿔야 하나</a:t>
            </a:r>
            <a:r>
              <a:rPr lang="en-US" altLang="ko-KR" sz="1354" dirty="0"/>
              <a:t>"</a:t>
            </a:r>
            <a:r>
              <a:rPr lang="ko-KR" altLang="en-US" sz="1354" dirty="0"/>
              <a:t>로 질문을 전환</a:t>
            </a:r>
            <a:endParaRPr lang="en-US" altLang="ko-KR" sz="1292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B397F9-544B-DB98-063B-CE65A3032BF3}"/>
              </a:ext>
            </a:extLst>
          </p:cNvPr>
          <p:cNvSpPr txBox="1"/>
          <p:nvPr/>
        </p:nvSpPr>
        <p:spPr>
          <a:xfrm>
            <a:off x="902923" y="4470841"/>
            <a:ext cx="3941180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indent="0" algn="ctr">
              <a:lnSpc>
                <a:spcPct val="12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algn="r">
              <a:lnSpc>
                <a:spcPct val="130000"/>
              </a:lnSpc>
            </a:pP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SUPEX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조망하는 보이지 않는 장벽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r">
              <a:lnSpc>
                <a:spcPct val="130000"/>
              </a:lnSpc>
            </a:pPr>
            <a:r>
              <a:rPr lang="ko-KR" altLang="en-US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높은 목표 앞에서 비로소 넘어야 할 장애로 가시화</a:t>
            </a:r>
            <a:endParaRPr lang="en-US" altLang="ko-KR" sz="1354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D706224-DDD1-5E57-BB74-0F9D6C25D917}"/>
              </a:ext>
            </a:extLst>
          </p:cNvPr>
          <p:cNvSpPr txBox="1"/>
          <p:nvPr/>
        </p:nvSpPr>
        <p:spPr>
          <a:xfrm>
            <a:off x="7205885" y="4471276"/>
            <a:ext cx="4188129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40000"/>
              </a:lnSpc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관행적 시공 방식의 한계</a:t>
            </a:r>
            <a:br>
              <a:rPr lang="en-US" altLang="ko-KR" sz="1477" dirty="0">
                <a:solidFill>
                  <a:schemeClr val="tx1"/>
                </a:solidFill>
              </a:rPr>
            </a:br>
            <a:r>
              <a:rPr lang="ko-KR" altLang="en-US" sz="1354" dirty="0"/>
              <a:t>기초</a:t>
            </a:r>
            <a:r>
              <a:rPr lang="en-US" altLang="ko-KR" sz="1354" dirty="0"/>
              <a:t>/</a:t>
            </a:r>
            <a:r>
              <a:rPr lang="ko-KR" altLang="en-US" sz="1354" dirty="0"/>
              <a:t>골조 구간의 현장 의존적 공법</a:t>
            </a:r>
            <a:r>
              <a:rPr lang="en-US" altLang="ko-KR" sz="1354" dirty="0"/>
              <a:t>,</a:t>
            </a:r>
            <a:r>
              <a:rPr lang="ko-KR" altLang="en-US" sz="1354" dirty="0"/>
              <a:t> 설계</a:t>
            </a:r>
            <a:r>
              <a:rPr lang="en-US" altLang="ko-KR" sz="1354" dirty="0"/>
              <a:t>-</a:t>
            </a:r>
            <a:r>
              <a:rPr lang="ko-KR" altLang="en-US" sz="1354" dirty="0"/>
              <a:t>현장 간 정보 단절</a:t>
            </a:r>
            <a:endParaRPr lang="en-US" altLang="ko-KR" sz="1292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F07C2DD-D1AD-8F5C-826E-4AEFBE96967D}"/>
              </a:ext>
            </a:extLst>
          </p:cNvPr>
          <p:cNvSpPr txBox="1"/>
          <p:nvPr/>
        </p:nvSpPr>
        <p:spPr>
          <a:xfrm>
            <a:off x="0" y="5437405"/>
            <a:ext cx="4844103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indent="0" algn="ctr">
              <a:lnSpc>
                <a:spcPct val="120000"/>
              </a:lnSpc>
              <a:buFont typeface="Arial" panose="020B0604020202020204" pitchFamily="34" charset="0"/>
              <a:buNone/>
              <a:defRPr sz="1200"/>
            </a:lvl1pPr>
          </a:lstStyle>
          <a:p>
            <a:pPr algn="r">
              <a:lnSpc>
                <a:spcPct val="130000"/>
              </a:lnSpc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시스템의 개선 아닌 재설계</a:t>
            </a:r>
            <a:endParaRPr lang="en-US" altLang="ko-KR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r">
              <a:lnSpc>
                <a:spcPct val="130000"/>
              </a:lnSpc>
            </a:pPr>
            <a:r>
              <a:rPr lang="ko-KR" altLang="en-US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워크플로우를 근본적으로 바꾸는</a:t>
            </a:r>
            <a:r>
              <a:rPr lang="en-US" altLang="ko-KR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1354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것이 시스템 한계를 돌파</a:t>
            </a:r>
            <a:endParaRPr lang="en-US" altLang="ko-KR" sz="1354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A277744-A3EA-8B63-FFF1-DAB2C3D01A7E}"/>
              </a:ext>
            </a:extLst>
          </p:cNvPr>
          <p:cNvSpPr txBox="1"/>
          <p:nvPr/>
        </p:nvSpPr>
        <p:spPr>
          <a:xfrm>
            <a:off x="7205885" y="5437405"/>
            <a:ext cx="4604284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40000"/>
              </a:lnSpc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워크플로우 리디자인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OSC* 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확대</a:t>
            </a:r>
            <a:br>
              <a:rPr lang="en-US" altLang="ko-KR" sz="1477" dirty="0">
                <a:solidFill>
                  <a:schemeClr val="tx1"/>
                </a:solidFill>
              </a:rPr>
            </a:br>
            <a:r>
              <a:rPr lang="ko-KR" altLang="en-US" sz="1354" dirty="0"/>
              <a:t>현장 작업을 공장 제작 전이</a:t>
            </a:r>
            <a:r>
              <a:rPr lang="en-US" altLang="ko-KR" sz="1354" dirty="0"/>
              <a:t>, AX</a:t>
            </a:r>
            <a:r>
              <a:rPr lang="ko-KR" altLang="en-US" sz="1354" dirty="0"/>
              <a:t>를 통한 리스크 </a:t>
            </a:r>
            <a:r>
              <a:rPr lang="ko-KR" altLang="en-US" sz="1354" dirty="0" err="1"/>
              <a:t>선제적</a:t>
            </a:r>
            <a:r>
              <a:rPr lang="ko-KR" altLang="en-US" sz="1354" dirty="0"/>
              <a:t> 통제</a:t>
            </a:r>
            <a:endParaRPr lang="en-US" altLang="ko-KR" sz="1292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3F1325-84E0-CE03-0740-D093E937DB3C}"/>
              </a:ext>
            </a:extLst>
          </p:cNvPr>
          <p:cNvSpPr txBox="1"/>
          <p:nvPr/>
        </p:nvSpPr>
        <p:spPr>
          <a:xfrm>
            <a:off x="10034255" y="6573745"/>
            <a:ext cx="1464825" cy="2803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defRPr sz="1200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algn="l"/>
            <a:r>
              <a:rPr lang="en-US" altLang="ko-KR" sz="1108" i="1" dirty="0"/>
              <a:t>* Off-Site</a:t>
            </a:r>
            <a:r>
              <a:rPr lang="ko-KR" altLang="en-US" sz="1108" i="1" dirty="0"/>
              <a:t> </a:t>
            </a:r>
            <a:r>
              <a:rPr lang="en-US" altLang="ko-KR" sz="1108" i="1" dirty="0"/>
              <a:t>Construction</a:t>
            </a:r>
            <a:endParaRPr lang="ko-KR" altLang="en-US" sz="1108" b="1" i="1" u="sng" dirty="0">
              <a:solidFill>
                <a:schemeClr val="tx1"/>
              </a:solidFill>
            </a:endParaRPr>
          </a:p>
        </p:txBody>
      </p:sp>
      <p:sp>
        <p:nvSpPr>
          <p:cNvPr id="3" name="슬라이드 번호 개체 틀 24">
            <a:extLst>
              <a:ext uri="{FF2B5EF4-FFF2-40B4-BE49-F238E27FC236}">
                <a16:creationId xmlns:a16="http://schemas.microsoft.com/office/drawing/2014/main" id="{6F2F67D7-4E84-7D8C-E226-46210CA2040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184566" y="7333539"/>
            <a:ext cx="673003" cy="127846"/>
          </a:xfrm>
        </p:spPr>
        <p:txBody>
          <a:bodyPr/>
          <a:lstStyle/>
          <a:p>
            <a:fld id="{3DFBBC6A-3425-4C62-80BA-0DDE16A15D0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970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1CC2-C1B6-A479-2045-5E87989DB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BE113427-0388-D904-A0AF-5CFF24891249}"/>
              </a:ext>
            </a:extLst>
          </p:cNvPr>
          <p:cNvSpPr txBox="1"/>
          <p:nvPr/>
        </p:nvSpPr>
        <p:spPr>
          <a:xfrm>
            <a:off x="652537" y="-499299"/>
            <a:ext cx="2324739" cy="403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AX </a:t>
            </a:r>
            <a:r>
              <a:rPr lang="ko-KR" altLang="en-US" sz="1969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시대의 과제와 방향</a:t>
            </a:r>
            <a:endParaRPr lang="en-US" sz="1969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ED6CA78-A5CE-A7ED-89F8-FCCA8B6D741C}"/>
              </a:ext>
            </a:extLst>
          </p:cNvPr>
          <p:cNvSpPr/>
          <p:nvPr/>
        </p:nvSpPr>
        <p:spPr>
          <a:xfrm>
            <a:off x="237189" y="-460109"/>
            <a:ext cx="354501" cy="3545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latin typeface="Montserrat ExtraBold" panose="00000900000000000000" pitchFamily="2" charset="0"/>
              </a:rPr>
              <a:t>6</a:t>
            </a:r>
          </a:p>
        </p:txBody>
      </p:sp>
      <p:sp>
        <p:nvSpPr>
          <p:cNvPr id="3" name="슬라이드 번호 개체 틀 24">
            <a:extLst>
              <a:ext uri="{FF2B5EF4-FFF2-40B4-BE49-F238E27FC236}">
                <a16:creationId xmlns:a16="http://schemas.microsoft.com/office/drawing/2014/main" id="{19265E1A-107E-4FB6-B8DC-7BB3F4FEC5C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184566" y="7333539"/>
            <a:ext cx="673003" cy="127846"/>
          </a:xfrm>
        </p:spPr>
        <p:txBody>
          <a:bodyPr/>
          <a:lstStyle/>
          <a:p>
            <a:fld id="{3DFBBC6A-3425-4C62-80BA-0DDE16A15D0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B0658C8C-AD54-0D22-0E29-BFF4438A61FA}"/>
              </a:ext>
            </a:extLst>
          </p:cNvPr>
          <p:cNvSpPr txBox="1">
            <a:spLocks/>
          </p:cNvSpPr>
          <p:nvPr/>
        </p:nvSpPr>
        <p:spPr>
          <a:xfrm>
            <a:off x="2424483" y="361658"/>
            <a:ext cx="7343036" cy="389209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>
            <a:lvl1pPr marL="0" indent="0" algn="ctr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None/>
              <a:defRPr lang="ko-KR" altLang="en-US" sz="1800" b="1" kern="1200" baseline="0" dirty="0" smtClean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130969" indent="0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35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125444" latinLnBrk="1">
              <a:lnSpc>
                <a:spcPct val="110000"/>
              </a:lnSpc>
            </a:pPr>
            <a:r>
              <a:rPr lang="en-US" altLang="ko-KR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AX </a:t>
            </a: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시대</a:t>
            </a:r>
            <a:r>
              <a:rPr lang="en-US" altLang="ko-KR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VWBE</a:t>
            </a: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와 패기가 발현이 가속화되는 경영으로의 진화</a:t>
            </a:r>
            <a:endParaRPr lang="en-US" altLang="ko-KR" sz="2462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CD74EE-872E-4026-723F-B0A4479C236F}"/>
              </a:ext>
            </a:extLst>
          </p:cNvPr>
          <p:cNvSpPr txBox="1"/>
          <p:nvPr/>
        </p:nvSpPr>
        <p:spPr>
          <a:xfrm>
            <a:off x="2566305" y="6118868"/>
            <a:ext cx="2057423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전략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1. 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지능형 </a:t>
            </a:r>
            <a:r>
              <a:rPr lang="ko-KR" altLang="en-US" sz="1477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일처리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5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단계</a:t>
            </a:r>
            <a:endParaRPr lang="en-US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4F8C5F9-FE94-86B6-8A59-94873660BF8C}"/>
              </a:ext>
            </a:extLst>
          </p:cNvPr>
          <p:cNvCxnSpPr>
            <a:cxnSpLocks/>
          </p:cNvCxnSpPr>
          <p:nvPr/>
        </p:nvCxnSpPr>
        <p:spPr>
          <a:xfrm flipV="1">
            <a:off x="2684480" y="6532029"/>
            <a:ext cx="229956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803E8D2-5F48-A839-497A-4D11AEE48B7C}"/>
              </a:ext>
            </a:extLst>
          </p:cNvPr>
          <p:cNvSpPr txBox="1"/>
          <p:nvPr/>
        </p:nvSpPr>
        <p:spPr>
          <a:xfrm>
            <a:off x="5135322" y="6118868"/>
            <a:ext cx="1823128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전략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2. 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본질적 문제 집중</a:t>
            </a:r>
            <a:endParaRPr lang="en-US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7B136F1-E8BF-29A5-7FA4-AA6F29346921}"/>
              </a:ext>
            </a:extLst>
          </p:cNvPr>
          <p:cNvCxnSpPr>
            <a:cxnSpLocks/>
          </p:cNvCxnSpPr>
          <p:nvPr/>
        </p:nvCxnSpPr>
        <p:spPr>
          <a:xfrm flipV="1">
            <a:off x="5258428" y="6532029"/>
            <a:ext cx="229956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87B136F-445B-3F04-A8BD-EA17A720C9CA}"/>
              </a:ext>
            </a:extLst>
          </p:cNvPr>
          <p:cNvSpPr txBox="1"/>
          <p:nvPr/>
        </p:nvSpPr>
        <p:spPr>
          <a:xfrm>
            <a:off x="7689986" y="6118868"/>
            <a:ext cx="1938929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전략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3. ‘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사람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’</a:t>
            </a: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의 패기 발현</a:t>
            </a:r>
            <a:r>
              <a:rPr lang="en-US" altLang="ko-KR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endParaRPr lang="en-US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D922EDF-B54E-C7F9-CAD8-22EC7A6F959E}"/>
              </a:ext>
            </a:extLst>
          </p:cNvPr>
          <p:cNvCxnSpPr>
            <a:cxnSpLocks/>
          </p:cNvCxnSpPr>
          <p:nvPr/>
        </p:nvCxnSpPr>
        <p:spPr>
          <a:xfrm flipV="1">
            <a:off x="7830248" y="6532029"/>
            <a:ext cx="229956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F634C61-4BEC-E55A-FD3D-E8D1B3F0BB49}"/>
              </a:ext>
            </a:extLst>
          </p:cNvPr>
          <p:cNvSpPr txBox="1"/>
          <p:nvPr/>
        </p:nvSpPr>
        <p:spPr>
          <a:xfrm>
            <a:off x="2565661" y="6598734"/>
            <a:ext cx="2418389" cy="572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직관과 수작업에 의존하던 장애요인 도출을 </a:t>
            </a:r>
            <a:r>
              <a:rPr lang="en-US" altLang="ko-KR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시뮬레이션으로 대체</a:t>
            </a:r>
            <a:endParaRPr lang="en-US" altLang="ko-KR" sz="1354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8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B9B801-34BA-D63D-3515-966B2473A0E5}"/>
              </a:ext>
            </a:extLst>
          </p:cNvPr>
          <p:cNvSpPr txBox="1"/>
          <p:nvPr/>
        </p:nvSpPr>
        <p:spPr>
          <a:xfrm>
            <a:off x="5136735" y="6598734"/>
            <a:ext cx="2510577" cy="572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취합 및 단순</a:t>
            </a:r>
            <a:r>
              <a:rPr lang="en-US" altLang="ko-KR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반복 가공 등 </a:t>
            </a:r>
            <a:endParaRPr lang="en-US" altLang="ko-KR" sz="1354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8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'BE Killer' </a:t>
            </a: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업무를 </a:t>
            </a:r>
            <a:r>
              <a:rPr lang="en-US" altLang="ko-KR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에게 이관</a:t>
            </a:r>
            <a:endParaRPr lang="en-US" altLang="ko-KR" sz="1354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8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10C4B9-D5C0-9938-A0C9-6E825FC5CA8B}"/>
              </a:ext>
            </a:extLst>
          </p:cNvPr>
          <p:cNvSpPr txBox="1"/>
          <p:nvPr/>
        </p:nvSpPr>
        <p:spPr>
          <a:xfrm>
            <a:off x="7705616" y="6598734"/>
            <a:ext cx="2600143" cy="572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불가능해 보이는 목표를 도전하는 것은  </a:t>
            </a:r>
            <a:r>
              <a:rPr lang="en-US" altLang="ko-KR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아닌 </a:t>
            </a:r>
            <a:r>
              <a:rPr lang="en-US" altLang="ko-KR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</a:t>
            </a: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사람의 패기</a:t>
            </a:r>
            <a:r>
              <a:rPr lang="en-US" altLang="ko-KR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</a:t>
            </a: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로만 가능</a:t>
            </a:r>
            <a:endParaRPr lang="en-US" altLang="ko-KR" sz="1354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8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5FAA2D3-8765-95F6-9D18-9C785ECCA737}"/>
              </a:ext>
            </a:extLst>
          </p:cNvPr>
          <p:cNvSpPr/>
          <p:nvPr/>
        </p:nvSpPr>
        <p:spPr>
          <a:xfrm>
            <a:off x="1319468" y="1146578"/>
            <a:ext cx="1004421" cy="197411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77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과제</a:t>
            </a:r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8865355-13E2-61B7-A9AB-6B245EDD72C7}"/>
              </a:ext>
            </a:extLst>
          </p:cNvPr>
          <p:cNvSpPr/>
          <p:nvPr/>
        </p:nvSpPr>
        <p:spPr>
          <a:xfrm>
            <a:off x="1319468" y="3364931"/>
            <a:ext cx="1004421" cy="383309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77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방향</a:t>
            </a:r>
            <a:endParaRPr lang="en-US" altLang="ko-KR" sz="1477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4CA216-9DF1-A42F-6725-2A9DCD86B118}"/>
              </a:ext>
            </a:extLst>
          </p:cNvPr>
          <p:cNvCxnSpPr>
            <a:cxnSpLocks/>
          </p:cNvCxnSpPr>
          <p:nvPr/>
        </p:nvCxnSpPr>
        <p:spPr>
          <a:xfrm>
            <a:off x="1319468" y="3228774"/>
            <a:ext cx="9114070" cy="0"/>
          </a:xfrm>
          <a:prstGeom prst="line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5E885B0-185F-A10A-DE4E-4BB6597E28A5}"/>
              </a:ext>
            </a:extLst>
          </p:cNvPr>
          <p:cNvSpPr txBox="1"/>
          <p:nvPr/>
        </p:nvSpPr>
        <p:spPr>
          <a:xfrm>
            <a:off x="2684481" y="1212297"/>
            <a:ext cx="5885825" cy="318549"/>
          </a:xfrm>
          <a:prstGeom prst="rect">
            <a:avLst/>
          </a:prstGeom>
          <a:noFill/>
        </p:spPr>
        <p:txBody>
          <a:bodyPr wrap="square" lIns="0" bIns="0" rtlCol="0">
            <a:spAutoFit/>
          </a:bodyPr>
          <a:lstStyle>
            <a:defPPr>
              <a:defRPr lang="ko-KR"/>
            </a:defPPr>
            <a:lvl1pPr indent="0" algn="r">
              <a:lnSpc>
                <a:spcPct val="110000"/>
              </a:lnSpc>
              <a:buFont typeface="Wingdings" panose="05000000000000000000" pitchFamily="2" charset="2"/>
              <a:buNone/>
              <a:defRPr sz="1600" spc="-8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algn="l"/>
            <a:r>
              <a:rPr lang="ko-KR" altLang="en-US" sz="1723" dirty="0"/>
              <a:t>현실의 벽</a:t>
            </a:r>
            <a:r>
              <a:rPr lang="en-US" altLang="ko-KR" sz="1723" dirty="0"/>
              <a:t>: </a:t>
            </a:r>
            <a:r>
              <a:rPr lang="ko-KR" altLang="en-US" sz="1723" dirty="0"/>
              <a:t>우리가 </a:t>
            </a:r>
            <a:r>
              <a:rPr lang="en-US" altLang="ko-KR" sz="1723" dirty="0"/>
              <a:t>VWBE</a:t>
            </a:r>
            <a:r>
              <a:rPr lang="ko-KR" altLang="en-US" sz="1723" dirty="0"/>
              <a:t>에 몰입하지 못하는 현실적 이유</a:t>
            </a:r>
            <a:endParaRPr lang="en-US" sz="1477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178A85-1AC9-27D0-4D64-C915CB291B0E}"/>
              </a:ext>
            </a:extLst>
          </p:cNvPr>
          <p:cNvSpPr txBox="1"/>
          <p:nvPr/>
        </p:nvSpPr>
        <p:spPr>
          <a:xfrm>
            <a:off x="2566304" y="1769638"/>
            <a:ext cx="990143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행정적 부채</a:t>
            </a:r>
            <a:endParaRPr lang="en-US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F5E4C4-033D-6919-E969-8800C61F4864}"/>
              </a:ext>
            </a:extLst>
          </p:cNvPr>
          <p:cNvSpPr txBox="1"/>
          <p:nvPr/>
        </p:nvSpPr>
        <p:spPr>
          <a:xfrm>
            <a:off x="2565661" y="2167455"/>
            <a:ext cx="2418389" cy="822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과거보다 수만 배 늘어난 데이터와 변수 속에서</a:t>
            </a:r>
            <a:r>
              <a:rPr lang="en-US" altLang="ko-KR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354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일처리</a:t>
            </a: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단계 분석은 오히려 </a:t>
            </a:r>
            <a:r>
              <a:rPr lang="en-US" altLang="ko-KR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행정적 부채</a:t>
            </a:r>
            <a:r>
              <a:rPr lang="en-US" altLang="ko-KR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체감</a:t>
            </a:r>
            <a:endParaRPr lang="en-US" altLang="ko-KR" sz="1354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8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C8B5BD-E4BB-8A14-C315-A607E413C660}"/>
              </a:ext>
            </a:extLst>
          </p:cNvPr>
          <p:cNvSpPr txBox="1"/>
          <p:nvPr/>
        </p:nvSpPr>
        <p:spPr>
          <a:xfrm>
            <a:off x="5198596" y="1769638"/>
            <a:ext cx="990143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리소스 부족</a:t>
            </a:r>
            <a:endParaRPr lang="en-US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571EF2-39CD-EB72-84A7-5F985005D873}"/>
              </a:ext>
            </a:extLst>
          </p:cNvPr>
          <p:cNvSpPr txBox="1"/>
          <p:nvPr/>
        </p:nvSpPr>
        <p:spPr>
          <a:xfrm>
            <a:off x="5197953" y="2167455"/>
            <a:ext cx="2418389" cy="822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반복 업무와 파편화된 보고 체계가 지적 몰입</a:t>
            </a:r>
            <a:r>
              <a:rPr lang="en-US" altLang="ko-KR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(Brain Engagement)</a:t>
            </a: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위한 시간과 여유 부족</a:t>
            </a:r>
            <a:endParaRPr lang="en-US" altLang="ko-KR" sz="1354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8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5E8F49-AF5F-B033-D209-EB9CCF7B470D}"/>
              </a:ext>
            </a:extLst>
          </p:cNvPr>
          <p:cNvSpPr txBox="1"/>
          <p:nvPr/>
        </p:nvSpPr>
        <p:spPr>
          <a:xfrm>
            <a:off x="7830888" y="1769638"/>
            <a:ext cx="990143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77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심리적 허들</a:t>
            </a:r>
            <a:endParaRPr lang="en-US" sz="1477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D98219-6EEB-BF95-CD5A-E3BB2E3C8D15}"/>
              </a:ext>
            </a:extLst>
          </p:cNvPr>
          <p:cNvSpPr txBox="1"/>
          <p:nvPr/>
        </p:nvSpPr>
        <p:spPr>
          <a:xfrm>
            <a:off x="7830244" y="2167455"/>
            <a:ext cx="2418389" cy="822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파격적 목표를 마주할 때</a:t>
            </a:r>
            <a:r>
              <a:rPr lang="en-US" altLang="ko-KR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혁신의 기회보다 </a:t>
            </a:r>
            <a:r>
              <a:rPr lang="en-US" altLang="ko-KR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불가능한 숙제</a:t>
            </a:r>
            <a:r>
              <a:rPr lang="en-US" altLang="ko-KR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인식하는 자기 검열 발생</a:t>
            </a:r>
            <a:endParaRPr lang="en-US" altLang="ko-KR" sz="1354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8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4557DE7-C9B9-F476-987A-018864A7B090}"/>
              </a:ext>
            </a:extLst>
          </p:cNvPr>
          <p:cNvSpPr txBox="1"/>
          <p:nvPr/>
        </p:nvSpPr>
        <p:spPr>
          <a:xfrm>
            <a:off x="2684481" y="3379841"/>
            <a:ext cx="5885825" cy="318549"/>
          </a:xfrm>
          <a:prstGeom prst="rect">
            <a:avLst/>
          </a:prstGeom>
          <a:noFill/>
        </p:spPr>
        <p:txBody>
          <a:bodyPr wrap="square" lIns="0" bIns="0" rtlCol="0">
            <a:spAutoFit/>
          </a:bodyPr>
          <a:lstStyle>
            <a:defPPr>
              <a:defRPr lang="ko-KR"/>
            </a:defPPr>
            <a:lvl1pPr indent="0" algn="r">
              <a:lnSpc>
                <a:spcPct val="110000"/>
              </a:lnSpc>
              <a:buFont typeface="Wingdings" panose="05000000000000000000" pitchFamily="2" charset="2"/>
              <a:buNone/>
              <a:defRPr sz="1600" spc="-8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algn="l"/>
            <a:r>
              <a:rPr lang="en-US" altLang="ko-KR" sz="1723" dirty="0"/>
              <a:t>VWBE Enablement with AI: AI</a:t>
            </a:r>
            <a:r>
              <a:rPr lang="ko-KR" altLang="en-US" sz="1723" dirty="0"/>
              <a:t>를 통한 지적 몰입 환경 구현</a:t>
            </a:r>
            <a:endParaRPr lang="en-US" sz="1477" dirty="0"/>
          </a:p>
        </p:txBody>
      </p:sp>
      <p:pic>
        <p:nvPicPr>
          <p:cNvPr id="3078" name="Picture 6" descr="스토리 핀 이미지">
            <a:extLst>
              <a:ext uri="{FF2B5EF4-FFF2-40B4-BE49-F238E27FC236}">
                <a16:creationId xmlns:a16="http://schemas.microsoft.com/office/drawing/2014/main" id="{8ADA6CBC-27C2-1E06-B119-D4D55F963A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7" t="33029" b="14950"/>
          <a:stretch>
            <a:fillRect/>
          </a:stretch>
        </p:blipFill>
        <p:spPr bwMode="auto">
          <a:xfrm>
            <a:off x="2630448" y="3894933"/>
            <a:ext cx="2337374" cy="2145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스토리 핀 이미지">
            <a:extLst>
              <a:ext uri="{FF2B5EF4-FFF2-40B4-BE49-F238E27FC236}">
                <a16:creationId xmlns:a16="http://schemas.microsoft.com/office/drawing/2014/main" id="{AB0616CF-221E-9D4D-E8B1-11994B5537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0" b="22246"/>
          <a:stretch>
            <a:fillRect/>
          </a:stretch>
        </p:blipFill>
        <p:spPr bwMode="auto">
          <a:xfrm>
            <a:off x="5247267" y="3894934"/>
            <a:ext cx="2301951" cy="214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27D74BD3-621E-50BC-EE43-E2D51FF54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30" b="4195"/>
          <a:stretch>
            <a:fillRect/>
          </a:stretch>
        </p:blipFill>
        <p:spPr bwMode="auto">
          <a:xfrm>
            <a:off x="7828663" y="3894933"/>
            <a:ext cx="2279301" cy="2141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766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379C8-F7A3-E697-A879-0C3C8BBC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3491E-37D3-CC7D-9B2D-E248C8BA322C}"/>
              </a:ext>
            </a:extLst>
          </p:cNvPr>
          <p:cNvSpPr txBox="1">
            <a:spLocks/>
          </p:cNvSpPr>
          <p:nvPr/>
        </p:nvSpPr>
        <p:spPr>
          <a:xfrm>
            <a:off x="4394412" y="3163839"/>
            <a:ext cx="3403175" cy="544701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ko-KR"/>
            </a:defPPr>
            <a:lvl1pPr indent="0" algn="ctr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000" b="1" spc="-60" baseline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  <a:lvl2pPr marL="130969" indent="0" defTabSz="685800" latinLnBrk="0">
              <a:spcBef>
                <a:spcPts val="0"/>
              </a:spcBef>
              <a:buFont typeface="Arial" panose="020B0604020202020204" pitchFamily="34" charset="0"/>
              <a:buNone/>
              <a:defRPr sz="135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defTabSz="685800" latinLnBrk="0">
              <a:spcBef>
                <a:spcPts val="0"/>
              </a:spcBef>
              <a:buFont typeface="바탕" panose="02030600000101010101" pitchFamily="18" charset="-127"/>
              <a:buChar char="∙"/>
              <a:defRPr sz="135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defTabSz="68580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defTabSz="68580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1500"/>
            </a:lvl6pPr>
            <a:lvl7pPr marL="2228850" indent="-17145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1500"/>
            </a:lvl7pPr>
            <a:lvl8pPr marL="2571750" indent="-17145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1500"/>
            </a:lvl8pPr>
            <a:lvl9pPr marL="2914650" indent="-17145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1500"/>
            </a:lvl9pPr>
          </a:lstStyle>
          <a:p>
            <a:r>
              <a:rPr lang="en-US" altLang="ko-KR" sz="3446" dirty="0"/>
              <a:t>End of Document</a:t>
            </a:r>
          </a:p>
        </p:txBody>
      </p:sp>
    </p:spTree>
    <p:extLst>
      <p:ext uri="{BB962C8B-B14F-4D97-AF65-F5344CB8AC3E}">
        <p14:creationId xmlns:p14="http://schemas.microsoft.com/office/powerpoint/2010/main" val="37205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">
            <a:extLst>
              <a:ext uri="{FF2B5EF4-FFF2-40B4-BE49-F238E27FC236}">
                <a16:creationId xmlns:a16="http://schemas.microsoft.com/office/drawing/2014/main" id="{BD6BF05A-7A46-4216-9A3D-CEFDC84B4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6762" y="5298079"/>
            <a:ext cx="3258476" cy="64977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t"/>
          <a:lstStyle/>
          <a:p>
            <a:pPr algn="ctr" defTabSz="843823" latinLnBrk="0">
              <a:lnSpc>
                <a:spcPct val="130000"/>
              </a:lnSpc>
              <a:spcAft>
                <a:spcPts val="554"/>
              </a:spcAft>
              <a:defRPr/>
            </a:pPr>
            <a:r>
              <a:rPr lang="en-US" altLang="ko-KR" sz="2215" b="1" kern="0" dirty="0">
                <a:latin typeface="+mj-ea"/>
                <a:ea typeface="+mj-ea"/>
                <a:cs typeface="Pretendard" panose="02000503000000020004" pitchFamily="50" charset="-127"/>
              </a:rPr>
              <a:t>DT</a:t>
            </a:r>
            <a:r>
              <a:rPr lang="ko-KR" altLang="en-US" sz="2215" b="1" kern="0" dirty="0">
                <a:latin typeface="+mj-ea"/>
                <a:ea typeface="+mj-ea"/>
                <a:cs typeface="Pretendard" panose="02000503000000020004" pitchFamily="50" charset="-127"/>
              </a:rPr>
              <a:t>플랫폼 담당</a:t>
            </a:r>
            <a:br>
              <a:rPr lang="en-US" altLang="ko-KR" sz="2215" b="1" kern="0" dirty="0">
                <a:latin typeface="+mj-ea"/>
                <a:ea typeface="+mj-ea"/>
                <a:cs typeface="Pretendard" panose="02000503000000020004" pitchFamily="50" charset="-127"/>
              </a:rPr>
            </a:br>
            <a:r>
              <a:rPr lang="en-US" altLang="ko-KR" sz="2215" b="1" kern="0" dirty="0">
                <a:latin typeface="+mj-ea"/>
                <a:ea typeface="+mj-ea"/>
                <a:cs typeface="Pretendard" panose="02000503000000020004" pitchFamily="50" charset="-127"/>
              </a:rPr>
              <a:t>`25.</a:t>
            </a:r>
            <a:r>
              <a:rPr lang="ko-KR" altLang="en-US" sz="2215" b="1" kern="0" dirty="0">
                <a:latin typeface="+mj-ea"/>
                <a:ea typeface="+mj-ea"/>
                <a:cs typeface="Pretendard" panose="02000503000000020004" pitchFamily="50" charset="-127"/>
              </a:rPr>
              <a:t> </a:t>
            </a:r>
            <a:r>
              <a:rPr lang="en-US" altLang="ko-KR" sz="2215" b="1" kern="0" dirty="0">
                <a:latin typeface="+mj-ea"/>
                <a:ea typeface="+mj-ea"/>
                <a:cs typeface="Pretendard" panose="02000503000000020004" pitchFamily="50" charset="-127"/>
              </a:rPr>
              <a:t>01. 01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1DDB92C-2FB4-42C6-94D8-1360A530D397}"/>
              </a:ext>
            </a:extLst>
          </p:cNvPr>
          <p:cNvSpPr txBox="1">
            <a:spLocks/>
          </p:cNvSpPr>
          <p:nvPr/>
        </p:nvSpPr>
        <p:spPr>
          <a:xfrm>
            <a:off x="2308696" y="1985496"/>
            <a:ext cx="7582172" cy="6818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rgbClr val="EA00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defRPr/>
            </a:pPr>
            <a:r>
              <a:rPr lang="en-US" altLang="ko-KR" sz="4431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#</a:t>
            </a:r>
            <a:r>
              <a:rPr lang="ko-KR" altLang="en-US" sz="4431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월 보고</a:t>
            </a:r>
            <a:endParaRPr lang="en-US" altLang="ko-KR" sz="4431" dirty="0">
              <a:solidFill>
                <a:schemeClr val="tx1"/>
              </a:solidFill>
              <a:latin typeface="+mj-ea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58939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5">
            <a:extLst>
              <a:ext uri="{FF2B5EF4-FFF2-40B4-BE49-F238E27FC236}">
                <a16:creationId xmlns:a16="http://schemas.microsoft.com/office/drawing/2014/main" id="{18CFBCC9-E046-5349-CDDC-597BAE968A0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8216" y="-194960"/>
            <a:ext cx="10874896" cy="265137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+mj-ea"/>
              </a:rPr>
              <a:t>CONTENT</a:t>
            </a:r>
            <a:endParaRPr lang="ko-KR" altLang="en-US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632B48-F1FB-E7F6-BF5C-35FCAD1D0EA0}"/>
              </a:ext>
            </a:extLst>
          </p:cNvPr>
          <p:cNvSpPr/>
          <p:nvPr/>
        </p:nvSpPr>
        <p:spPr>
          <a:xfrm>
            <a:off x="786528" y="1401820"/>
            <a:ext cx="7046089" cy="636262"/>
          </a:xfrm>
          <a:prstGeom prst="rect">
            <a:avLst/>
          </a:prstGeom>
          <a:noFill/>
          <a:ln w="28575">
            <a:solidFill>
              <a:srgbClr val="B1B6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solidFill>
                <a:schemeClr val="bg2">
                  <a:lumMod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2712FF19-41E0-C40D-A7D6-33E9B97129F2}"/>
              </a:ext>
            </a:extLst>
          </p:cNvPr>
          <p:cNvSpPr txBox="1">
            <a:spLocks/>
          </p:cNvSpPr>
          <p:nvPr/>
        </p:nvSpPr>
        <p:spPr>
          <a:xfrm>
            <a:off x="1003316" y="1553931"/>
            <a:ext cx="7635295" cy="37494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spcBef>
                <a:spcPct val="0"/>
              </a:spcBef>
              <a:buNone/>
              <a:defRPr sz="2000" b="1">
                <a:solidFill>
                  <a:srgbClr val="0029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28254" indent="-328254">
              <a:buFont typeface="Arial" panose="020B0604020202020204" pitchFamily="34" charset="0"/>
              <a:buChar char="•"/>
            </a:pPr>
            <a:r>
              <a:rPr lang="en-US" altLang="ko-KR" sz="2215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2025</a:t>
            </a:r>
            <a:r>
              <a:rPr lang="ko-KR" altLang="en-US" sz="2215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년 </a:t>
            </a:r>
            <a:r>
              <a:rPr lang="en-US" altLang="ko-KR" sz="2215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#</a:t>
            </a:r>
            <a:r>
              <a:rPr lang="ko-KR" altLang="en-US" sz="2215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월 실적 </a:t>
            </a:r>
            <a:endParaRPr lang="en-US" altLang="ko-KR" sz="2215" dirty="0">
              <a:solidFill>
                <a:schemeClr val="tx1"/>
              </a:solidFill>
              <a:latin typeface="+mj-ea"/>
              <a:cs typeface="Pretendard" panose="02000503000000020004" pitchFamily="50" charset="-127"/>
            </a:endParaRPr>
          </a:p>
          <a:p>
            <a:pPr marL="328254" indent="-328254">
              <a:buFont typeface="Arial" panose="020B0604020202020204" pitchFamily="34" charset="0"/>
              <a:buChar char="•"/>
            </a:pPr>
            <a:endParaRPr lang="en-US" altLang="ko-KR" sz="2215" dirty="0">
              <a:solidFill>
                <a:schemeClr val="tx1"/>
              </a:solidFill>
              <a:latin typeface="+mj-ea"/>
              <a:cs typeface="Pretendard" panose="02000503000000020004" pitchFamily="50" charset="-127"/>
            </a:endParaRPr>
          </a:p>
          <a:p>
            <a:pPr marL="328254" indent="-328254">
              <a:buFont typeface="Arial" panose="020B0604020202020204" pitchFamily="34" charset="0"/>
              <a:buChar char="•"/>
            </a:pPr>
            <a:endParaRPr lang="en-US" altLang="ko-KR" sz="2215" dirty="0">
              <a:solidFill>
                <a:schemeClr val="tx1"/>
              </a:solidFill>
              <a:latin typeface="+mj-ea"/>
              <a:cs typeface="Pretendard" panose="02000503000000020004" pitchFamily="50" charset="-127"/>
            </a:endParaRPr>
          </a:p>
          <a:p>
            <a:pPr marL="328254" indent="-328254">
              <a:buFont typeface="Arial" panose="020B0604020202020204" pitchFamily="34" charset="0"/>
              <a:buChar char="•"/>
            </a:pPr>
            <a:r>
              <a:rPr lang="ko-KR" altLang="en-US" sz="2215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핵심 주요 과제 </a:t>
            </a:r>
            <a:r>
              <a:rPr lang="en-US" altLang="ko-KR" sz="2215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Progress</a:t>
            </a:r>
            <a:r>
              <a:rPr lang="ko-KR" altLang="en-US" sz="2215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 </a:t>
            </a:r>
            <a:endParaRPr lang="en-US" altLang="ko-KR" sz="2215" dirty="0">
              <a:solidFill>
                <a:schemeClr val="tx1"/>
              </a:solidFill>
              <a:latin typeface="+mj-ea"/>
              <a:cs typeface="Pretendard" panose="02000503000000020004" pitchFamily="50" charset="-127"/>
            </a:endParaRPr>
          </a:p>
          <a:p>
            <a:pPr marL="328254" indent="-328254">
              <a:buFont typeface="Arial" panose="020B0604020202020204" pitchFamily="34" charset="0"/>
              <a:buChar char="•"/>
            </a:pPr>
            <a:endParaRPr lang="en-US" altLang="ko-KR" sz="2215" dirty="0">
              <a:solidFill>
                <a:schemeClr val="tx1"/>
              </a:solidFill>
              <a:latin typeface="+mj-ea"/>
              <a:cs typeface="Pretendard" panose="02000503000000020004" pitchFamily="50" charset="-127"/>
            </a:endParaRPr>
          </a:p>
          <a:p>
            <a:pPr marL="328254" indent="-328254">
              <a:buFont typeface="Arial" panose="020B0604020202020204" pitchFamily="34" charset="0"/>
              <a:buChar char="•"/>
            </a:pPr>
            <a:endParaRPr lang="en-US" altLang="ko-KR" sz="2215" dirty="0">
              <a:solidFill>
                <a:schemeClr val="tx1"/>
              </a:solidFill>
              <a:latin typeface="+mj-ea"/>
              <a:cs typeface="Pretendard" panose="02000503000000020004" pitchFamily="50" charset="-127"/>
            </a:endParaRPr>
          </a:p>
          <a:p>
            <a:pPr marL="328254" indent="-328254">
              <a:buFont typeface="Arial" panose="020B0604020202020204" pitchFamily="34" charset="0"/>
              <a:buChar char="•"/>
            </a:pPr>
            <a:r>
              <a:rPr lang="en-US" altLang="ko-KR" sz="2215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Key discussion agenda</a:t>
            </a:r>
          </a:p>
          <a:p>
            <a:pPr marL="328254" indent="-328254">
              <a:buFont typeface="Arial" panose="020B0604020202020204" pitchFamily="34" charset="0"/>
              <a:buChar char="•"/>
            </a:pPr>
            <a:endParaRPr lang="en-US" altLang="ko-KR" sz="2215" dirty="0">
              <a:solidFill>
                <a:schemeClr val="tx1"/>
              </a:solidFill>
              <a:latin typeface="+mj-ea"/>
              <a:cs typeface="Pretendard" panose="02000503000000020004" pitchFamily="50" charset="-127"/>
            </a:endParaRPr>
          </a:p>
          <a:p>
            <a:r>
              <a:rPr lang="en-US" altLang="ko-KR" sz="2215" b="0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        - </a:t>
            </a:r>
            <a:r>
              <a:rPr lang="ko-KR" altLang="en-US" sz="2215" b="0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논의 </a:t>
            </a:r>
            <a:r>
              <a:rPr lang="en-US" altLang="ko-KR" sz="2215" b="0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Agenda 1</a:t>
            </a:r>
          </a:p>
          <a:p>
            <a:r>
              <a:rPr lang="en-US" altLang="ko-KR" sz="2215" b="0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        - </a:t>
            </a:r>
            <a:r>
              <a:rPr lang="ko-KR" altLang="en-US" sz="2215" b="0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논의 </a:t>
            </a:r>
            <a:r>
              <a:rPr lang="en-US" altLang="ko-KR" sz="2215" b="0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Agenda 2</a:t>
            </a:r>
          </a:p>
          <a:p>
            <a:r>
              <a:rPr lang="en-US" altLang="ko-KR" sz="2215" b="0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        - </a:t>
            </a:r>
            <a:r>
              <a:rPr lang="ko-KR" altLang="en-US" sz="2215" b="0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논의</a:t>
            </a:r>
            <a:r>
              <a:rPr lang="en-US" altLang="ko-KR" sz="2215" b="0" dirty="0">
                <a:solidFill>
                  <a:schemeClr val="tx1"/>
                </a:solidFill>
                <a:latin typeface="+mj-ea"/>
                <a:cs typeface="Pretendard" panose="02000503000000020004" pitchFamily="50" charset="-127"/>
              </a:rPr>
              <a:t> Agenda 3 </a:t>
            </a:r>
          </a:p>
        </p:txBody>
      </p:sp>
    </p:spTree>
    <p:extLst>
      <p:ext uri="{BB962C8B-B14F-4D97-AF65-F5344CB8AC3E}">
        <p14:creationId xmlns:p14="http://schemas.microsoft.com/office/powerpoint/2010/main" val="34621300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782E4A57-705C-1E51-D599-43851C2CAE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리드메시지 폰트 사이즈는 </a:t>
            </a:r>
            <a:r>
              <a:rPr lang="en-US" altLang="ko-KR" dirty="0"/>
              <a:t>18pt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FCFCAD05-37AC-C4FF-7001-BD1FC4DBED98}"/>
              </a:ext>
            </a:extLst>
          </p:cNvPr>
          <p:cNvCxnSpPr>
            <a:cxnSpLocks/>
          </p:cNvCxnSpPr>
          <p:nvPr/>
        </p:nvCxnSpPr>
        <p:spPr>
          <a:xfrm>
            <a:off x="6092071" y="6902446"/>
            <a:ext cx="0" cy="3988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86AB166-A949-9872-8BFF-C48181ED6407}"/>
              </a:ext>
            </a:extLst>
          </p:cNvPr>
          <p:cNvCxnSpPr>
            <a:cxnSpLocks/>
          </p:cNvCxnSpPr>
          <p:nvPr/>
        </p:nvCxnSpPr>
        <p:spPr>
          <a:xfrm flipV="1">
            <a:off x="6092071" y="520286"/>
            <a:ext cx="0" cy="3988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2E21262-85BA-5540-9813-6CB4B7C78275}"/>
              </a:ext>
            </a:extLst>
          </p:cNvPr>
          <p:cNvCxnSpPr>
            <a:cxnSpLocks/>
          </p:cNvCxnSpPr>
          <p:nvPr/>
        </p:nvCxnSpPr>
        <p:spPr>
          <a:xfrm flipH="1">
            <a:off x="259862" y="3438797"/>
            <a:ext cx="42664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7FFABBA-8DC8-0363-E0AF-9557061D8B02}"/>
              </a:ext>
            </a:extLst>
          </p:cNvPr>
          <p:cNvCxnSpPr>
            <a:cxnSpLocks/>
          </p:cNvCxnSpPr>
          <p:nvPr/>
        </p:nvCxnSpPr>
        <p:spPr>
          <a:xfrm>
            <a:off x="11441894" y="3438797"/>
            <a:ext cx="5039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C1EAFEB-1950-0AE0-8739-7B8F3F2CB683}"/>
              </a:ext>
            </a:extLst>
          </p:cNvPr>
          <p:cNvCxnSpPr>
            <a:cxnSpLocks/>
          </p:cNvCxnSpPr>
          <p:nvPr/>
        </p:nvCxnSpPr>
        <p:spPr>
          <a:xfrm>
            <a:off x="5693258" y="520286"/>
            <a:ext cx="79762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FB8E3A0-5E44-E6D3-9320-6E32AC0917AE}"/>
              </a:ext>
            </a:extLst>
          </p:cNvPr>
          <p:cNvCxnSpPr>
            <a:cxnSpLocks/>
          </p:cNvCxnSpPr>
          <p:nvPr/>
        </p:nvCxnSpPr>
        <p:spPr>
          <a:xfrm>
            <a:off x="5693258" y="7301260"/>
            <a:ext cx="79762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3A83D45-6477-B36C-3F7D-3158E569E76E}"/>
              </a:ext>
            </a:extLst>
          </p:cNvPr>
          <p:cNvCxnSpPr>
            <a:cxnSpLocks/>
          </p:cNvCxnSpPr>
          <p:nvPr/>
        </p:nvCxnSpPr>
        <p:spPr>
          <a:xfrm flipV="1">
            <a:off x="259861" y="3172921"/>
            <a:ext cx="0" cy="5317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89ABDDF-6604-80A6-777B-DCEE1AADA7F5}"/>
              </a:ext>
            </a:extLst>
          </p:cNvPr>
          <p:cNvCxnSpPr>
            <a:cxnSpLocks/>
          </p:cNvCxnSpPr>
          <p:nvPr/>
        </p:nvCxnSpPr>
        <p:spPr>
          <a:xfrm flipV="1">
            <a:off x="11941136" y="3172921"/>
            <a:ext cx="0" cy="5317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37FDC5A1-E2AC-0E90-3147-B6653574BCF4}"/>
              </a:ext>
            </a:extLst>
          </p:cNvPr>
          <p:cNvSpPr txBox="1">
            <a:spLocks/>
          </p:cNvSpPr>
          <p:nvPr/>
        </p:nvSpPr>
        <p:spPr>
          <a:xfrm>
            <a:off x="4625826" y="3239779"/>
            <a:ext cx="2932490" cy="5682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ko-KR"/>
            </a:defPPr>
            <a:lvl1pPr marL="174625" lvl="0" indent="-174625" latinLnBrk="0">
              <a:spcBef>
                <a:spcPts val="0"/>
              </a:spcBef>
              <a:buFont typeface="Wingdings" panose="05000000000000000000" pitchFamily="2" charset="2"/>
              <a:buChar char="§"/>
              <a:defRPr sz="1200">
                <a:latin typeface="+mj-lt"/>
                <a:cs typeface="Arial" panose="020B0604020202020204" pitchFamily="34" charset="0"/>
              </a:defRPr>
            </a:lvl1pPr>
            <a:lvl2pPr marL="363538" lvl="1" indent="-188913" latinLnBrk="0">
              <a:spcBef>
                <a:spcPts val="0"/>
              </a:spcBef>
              <a:buFont typeface="Arial" panose="020B0604020202020204" pitchFamily="34" charset="0"/>
              <a:buChar char="-"/>
              <a:defRPr sz="1200">
                <a:latin typeface="+mj-lt"/>
                <a:cs typeface="Arial" panose="020B0604020202020204" pitchFamily="34" charset="0"/>
              </a:defRPr>
            </a:lvl2pPr>
            <a:lvl3pPr marL="538163" lvl="2" indent="-174625" latinLnBrk="0">
              <a:spcBef>
                <a:spcPts val="0"/>
              </a:spcBef>
              <a:buFont typeface="바탕" panose="02030600000101010101" pitchFamily="18" charset="-127"/>
              <a:buChar char="∙"/>
              <a:defRPr sz="1200">
                <a:latin typeface="+mj-lt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indent="0" algn="ctr">
              <a:buNone/>
            </a:pPr>
            <a:r>
              <a:rPr lang="ko-KR" altLang="en-US" sz="123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장표 내용은 </a:t>
            </a:r>
            <a:endParaRPr lang="en-US" altLang="ko-KR" sz="123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buNone/>
            </a:pPr>
            <a:r>
              <a:rPr lang="ko-KR" altLang="en-US" sz="123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상하좌우 가이드선을 </a:t>
            </a:r>
            <a:endParaRPr lang="en-US" altLang="ko-KR" sz="123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buNone/>
            </a:pPr>
            <a:r>
              <a:rPr lang="ko-KR" altLang="en-US" sz="123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넘지 않게 작성해 주세요</a:t>
            </a:r>
            <a:r>
              <a:rPr lang="en-US" altLang="ko-KR" sz="123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3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바닥글 개체 틀 4">
            <a:extLst>
              <a:ext uri="{FF2B5EF4-FFF2-40B4-BE49-F238E27FC236}">
                <a16:creationId xmlns:a16="http://schemas.microsoft.com/office/drawing/2014/main" id="{F222F1ED-4D68-F771-23AA-E29F23467EC8}"/>
              </a:ext>
            </a:extLst>
          </p:cNvPr>
          <p:cNvSpPr txBox="1">
            <a:spLocks/>
          </p:cNvSpPr>
          <p:nvPr/>
        </p:nvSpPr>
        <p:spPr>
          <a:xfrm>
            <a:off x="408623" y="7307415"/>
            <a:ext cx="7371737" cy="15158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ko-KR"/>
            </a:defPPr>
            <a:lvl1pPr marL="0" algn="l" defTabSz="914400" rtl="0" eaLnBrk="1" latinLnBrk="0" hangingPunct="1">
              <a:spcBef>
                <a:spcPts val="0"/>
              </a:spcBef>
              <a:defRPr sz="900" kern="120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Arial" panose="020B0604020202020204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 </a:t>
            </a:r>
            <a:r>
              <a:rPr lang="ko-KR" altLang="en-US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각주에 대한 설명   </a:t>
            </a:r>
            <a:r>
              <a:rPr lang="en-US" altLang="ko-KR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 </a:t>
            </a:r>
            <a:r>
              <a:rPr lang="ko-KR" altLang="en-US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각주에 대한 설명   </a:t>
            </a:r>
            <a:r>
              <a:rPr lang="en-US" altLang="ko-KR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 </a:t>
            </a:r>
            <a:r>
              <a:rPr lang="ko-KR" altLang="en-US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각주에 대한 설명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7FFA92C-EB32-2EEF-CD2A-89197113AE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1884" y="7325653"/>
            <a:ext cx="364956" cy="151580"/>
          </a:xfrm>
        </p:spPr>
        <p:txBody>
          <a:bodyPr/>
          <a:lstStyle/>
          <a:p>
            <a:fld id="{3DFBBC6A-3425-4C62-80BA-0DDE16A15D08}" type="slidenum">
              <a:rPr lang="ko-KR" altLang="en-US" sz="985"/>
              <a:pPr/>
              <a:t>41</a:t>
            </a:fld>
            <a:endParaRPr lang="ko-KR" altLang="en-US" sz="985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E318C8E-8F8A-712C-3861-51A4DF63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타이틀 폰트 사이즈는 </a:t>
            </a:r>
            <a:r>
              <a:rPr lang="en-US" altLang="ko-KR" dirty="0"/>
              <a:t>14pt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8" name="바닥글 개체 틀 4">
            <a:extLst>
              <a:ext uri="{FF2B5EF4-FFF2-40B4-BE49-F238E27FC236}">
                <a16:creationId xmlns:a16="http://schemas.microsoft.com/office/drawing/2014/main" id="{075C7822-2C03-DD2F-4CCE-CAD916283C11}"/>
              </a:ext>
            </a:extLst>
          </p:cNvPr>
          <p:cNvSpPr txBox="1">
            <a:spLocks/>
          </p:cNvSpPr>
          <p:nvPr/>
        </p:nvSpPr>
        <p:spPr>
          <a:xfrm>
            <a:off x="408623" y="7443729"/>
            <a:ext cx="7371737" cy="15158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ko-KR"/>
            </a:defPPr>
            <a:lvl1pPr marL="0" algn="l" defTabSz="914400" rtl="0" eaLnBrk="1" latinLnBrk="0" hangingPunct="1">
              <a:spcBef>
                <a:spcPts val="0"/>
              </a:spcBef>
              <a:defRPr sz="900" kern="120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Arial" panose="020B0604020202020204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 </a:t>
            </a:r>
            <a:r>
              <a:rPr lang="ko-KR" altLang="en-US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각주에 대한 설명   </a:t>
            </a:r>
            <a:r>
              <a:rPr lang="en-US" altLang="ko-KR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 </a:t>
            </a:r>
            <a:r>
              <a:rPr lang="ko-KR" altLang="en-US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각주에 대한 설명   </a:t>
            </a:r>
            <a:r>
              <a:rPr lang="en-US" altLang="ko-KR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 </a:t>
            </a:r>
            <a:r>
              <a:rPr lang="ko-KR" altLang="en-US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각주에 대한 설명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D084E30-C87D-BBCA-C85C-45264281C8E4}"/>
              </a:ext>
            </a:extLst>
          </p:cNvPr>
          <p:cNvSpPr/>
          <p:nvPr/>
        </p:nvSpPr>
        <p:spPr>
          <a:xfrm>
            <a:off x="10121988" y="-509199"/>
            <a:ext cx="1854852" cy="407638"/>
          </a:xfrm>
          <a:prstGeom prst="roundRect">
            <a:avLst/>
          </a:prstGeom>
          <a:solidFill>
            <a:srgbClr val="61A5C2">
              <a:alpha val="20000"/>
            </a:srgbClr>
          </a:solidFill>
          <a:ln w="19050" cap="flat" cmpd="sng" algn="ctr">
            <a:solidFill>
              <a:schemeClr val="accent6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457211" latinLnBrk="0"/>
            <a:r>
              <a:rPr lang="ko-KR" altLang="en-US" sz="1723" b="1" kern="0" dirty="0">
                <a:solidFill>
                  <a:srgbClr val="01497C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작성 가이드</a:t>
            </a:r>
          </a:p>
        </p:txBody>
      </p:sp>
    </p:spTree>
    <p:extLst>
      <p:ext uri="{BB962C8B-B14F-4D97-AF65-F5344CB8AC3E}">
        <p14:creationId xmlns:p14="http://schemas.microsoft.com/office/powerpoint/2010/main" val="3557250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8D8C8826-A9A6-5DF1-3492-D90B469A352D}"/>
              </a:ext>
            </a:extLst>
          </p:cNvPr>
          <p:cNvSpPr txBox="1">
            <a:spLocks/>
          </p:cNvSpPr>
          <p:nvPr/>
        </p:nvSpPr>
        <p:spPr>
          <a:xfrm>
            <a:off x="452276" y="309636"/>
            <a:ext cx="7635295" cy="265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spcBef>
                <a:spcPct val="0"/>
              </a:spcBef>
              <a:buNone/>
              <a:defRPr sz="2000" b="1">
                <a:solidFill>
                  <a:srgbClr val="0029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8836" indent="-218836">
              <a:buFont typeface="Wingdings" panose="05000000000000000000" pitchFamily="2" charset="2"/>
              <a:buChar char="§"/>
            </a:pPr>
            <a:r>
              <a:rPr lang="ko-KR" altLang="en-US" sz="1723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기본적으로 </a:t>
            </a:r>
            <a:r>
              <a:rPr lang="en-US" altLang="ko-KR" sz="1723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Color</a:t>
            </a:r>
            <a:r>
              <a:rPr lang="ko-KR" altLang="en-US" sz="1723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사용을 최소화 합니다</a:t>
            </a:r>
            <a:r>
              <a:rPr lang="en-US" altLang="ko-KR" sz="1723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ADCF563F-C0AB-74CD-53C3-C75C5263C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Color Guide</a:t>
            </a:r>
            <a:endParaRPr lang="ko-KR" altLang="en-US" dirty="0"/>
          </a:p>
        </p:txBody>
      </p:sp>
      <p:sp>
        <p:nvSpPr>
          <p:cNvPr id="25" name="슬라이드 번호 개체 틀 1">
            <a:extLst>
              <a:ext uri="{FF2B5EF4-FFF2-40B4-BE49-F238E27FC236}">
                <a16:creationId xmlns:a16="http://schemas.microsoft.com/office/drawing/2014/main" id="{1185BC29-22B8-0988-C979-1C4C785826C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1884" y="7325653"/>
            <a:ext cx="364956" cy="151580"/>
          </a:xfrm>
        </p:spPr>
        <p:txBody>
          <a:bodyPr/>
          <a:lstStyle/>
          <a:p>
            <a:fld id="{3DFBBC6A-3425-4C62-80BA-0DDE16A15D08}" type="slidenum">
              <a:rPr lang="ko-KR" altLang="en-US" sz="985"/>
              <a:pPr/>
              <a:t>42</a:t>
            </a:fld>
            <a:endParaRPr lang="ko-KR" altLang="en-US" sz="985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CA5B5A-3962-4A33-B35D-0047ADBF65CE}"/>
              </a:ext>
            </a:extLst>
          </p:cNvPr>
          <p:cNvSpPr/>
          <p:nvPr/>
        </p:nvSpPr>
        <p:spPr>
          <a:xfrm>
            <a:off x="2300784" y="1533055"/>
            <a:ext cx="2814460" cy="443077"/>
          </a:xfrm>
          <a:prstGeom prst="rect">
            <a:avLst/>
          </a:prstGeom>
          <a:solidFill>
            <a:srgbClr val="0149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723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#01497C</a:t>
            </a:r>
            <a:endParaRPr lang="ko-KR" altLang="en-US" sz="1723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07F45F-3556-47E0-ADF6-13078BD725F0}"/>
              </a:ext>
            </a:extLst>
          </p:cNvPr>
          <p:cNvSpPr/>
          <p:nvPr/>
        </p:nvSpPr>
        <p:spPr>
          <a:xfrm>
            <a:off x="2300784" y="2109804"/>
            <a:ext cx="2814460" cy="443077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723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#295D8A</a:t>
            </a:r>
            <a:endParaRPr lang="ko-KR" altLang="en-US" sz="1723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EF50D08-4B8F-4693-BAD1-8E1D5B51EAC6}"/>
              </a:ext>
            </a:extLst>
          </p:cNvPr>
          <p:cNvSpPr/>
          <p:nvPr/>
        </p:nvSpPr>
        <p:spPr>
          <a:xfrm>
            <a:off x="2300784" y="2686552"/>
            <a:ext cx="2814460" cy="443077"/>
          </a:xfrm>
          <a:prstGeom prst="rect">
            <a:avLst/>
          </a:prstGeom>
          <a:solidFill>
            <a:srgbClr val="61A5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723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#61A5C2</a:t>
            </a:r>
            <a:endParaRPr lang="ko-KR" altLang="en-US" sz="1723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3475716-00B5-434B-BBF2-4A09A753F2E1}"/>
              </a:ext>
            </a:extLst>
          </p:cNvPr>
          <p:cNvGrpSpPr/>
          <p:nvPr/>
        </p:nvGrpSpPr>
        <p:grpSpPr>
          <a:xfrm>
            <a:off x="2300787" y="1085689"/>
            <a:ext cx="2823455" cy="266739"/>
            <a:chOff x="1833384" y="1606844"/>
            <a:chExt cx="3178095" cy="235357"/>
          </a:xfrm>
        </p:grpSpPr>
        <p:sp>
          <p:nvSpPr>
            <p:cNvPr id="8" name="내용 개체 틀 2">
              <a:extLst>
                <a:ext uri="{FF2B5EF4-FFF2-40B4-BE49-F238E27FC236}">
                  <a16:creationId xmlns:a16="http://schemas.microsoft.com/office/drawing/2014/main" id="{F8F2D002-D4DE-4EDC-B399-F8D0E7ABD29D}"/>
                </a:ext>
              </a:extLst>
            </p:cNvPr>
            <p:cNvSpPr txBox="1">
              <a:spLocks/>
            </p:cNvSpPr>
            <p:nvPr/>
          </p:nvSpPr>
          <p:spPr>
            <a:xfrm>
              <a:off x="1843914" y="1606844"/>
              <a:ext cx="3167565" cy="233943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723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Basic</a:t>
              </a:r>
              <a:r>
                <a:rPr lang="ko-KR" altLang="en-US" sz="1723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723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Color</a:t>
              </a:r>
              <a:endParaRPr lang="ko-KR" altLang="en-US" sz="1723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D178472B-761B-4F08-BA5B-0F1EB95305B8}"/>
                </a:ext>
              </a:extLst>
            </p:cNvPr>
            <p:cNvCxnSpPr/>
            <p:nvPr/>
          </p:nvCxnSpPr>
          <p:spPr>
            <a:xfrm>
              <a:off x="1833384" y="1842201"/>
              <a:ext cx="31675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46956E3-C2CD-BB2E-F484-1D3D26195951}"/>
              </a:ext>
            </a:extLst>
          </p:cNvPr>
          <p:cNvSpPr/>
          <p:nvPr/>
        </p:nvSpPr>
        <p:spPr>
          <a:xfrm>
            <a:off x="2300784" y="3263299"/>
            <a:ext cx="2814460" cy="443077"/>
          </a:xfrm>
          <a:prstGeom prst="rect">
            <a:avLst/>
          </a:prstGeom>
          <a:solidFill>
            <a:srgbClr val="4361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723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#436175</a:t>
            </a:r>
            <a:endParaRPr lang="ko-KR" altLang="en-US" sz="1723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6019BFD-210F-5E41-0E1D-D9F0DECECD78}"/>
              </a:ext>
            </a:extLst>
          </p:cNvPr>
          <p:cNvGrpSpPr/>
          <p:nvPr/>
        </p:nvGrpSpPr>
        <p:grpSpPr>
          <a:xfrm>
            <a:off x="492534" y="1084900"/>
            <a:ext cx="1388247" cy="266739"/>
            <a:chOff x="1833384" y="1606844"/>
            <a:chExt cx="3178095" cy="235357"/>
          </a:xfrm>
        </p:grpSpPr>
        <p:sp>
          <p:nvSpPr>
            <p:cNvPr id="46" name="내용 개체 틀 2">
              <a:extLst>
                <a:ext uri="{FF2B5EF4-FFF2-40B4-BE49-F238E27FC236}">
                  <a16:creationId xmlns:a16="http://schemas.microsoft.com/office/drawing/2014/main" id="{57477288-F7E0-9C5E-62F0-5A7ADF4716E4}"/>
                </a:ext>
              </a:extLst>
            </p:cNvPr>
            <p:cNvSpPr txBox="1">
              <a:spLocks/>
            </p:cNvSpPr>
            <p:nvPr/>
          </p:nvSpPr>
          <p:spPr>
            <a:xfrm>
              <a:off x="1843912" y="1606844"/>
              <a:ext cx="3167567" cy="233943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723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Palette</a:t>
              </a:r>
              <a:endParaRPr lang="ko-KR" altLang="en-US" sz="1723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7B7931D6-4408-71AB-E008-4AA5518EEA17}"/>
                </a:ext>
              </a:extLst>
            </p:cNvPr>
            <p:cNvCxnSpPr/>
            <p:nvPr/>
          </p:nvCxnSpPr>
          <p:spPr>
            <a:xfrm>
              <a:off x="1833384" y="1842201"/>
              <a:ext cx="31675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FA02BA0-A08C-41A5-B099-F2DA5FC04684}"/>
              </a:ext>
            </a:extLst>
          </p:cNvPr>
          <p:cNvGrpSpPr/>
          <p:nvPr/>
        </p:nvGrpSpPr>
        <p:grpSpPr>
          <a:xfrm>
            <a:off x="5544605" y="1085689"/>
            <a:ext cx="2814098" cy="266739"/>
            <a:chOff x="1833384" y="1606844"/>
            <a:chExt cx="3167564" cy="235357"/>
          </a:xfrm>
        </p:grpSpPr>
        <p:sp>
          <p:nvSpPr>
            <p:cNvPr id="13" name="내용 개체 틀 2">
              <a:extLst>
                <a:ext uri="{FF2B5EF4-FFF2-40B4-BE49-F238E27FC236}">
                  <a16:creationId xmlns:a16="http://schemas.microsoft.com/office/drawing/2014/main" id="{5675386F-6D09-4FB4-B3B1-89E318133AD9}"/>
                </a:ext>
              </a:extLst>
            </p:cNvPr>
            <p:cNvSpPr txBox="1">
              <a:spLocks/>
            </p:cNvSpPr>
            <p:nvPr/>
          </p:nvSpPr>
          <p:spPr>
            <a:xfrm>
              <a:off x="1833384" y="1606844"/>
              <a:ext cx="3167564" cy="233943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723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Accent Color</a:t>
              </a:r>
              <a:endParaRPr lang="ko-KR" altLang="en-US" sz="1723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93424E3-EDE7-417E-B9A1-010CC6D5C805}"/>
                </a:ext>
              </a:extLst>
            </p:cNvPr>
            <p:cNvCxnSpPr/>
            <p:nvPr/>
          </p:nvCxnSpPr>
          <p:spPr>
            <a:xfrm>
              <a:off x="1833384" y="1842201"/>
              <a:ext cx="31675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오른쪽 중괄호 14">
            <a:extLst>
              <a:ext uri="{FF2B5EF4-FFF2-40B4-BE49-F238E27FC236}">
                <a16:creationId xmlns:a16="http://schemas.microsoft.com/office/drawing/2014/main" id="{59B16FF8-B469-A405-9CA5-B354BA9F158B}"/>
              </a:ext>
            </a:extLst>
          </p:cNvPr>
          <p:cNvSpPr/>
          <p:nvPr/>
        </p:nvSpPr>
        <p:spPr>
          <a:xfrm rot="5400000">
            <a:off x="6883104" y="3748062"/>
            <a:ext cx="136738" cy="2814460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954"/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F9E6AA3E-231B-A3F8-B96D-3449048935D5}"/>
              </a:ext>
            </a:extLst>
          </p:cNvPr>
          <p:cNvSpPr txBox="1">
            <a:spLocks/>
          </p:cNvSpPr>
          <p:nvPr/>
        </p:nvSpPr>
        <p:spPr>
          <a:xfrm>
            <a:off x="5965336" y="5315469"/>
            <a:ext cx="1972276" cy="26513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74625" lvl="0" indent="-174625" latinLnBrk="0">
              <a:spcBef>
                <a:spcPts val="0"/>
              </a:spcBef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63538" lvl="1" indent="-188913" latinLnBrk="0">
              <a:spcBef>
                <a:spcPts val="0"/>
              </a:spcBef>
              <a:buFont typeface="Arial" panose="020B0604020202020204" pitchFamily="34" charset="0"/>
              <a:buChar char="–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38163" lvl="2" indent="-174625" latinLnBrk="0">
              <a:spcBef>
                <a:spcPts val="0"/>
              </a:spcBef>
              <a:buFont typeface="바탕" panose="02030600000101010101" pitchFamily="18" charset="-127"/>
              <a:buChar char="∙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indent="0" algn="ctr">
              <a:buNone/>
            </a:pPr>
            <a:r>
              <a:rPr lang="ko-KR" altLang="en-US" sz="1723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강조색에 사용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592695D-58B9-8C52-68A1-C0BAF8DB7D5E}"/>
              </a:ext>
            </a:extLst>
          </p:cNvPr>
          <p:cNvSpPr/>
          <p:nvPr/>
        </p:nvSpPr>
        <p:spPr>
          <a:xfrm>
            <a:off x="5544605" y="1533055"/>
            <a:ext cx="2814460" cy="443077"/>
          </a:xfrm>
          <a:prstGeom prst="rect">
            <a:avLst/>
          </a:prstGeom>
          <a:solidFill>
            <a:srgbClr val="61A5C2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457211" latinLnBrk="0"/>
            <a:r>
              <a:rPr lang="en-US" altLang="ko-KR" sz="1723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#61A5C2 (20%)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2E80CCE-959D-344D-1A2B-010528E94FB8}"/>
              </a:ext>
            </a:extLst>
          </p:cNvPr>
          <p:cNvSpPr/>
          <p:nvPr/>
        </p:nvSpPr>
        <p:spPr>
          <a:xfrm>
            <a:off x="5553602" y="2686552"/>
            <a:ext cx="2814460" cy="443077"/>
          </a:xfrm>
          <a:prstGeom prst="rect">
            <a:avLst/>
          </a:prstGeom>
          <a:solidFill>
            <a:srgbClr val="61A5C2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457211" latinLnBrk="0"/>
            <a:r>
              <a:rPr lang="en-US" altLang="ko-KR" sz="1723" kern="0" dirty="0">
                <a:solidFill>
                  <a:srgbClr val="01497C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#61A5C2 (60%)</a:t>
            </a:r>
            <a:endParaRPr lang="ko-KR" altLang="en-US" sz="1723" kern="0" dirty="0">
              <a:solidFill>
                <a:srgbClr val="01497C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140F8E1-650E-861A-55DF-9841ADA2BD1A}"/>
              </a:ext>
            </a:extLst>
          </p:cNvPr>
          <p:cNvSpPr/>
          <p:nvPr/>
        </p:nvSpPr>
        <p:spPr>
          <a:xfrm>
            <a:off x="5553602" y="3263299"/>
            <a:ext cx="2814460" cy="443077"/>
          </a:xfrm>
          <a:prstGeom prst="rect">
            <a:avLst/>
          </a:prstGeom>
          <a:solidFill>
            <a:srgbClr val="61A5C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457211" latinLnBrk="0"/>
            <a:r>
              <a:rPr lang="en-US" altLang="ko-KR" sz="1723" kern="0" dirty="0">
                <a:solidFill>
                  <a:srgbClr val="01497C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#61A5C2 (80%)</a:t>
            </a:r>
            <a:endParaRPr lang="ko-KR" altLang="en-US" sz="1723" kern="0" dirty="0">
              <a:solidFill>
                <a:srgbClr val="01497C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94444B5-8F9A-EA3A-8B42-EE423FEDDADA}"/>
              </a:ext>
            </a:extLst>
          </p:cNvPr>
          <p:cNvSpPr/>
          <p:nvPr/>
        </p:nvSpPr>
        <p:spPr>
          <a:xfrm>
            <a:off x="5553602" y="2109804"/>
            <a:ext cx="2814460" cy="443077"/>
          </a:xfrm>
          <a:prstGeom prst="rect">
            <a:avLst/>
          </a:prstGeom>
          <a:solidFill>
            <a:srgbClr val="61A5C2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457211" latinLnBrk="0"/>
            <a:r>
              <a:rPr lang="en-US" altLang="ko-KR" sz="1723" kern="0" dirty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#61A5C2 (40%)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236AB6A-00DE-041A-638D-D47B4BE22F51}"/>
              </a:ext>
            </a:extLst>
          </p:cNvPr>
          <p:cNvGrpSpPr/>
          <p:nvPr/>
        </p:nvGrpSpPr>
        <p:grpSpPr>
          <a:xfrm>
            <a:off x="8788065" y="1085692"/>
            <a:ext cx="2823818" cy="3158718"/>
            <a:chOff x="7301162" y="1525061"/>
            <a:chExt cx="2528379" cy="2566458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82996B9F-E020-4DC1-26A7-1DF2085E1990}"/>
                </a:ext>
              </a:extLst>
            </p:cNvPr>
            <p:cNvGrpSpPr/>
            <p:nvPr/>
          </p:nvGrpSpPr>
          <p:grpSpPr>
            <a:xfrm>
              <a:off x="7301485" y="1525061"/>
              <a:ext cx="2519677" cy="216726"/>
              <a:chOff x="1833384" y="1606844"/>
              <a:chExt cx="3167564" cy="235357"/>
            </a:xfrm>
          </p:grpSpPr>
          <p:sp>
            <p:nvSpPr>
              <p:cNvPr id="53" name="내용 개체 틀 2">
                <a:extLst>
                  <a:ext uri="{FF2B5EF4-FFF2-40B4-BE49-F238E27FC236}">
                    <a16:creationId xmlns:a16="http://schemas.microsoft.com/office/drawing/2014/main" id="{75738CC2-5852-54F2-9D29-4396964470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33384" y="1606844"/>
                <a:ext cx="3167564" cy="233943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marL="174625" lvl="0" indent="-174625" latinLnBrk="0"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1400"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363538" lvl="1" indent="-188913" latinLnBrk="0">
                  <a:spcBef>
                    <a:spcPts val="0"/>
                  </a:spcBef>
                  <a:buFont typeface="Arial" panose="020B0604020202020204" pitchFamily="34" charset="0"/>
                  <a:buChar char="–"/>
                  <a:defRPr sz="1400"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538163" lvl="2" indent="-174625" latinLnBrk="0">
                  <a:spcBef>
                    <a:spcPts val="0"/>
                  </a:spcBef>
                  <a:buFont typeface="바탕" panose="02030600000101010101" pitchFamily="18" charset="-127"/>
                  <a:buChar char="∙"/>
                  <a:defRPr sz="1400"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400"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1400"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6pPr>
                <a:lvl7pPr marL="29718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7pPr>
                <a:lvl8pPr marL="3429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8pPr>
                <a:lvl9pPr marL="38862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/>
                </a:lvl9pPr>
              </a:lstStyle>
              <a:p>
                <a:pPr marL="0" indent="0" algn="ctr">
                  <a:buNone/>
                </a:pPr>
                <a:r>
                  <a:rPr lang="en-US" altLang="ko-KR" sz="1723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B&amp;W</a:t>
                </a:r>
                <a:endParaRPr lang="ko-KR" altLang="en-US" sz="1723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2BCACA30-C351-D806-171C-C540FB7782F0}"/>
                  </a:ext>
                </a:extLst>
              </p:cNvPr>
              <p:cNvCxnSpPr/>
              <p:nvPr/>
            </p:nvCxnSpPr>
            <p:spPr>
              <a:xfrm>
                <a:off x="1833384" y="1842201"/>
                <a:ext cx="31675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오른쪽 중괄호 54">
              <a:extLst>
                <a:ext uri="{FF2B5EF4-FFF2-40B4-BE49-F238E27FC236}">
                  <a16:creationId xmlns:a16="http://schemas.microsoft.com/office/drawing/2014/main" id="{B3619AA7-1047-15E4-8289-5203457654A5}"/>
                </a:ext>
              </a:extLst>
            </p:cNvPr>
            <p:cNvSpPr/>
            <p:nvPr/>
          </p:nvSpPr>
          <p:spPr>
            <a:xfrm rot="5400000">
              <a:off x="8505612" y="2485951"/>
              <a:ext cx="111100" cy="2520000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954"/>
            </a:p>
          </p:txBody>
        </p:sp>
        <p:sp>
          <p:nvSpPr>
            <p:cNvPr id="56" name="내용 개체 틀 2">
              <a:extLst>
                <a:ext uri="{FF2B5EF4-FFF2-40B4-BE49-F238E27FC236}">
                  <a16:creationId xmlns:a16="http://schemas.microsoft.com/office/drawing/2014/main" id="{4200E79A-556E-525B-F875-574DDAEC7DFE}"/>
                </a:ext>
              </a:extLst>
            </p:cNvPr>
            <p:cNvSpPr txBox="1">
              <a:spLocks/>
            </p:cNvSpPr>
            <p:nvPr/>
          </p:nvSpPr>
          <p:spPr>
            <a:xfrm>
              <a:off x="7678199" y="3876095"/>
              <a:ext cx="1765929" cy="21542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ko-KR" altLang="en-US" sz="1723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흑백에 사용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8A430462-67F1-A265-A13D-4FEA16976EB8}"/>
                </a:ext>
              </a:extLst>
            </p:cNvPr>
            <p:cNvSpPr/>
            <p:nvPr/>
          </p:nvSpPr>
          <p:spPr>
            <a:xfrm>
              <a:off x="7301485" y="1888545"/>
              <a:ext cx="2520000" cy="36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457211" latinLnBrk="0"/>
              <a:r>
                <a:rPr lang="en-US" altLang="ko-KR" sz="1723" kern="0" dirty="0">
                  <a:solidFill>
                    <a:prstClr val="white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#7F7F7F</a:t>
              </a: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6436A37F-96D8-9164-DB69-F77792CA18AF}"/>
                </a:ext>
              </a:extLst>
            </p:cNvPr>
            <p:cNvSpPr/>
            <p:nvPr/>
          </p:nvSpPr>
          <p:spPr>
            <a:xfrm>
              <a:off x="7309541" y="2825761"/>
              <a:ext cx="2520000" cy="360000"/>
            </a:xfrm>
            <a:prstGeom prst="rect">
              <a:avLst/>
            </a:prstGeom>
            <a:solidFill>
              <a:schemeClr val="bg1">
                <a:lumMod val="75000"/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457211" latinLnBrk="0">
                <a:defRPr/>
              </a:pPr>
              <a:r>
                <a:rPr lang="en-US" altLang="ko-KR" sz="1723" kern="0" dirty="0">
                  <a:solidFill>
                    <a:srgbClr val="01497C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#E5E5E5</a:t>
              </a:r>
              <a:endParaRPr lang="ko-KR" altLang="en-US" sz="1723" kern="0" dirty="0">
                <a:solidFill>
                  <a:srgbClr val="01497C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43684BC2-B743-45E6-D828-D1179E355582}"/>
                </a:ext>
              </a:extLst>
            </p:cNvPr>
            <p:cNvSpPr/>
            <p:nvPr/>
          </p:nvSpPr>
          <p:spPr>
            <a:xfrm>
              <a:off x="7309541" y="3294368"/>
              <a:ext cx="2520000" cy="360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457211" latinLnBrk="0"/>
              <a:r>
                <a:rPr lang="en-US" altLang="ko-KR" sz="1723" kern="0" dirty="0">
                  <a:solidFill>
                    <a:srgbClr val="01497C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#F2F2F2</a:t>
              </a:r>
              <a:endParaRPr lang="ko-KR" altLang="en-US" sz="1723" kern="0" dirty="0">
                <a:solidFill>
                  <a:srgbClr val="01497C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E3DA8E65-DE2A-FC44-49A4-0183A3C3A8F2}"/>
                </a:ext>
              </a:extLst>
            </p:cNvPr>
            <p:cNvSpPr/>
            <p:nvPr/>
          </p:nvSpPr>
          <p:spPr>
            <a:xfrm>
              <a:off x="7309541" y="2357153"/>
              <a:ext cx="2520000" cy="360000"/>
            </a:xfrm>
            <a:prstGeom prst="rect">
              <a:avLst/>
            </a:prstGeom>
            <a:solidFill>
              <a:srgbClr val="B1B6B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457211" latinLnBrk="0">
                <a:defRPr/>
              </a:pPr>
              <a:r>
                <a:rPr lang="en-US" altLang="ko-KR" sz="1723" kern="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#B1B6B7</a:t>
              </a:r>
              <a:endParaRPr lang="ko-KR" altLang="en-US" sz="1723" kern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E49A01-5F3F-C0C6-BEBC-7EC0849D08A9}"/>
              </a:ext>
            </a:extLst>
          </p:cNvPr>
          <p:cNvSpPr/>
          <p:nvPr/>
        </p:nvSpPr>
        <p:spPr>
          <a:xfrm>
            <a:off x="5553602" y="3840046"/>
            <a:ext cx="2814460" cy="443077"/>
          </a:xfrm>
          <a:prstGeom prst="rect">
            <a:avLst/>
          </a:prstGeom>
          <a:solidFill>
            <a:srgbClr val="F2F2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723" dirty="0">
                <a:solidFill>
                  <a:schemeClr val="accent6"/>
                </a:solidFill>
              </a:rPr>
              <a:t>#F2F2E4</a:t>
            </a:r>
            <a:endParaRPr lang="ko-KR" altLang="en-US" sz="1723" dirty="0">
              <a:solidFill>
                <a:schemeClr val="accent6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EA4326F-A9FD-AC19-DDE9-F4CDBBD46ED3}"/>
              </a:ext>
            </a:extLst>
          </p:cNvPr>
          <p:cNvSpPr/>
          <p:nvPr/>
        </p:nvSpPr>
        <p:spPr>
          <a:xfrm>
            <a:off x="5553602" y="4416793"/>
            <a:ext cx="2814460" cy="443077"/>
          </a:xfrm>
          <a:prstGeom prst="rect">
            <a:avLst/>
          </a:prstGeom>
          <a:solidFill>
            <a:srgbClr val="E1CE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723" dirty="0">
                <a:solidFill>
                  <a:schemeClr val="accent6"/>
                </a:solidFill>
              </a:rPr>
              <a:t>#E1C292</a:t>
            </a:r>
            <a:endParaRPr lang="ko-KR" altLang="en-US" sz="1723" dirty="0">
              <a:solidFill>
                <a:schemeClr val="accent6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829F313-5346-F567-63CB-A6BE0BB2305A}"/>
              </a:ext>
            </a:extLst>
          </p:cNvPr>
          <p:cNvGrpSpPr/>
          <p:nvPr/>
        </p:nvGrpSpPr>
        <p:grpSpPr>
          <a:xfrm>
            <a:off x="613850" y="1533056"/>
            <a:ext cx="888127" cy="2682161"/>
            <a:chOff x="498753" y="1888545"/>
            <a:chExt cx="721603" cy="2179256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7B6E715-637F-9275-FB59-2C7C5668D53D}"/>
                </a:ext>
              </a:extLst>
            </p:cNvPr>
            <p:cNvSpPr/>
            <p:nvPr/>
          </p:nvSpPr>
          <p:spPr>
            <a:xfrm>
              <a:off x="691373" y="1888548"/>
              <a:ext cx="252000" cy="252000"/>
            </a:xfrm>
            <a:prstGeom prst="roundRect">
              <a:avLst/>
            </a:prstGeom>
            <a:solidFill>
              <a:srgbClr val="0149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492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01497C</a:t>
              </a:r>
              <a:endParaRPr lang="ko-KR" altLang="en-US" sz="492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C047D835-CE9A-E65D-2D40-2E95282A98A5}"/>
                </a:ext>
              </a:extLst>
            </p:cNvPr>
            <p:cNvSpPr/>
            <p:nvPr/>
          </p:nvSpPr>
          <p:spPr>
            <a:xfrm>
              <a:off x="691373" y="2163870"/>
              <a:ext cx="252000" cy="252000"/>
            </a:xfrm>
            <a:prstGeom prst="roundRect">
              <a:avLst/>
            </a:prstGeom>
            <a:solidFill>
              <a:srgbClr val="2A6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492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295D8A</a:t>
              </a:r>
              <a:endParaRPr lang="ko-KR" altLang="en-US" sz="492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0FB8DC73-8EC3-FE2D-578F-C0D72C18BA36}"/>
                </a:ext>
              </a:extLst>
            </p:cNvPr>
            <p:cNvSpPr/>
            <p:nvPr/>
          </p:nvSpPr>
          <p:spPr>
            <a:xfrm>
              <a:off x="691373" y="2439192"/>
              <a:ext cx="252000" cy="252000"/>
            </a:xfrm>
            <a:prstGeom prst="roundRect">
              <a:avLst/>
            </a:prstGeom>
            <a:solidFill>
              <a:srgbClr val="61A5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492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61A5C2</a:t>
              </a:r>
              <a:endParaRPr lang="ko-KR" altLang="en-US" sz="492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34F945DD-7C83-05D2-1F90-2A5A26D84E47}"/>
                </a:ext>
              </a:extLst>
            </p:cNvPr>
            <p:cNvSpPr/>
            <p:nvPr/>
          </p:nvSpPr>
          <p:spPr>
            <a:xfrm>
              <a:off x="968356" y="1888548"/>
              <a:ext cx="252000" cy="2520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457211" latinLnBrk="0">
                <a:defRPr/>
              </a:pPr>
              <a:r>
                <a:rPr lang="en-US" altLang="ko-KR" sz="492" kern="0" dirty="0">
                  <a:solidFill>
                    <a:prstClr val="white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#7F7F7F</a:t>
              </a:r>
              <a:endParaRPr lang="ko-KR" altLang="en-US" sz="492" kern="0" dirty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0F8DE479-50CB-3D87-7CB4-F124A927ADD2}"/>
                </a:ext>
              </a:extLst>
            </p:cNvPr>
            <p:cNvSpPr/>
            <p:nvPr/>
          </p:nvSpPr>
          <p:spPr>
            <a:xfrm>
              <a:off x="968356" y="2439192"/>
              <a:ext cx="252000" cy="252000"/>
            </a:xfrm>
            <a:prstGeom prst="roundRect">
              <a:avLst/>
            </a:prstGeom>
            <a:solidFill>
              <a:schemeClr val="bg1">
                <a:lumMod val="75000"/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457211" latinLnBrk="0">
                <a:defRPr/>
              </a:pPr>
              <a:r>
                <a:rPr lang="en-US" altLang="ko-KR" sz="492" kern="0" dirty="0">
                  <a:solidFill>
                    <a:srgbClr val="01497C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#BFBFBF</a:t>
              </a:r>
              <a:endParaRPr lang="ko-KR" altLang="en-US" sz="492" kern="0" dirty="0">
                <a:solidFill>
                  <a:srgbClr val="01497C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48ED1F07-B488-E09A-4087-0343822FD410}"/>
                </a:ext>
              </a:extLst>
            </p:cNvPr>
            <p:cNvSpPr/>
            <p:nvPr/>
          </p:nvSpPr>
          <p:spPr>
            <a:xfrm>
              <a:off x="691373" y="2714514"/>
              <a:ext cx="252000" cy="252000"/>
            </a:xfrm>
            <a:prstGeom prst="roundRect">
              <a:avLst/>
            </a:prstGeom>
            <a:solidFill>
              <a:srgbClr val="4361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492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436175</a:t>
              </a:r>
              <a:endParaRPr lang="ko-KR" altLang="en-US" sz="492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70CAB2DB-B385-F2CE-BC08-755815D6EE89}"/>
                </a:ext>
              </a:extLst>
            </p:cNvPr>
            <p:cNvSpPr/>
            <p:nvPr/>
          </p:nvSpPr>
          <p:spPr>
            <a:xfrm>
              <a:off x="968356" y="2163870"/>
              <a:ext cx="252000" cy="252000"/>
            </a:xfrm>
            <a:prstGeom prst="roundRect">
              <a:avLst/>
            </a:prstGeom>
            <a:solidFill>
              <a:srgbClr val="B1B6B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457211" latinLnBrk="0">
                <a:defRPr/>
              </a:pPr>
              <a:r>
                <a:rPr lang="en-US" altLang="ko-KR" sz="492" kern="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#B1B6B7</a:t>
              </a:r>
              <a:endParaRPr lang="ko-KR" altLang="en-US" sz="492" kern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39E2F4AE-A5CE-378E-AA31-128A6E2E08CB}"/>
                </a:ext>
              </a:extLst>
            </p:cNvPr>
            <p:cNvSpPr/>
            <p:nvPr/>
          </p:nvSpPr>
          <p:spPr>
            <a:xfrm>
              <a:off x="691373" y="2989836"/>
              <a:ext cx="252000" cy="252000"/>
            </a:xfrm>
            <a:prstGeom prst="roundRect">
              <a:avLst/>
            </a:prstGeom>
            <a:solidFill>
              <a:srgbClr val="61A5C2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457211" latinLnBrk="0">
                <a:defRPr/>
              </a:pPr>
              <a:r>
                <a:rPr lang="en-US" altLang="ko-KR" sz="492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61A5C2</a:t>
              </a:r>
              <a:endParaRPr lang="ko-KR" altLang="en-US" sz="492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  <a:p>
              <a:pPr algn="ctr" defTabSz="457211" latinLnBrk="0">
                <a:defRPr/>
              </a:pPr>
              <a:r>
                <a:rPr lang="en-US" altLang="ko-KR" sz="492" kern="0" dirty="0">
                  <a:solidFill>
                    <a:prstClr val="white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(20%)</a:t>
              </a:r>
              <a:endParaRPr lang="ko-KR" altLang="en-US" sz="492" kern="0" dirty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96470FBC-962C-EB97-004D-FFA1B2451671}"/>
                </a:ext>
              </a:extLst>
            </p:cNvPr>
            <p:cNvSpPr/>
            <p:nvPr/>
          </p:nvSpPr>
          <p:spPr>
            <a:xfrm>
              <a:off x="691373" y="3265158"/>
              <a:ext cx="252000" cy="252000"/>
            </a:xfrm>
            <a:prstGeom prst="roundRect">
              <a:avLst/>
            </a:prstGeom>
            <a:solidFill>
              <a:srgbClr val="61A5C2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457211" latinLnBrk="0">
                <a:defRPr/>
              </a:pPr>
              <a:r>
                <a:rPr lang="en-US" altLang="ko-KR" sz="492" kern="0" dirty="0">
                  <a:solidFill>
                    <a:prstClr val="white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61A5C2</a:t>
              </a:r>
            </a:p>
            <a:p>
              <a:pPr algn="ctr" defTabSz="457211" latinLnBrk="0">
                <a:defRPr/>
              </a:pPr>
              <a:r>
                <a:rPr lang="en-US" altLang="ko-KR" sz="492" kern="0" dirty="0">
                  <a:solidFill>
                    <a:prstClr val="white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(40%)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821B0505-2BB4-08EB-2D26-0673E798124A}"/>
                </a:ext>
              </a:extLst>
            </p:cNvPr>
            <p:cNvSpPr/>
            <p:nvPr/>
          </p:nvSpPr>
          <p:spPr>
            <a:xfrm>
              <a:off x="691373" y="3540480"/>
              <a:ext cx="252000" cy="252000"/>
            </a:xfrm>
            <a:prstGeom prst="roundRect">
              <a:avLst/>
            </a:prstGeom>
            <a:solidFill>
              <a:srgbClr val="61A5C2">
                <a:alpha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457211" latinLnBrk="0">
                <a:defRPr/>
              </a:pPr>
              <a:r>
                <a:rPr lang="en-US" altLang="ko-KR" sz="492" kern="0" dirty="0">
                  <a:solidFill>
                    <a:srgbClr val="01497C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61A5C2</a:t>
              </a:r>
            </a:p>
            <a:p>
              <a:pPr algn="ctr" defTabSz="457211" latinLnBrk="0">
                <a:defRPr/>
              </a:pPr>
              <a:r>
                <a:rPr lang="en-US" altLang="ko-KR" sz="492" kern="0" dirty="0">
                  <a:solidFill>
                    <a:srgbClr val="01497C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(60%)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73E32EF3-CE5D-C3E3-D4B7-0C60D67F546C}"/>
                </a:ext>
              </a:extLst>
            </p:cNvPr>
            <p:cNvSpPr/>
            <p:nvPr/>
          </p:nvSpPr>
          <p:spPr>
            <a:xfrm>
              <a:off x="691373" y="3815801"/>
              <a:ext cx="252000" cy="252000"/>
            </a:xfrm>
            <a:prstGeom prst="roundRect">
              <a:avLst/>
            </a:prstGeom>
            <a:solidFill>
              <a:srgbClr val="61A5C2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457211" latinLnBrk="0">
                <a:defRPr/>
              </a:pPr>
              <a:r>
                <a:rPr lang="en-US" altLang="ko-KR" sz="492" kern="0" dirty="0">
                  <a:solidFill>
                    <a:srgbClr val="01497C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61A5C2</a:t>
              </a:r>
            </a:p>
            <a:p>
              <a:pPr algn="ctr" defTabSz="457211" latinLnBrk="0">
                <a:defRPr/>
              </a:pPr>
              <a:r>
                <a:rPr lang="en-US" altLang="ko-KR" sz="492" kern="0" dirty="0">
                  <a:solidFill>
                    <a:srgbClr val="01497C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(80%)</a:t>
              </a:r>
            </a:p>
          </p:txBody>
        </p:sp>
        <p:sp>
          <p:nvSpPr>
            <p:cNvPr id="39" name="왼쪽 중괄호 38">
              <a:extLst>
                <a:ext uri="{FF2B5EF4-FFF2-40B4-BE49-F238E27FC236}">
                  <a16:creationId xmlns:a16="http://schemas.microsoft.com/office/drawing/2014/main" id="{7D589BAE-5DD2-5FD1-2E26-9BED68D22AFA}"/>
                </a:ext>
              </a:extLst>
            </p:cNvPr>
            <p:cNvSpPr/>
            <p:nvPr/>
          </p:nvSpPr>
          <p:spPr>
            <a:xfrm>
              <a:off x="620671" y="1888545"/>
              <a:ext cx="45719" cy="1080000"/>
            </a:xfrm>
            <a:prstGeom prst="leftBrac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215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CD06EC3-E5E0-1BB6-0BA5-BB098D6E149D}"/>
                </a:ext>
              </a:extLst>
            </p:cNvPr>
            <p:cNvSpPr txBox="1"/>
            <p:nvPr/>
          </p:nvSpPr>
          <p:spPr>
            <a:xfrm>
              <a:off x="498753" y="2390073"/>
              <a:ext cx="107772" cy="7689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ko-KR" sz="615" kern="0" dirty="0">
                  <a:solidFill>
                    <a:srgbClr val="01497C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BC</a:t>
              </a:r>
              <a:endParaRPr lang="ko-KR" altLang="en-US" sz="615" dirty="0"/>
            </a:p>
          </p:txBody>
        </p:sp>
        <p:sp>
          <p:nvSpPr>
            <p:cNvPr id="42" name="왼쪽 중괄호 41">
              <a:extLst>
                <a:ext uri="{FF2B5EF4-FFF2-40B4-BE49-F238E27FC236}">
                  <a16:creationId xmlns:a16="http://schemas.microsoft.com/office/drawing/2014/main" id="{47348647-BDB8-1650-401D-090EA3445C4B}"/>
                </a:ext>
              </a:extLst>
            </p:cNvPr>
            <p:cNvSpPr/>
            <p:nvPr/>
          </p:nvSpPr>
          <p:spPr>
            <a:xfrm>
              <a:off x="620671" y="3014733"/>
              <a:ext cx="45719" cy="1044000"/>
            </a:xfrm>
            <a:prstGeom prst="leftBrac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215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CA59B35-3028-63FB-DC2E-AF40B808035B}"/>
                </a:ext>
              </a:extLst>
            </p:cNvPr>
            <p:cNvSpPr txBox="1"/>
            <p:nvPr/>
          </p:nvSpPr>
          <p:spPr>
            <a:xfrm>
              <a:off x="498753" y="3498261"/>
              <a:ext cx="107772" cy="7689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ko-KR" sz="615" kern="0" dirty="0">
                  <a:solidFill>
                    <a:srgbClr val="01497C"/>
                  </a:solidFill>
                  <a:latin typeface="Pretendard" panose="02000503000000020004" pitchFamily="50" charset="-127"/>
                  <a:ea typeface="Pretendard" panose="02000503000000020004" pitchFamily="50" charset="-127"/>
                </a:rPr>
                <a:t>AC</a:t>
              </a:r>
              <a:endParaRPr lang="ko-KR" altLang="en-US" sz="615" dirty="0"/>
            </a:p>
          </p:txBody>
        </p:sp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A39A9A69-873D-634C-7788-94935E6704A0}"/>
                </a:ext>
              </a:extLst>
            </p:cNvPr>
            <p:cNvSpPr/>
            <p:nvPr/>
          </p:nvSpPr>
          <p:spPr>
            <a:xfrm>
              <a:off x="968356" y="2995683"/>
              <a:ext cx="252000" cy="252000"/>
            </a:xfrm>
            <a:prstGeom prst="roundRect">
              <a:avLst/>
            </a:prstGeom>
            <a:solidFill>
              <a:srgbClr val="F2F2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492" dirty="0">
                  <a:solidFill>
                    <a:schemeClr val="accent6"/>
                  </a:solidFill>
                </a:rPr>
                <a:t>#F2F2E4</a:t>
              </a:r>
              <a:endParaRPr lang="ko-KR" altLang="en-US" sz="492" dirty="0">
                <a:solidFill>
                  <a:schemeClr val="accent6"/>
                </a:solidFill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13AD315B-05D4-1136-F057-2A0960D8E47A}"/>
                </a:ext>
              </a:extLst>
            </p:cNvPr>
            <p:cNvSpPr/>
            <p:nvPr/>
          </p:nvSpPr>
          <p:spPr>
            <a:xfrm>
              <a:off x="968356" y="3269056"/>
              <a:ext cx="252000" cy="252000"/>
            </a:xfrm>
            <a:prstGeom prst="roundRect">
              <a:avLst/>
            </a:prstGeom>
            <a:solidFill>
              <a:srgbClr val="E1CE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492" dirty="0">
                  <a:solidFill>
                    <a:schemeClr val="accent6"/>
                  </a:solidFill>
                </a:rPr>
                <a:t>#E1C292</a:t>
              </a:r>
              <a:endParaRPr lang="ko-KR" altLang="en-US" sz="492" dirty="0">
                <a:solidFill>
                  <a:schemeClr val="accent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1478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화살표: 오각형 99">
            <a:extLst>
              <a:ext uri="{FF2B5EF4-FFF2-40B4-BE49-F238E27FC236}">
                <a16:creationId xmlns:a16="http://schemas.microsoft.com/office/drawing/2014/main" id="{72F18287-15F6-7F7E-C739-D4E97BCDD905}"/>
              </a:ext>
            </a:extLst>
          </p:cNvPr>
          <p:cNvSpPr/>
          <p:nvPr/>
        </p:nvSpPr>
        <p:spPr>
          <a:xfrm>
            <a:off x="3588714" y="5401718"/>
            <a:ext cx="1197466" cy="522000"/>
          </a:xfrm>
          <a:prstGeom prst="homePlate">
            <a:avLst>
              <a:gd name="adj" fmla="val 24547"/>
            </a:avLst>
          </a:prstGeom>
          <a:solidFill>
            <a:schemeClr val="accent6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가나다</a:t>
            </a:r>
          </a:p>
        </p:txBody>
      </p:sp>
      <p:sp>
        <p:nvSpPr>
          <p:cNvPr id="99" name="화살표: 오각형 98">
            <a:extLst>
              <a:ext uri="{FF2B5EF4-FFF2-40B4-BE49-F238E27FC236}">
                <a16:creationId xmlns:a16="http://schemas.microsoft.com/office/drawing/2014/main" id="{65C15F5A-C24E-2F4A-9318-E95E48EA2BA4}"/>
              </a:ext>
            </a:extLst>
          </p:cNvPr>
          <p:cNvSpPr/>
          <p:nvPr/>
        </p:nvSpPr>
        <p:spPr>
          <a:xfrm>
            <a:off x="2579077" y="5401718"/>
            <a:ext cx="1197465" cy="522000"/>
          </a:xfrm>
          <a:prstGeom prst="homePlate">
            <a:avLst>
              <a:gd name="adj" fmla="val 24547"/>
            </a:avLst>
          </a:prstGeom>
          <a:solidFill>
            <a:schemeClr val="accent6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가나다</a:t>
            </a:r>
          </a:p>
        </p:txBody>
      </p:sp>
      <p:sp>
        <p:nvSpPr>
          <p:cNvPr id="98" name="화살표: 오각형 97">
            <a:extLst>
              <a:ext uri="{FF2B5EF4-FFF2-40B4-BE49-F238E27FC236}">
                <a16:creationId xmlns:a16="http://schemas.microsoft.com/office/drawing/2014/main" id="{AA7B4EC7-82C2-E2E3-F4A6-AE968504D9FC}"/>
              </a:ext>
            </a:extLst>
          </p:cNvPr>
          <p:cNvSpPr/>
          <p:nvPr/>
        </p:nvSpPr>
        <p:spPr>
          <a:xfrm>
            <a:off x="1539048" y="5401718"/>
            <a:ext cx="1227854" cy="522000"/>
          </a:xfrm>
          <a:prstGeom prst="homePlate">
            <a:avLst>
              <a:gd name="adj" fmla="val 24547"/>
            </a:avLst>
          </a:prstGeom>
          <a:solidFill>
            <a:schemeClr val="accent6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가나다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C1D730-EFEA-B0D4-DDB3-919A35244967}"/>
              </a:ext>
            </a:extLst>
          </p:cNvPr>
          <p:cNvSpPr/>
          <p:nvPr/>
        </p:nvSpPr>
        <p:spPr>
          <a:xfrm>
            <a:off x="1929072" y="2472740"/>
            <a:ext cx="2068782" cy="101948"/>
          </a:xfrm>
          <a:prstGeom prst="rect">
            <a:avLst/>
          </a:prstGeom>
          <a:solidFill>
            <a:srgbClr val="ADD0DD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844083" latinLnBrk="0">
              <a:defRPr/>
            </a:pPr>
            <a:endParaRPr lang="ko-KR" altLang="en-US" sz="1662" kern="0" dirty="0">
              <a:solidFill>
                <a:prstClr val="white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31356" y="4512484"/>
            <a:ext cx="1107692" cy="6203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dirty="0">
                <a:solidFill>
                  <a:schemeClr val="accent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#436175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B1EC05-846F-42DF-B8CA-0ED199E05CC6}"/>
              </a:ext>
            </a:extLst>
          </p:cNvPr>
          <p:cNvSpPr/>
          <p:nvPr/>
        </p:nvSpPr>
        <p:spPr>
          <a:xfrm>
            <a:off x="4944041" y="1372586"/>
            <a:ext cx="2933626" cy="332139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3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#01497C</a:t>
            </a:r>
          </a:p>
        </p:txBody>
      </p:sp>
      <p:sp>
        <p:nvSpPr>
          <p:cNvPr id="17" name="화살표: 오각형 16">
            <a:extLst>
              <a:ext uri="{FF2B5EF4-FFF2-40B4-BE49-F238E27FC236}">
                <a16:creationId xmlns:a16="http://schemas.microsoft.com/office/drawing/2014/main" id="{B68D8BED-67B5-45F5-9C98-8733F58D7705}"/>
              </a:ext>
            </a:extLst>
          </p:cNvPr>
          <p:cNvSpPr/>
          <p:nvPr/>
        </p:nvSpPr>
        <p:spPr>
          <a:xfrm>
            <a:off x="8103530" y="1372586"/>
            <a:ext cx="2933626" cy="332139"/>
          </a:xfrm>
          <a:prstGeom prst="homePlate">
            <a:avLst>
              <a:gd name="adj" fmla="val 20956"/>
            </a:avLst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3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#01497C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1690F3-2CC3-4E92-A58A-D708DBE283AE}"/>
              </a:ext>
            </a:extLst>
          </p:cNvPr>
          <p:cNvSpPr/>
          <p:nvPr/>
        </p:nvSpPr>
        <p:spPr>
          <a:xfrm>
            <a:off x="1784553" y="1372586"/>
            <a:ext cx="2933626" cy="3321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Title #01497C </a:t>
            </a:r>
            <a:endParaRPr lang="ko-KR" altLang="en-US" sz="1477" dirty="0">
              <a:solidFill>
                <a:schemeClr val="accent6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362A6C-DB56-4AA0-BDCB-097A9B7F5FAF}"/>
              </a:ext>
            </a:extLst>
          </p:cNvPr>
          <p:cNvSpPr/>
          <p:nvPr/>
        </p:nvSpPr>
        <p:spPr>
          <a:xfrm>
            <a:off x="4944041" y="1807558"/>
            <a:ext cx="2933626" cy="332139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3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#61A5C2</a:t>
            </a:r>
          </a:p>
        </p:txBody>
      </p:sp>
      <p:sp>
        <p:nvSpPr>
          <p:cNvPr id="26" name="화살표: 오각형 25">
            <a:extLst>
              <a:ext uri="{FF2B5EF4-FFF2-40B4-BE49-F238E27FC236}">
                <a16:creationId xmlns:a16="http://schemas.microsoft.com/office/drawing/2014/main" id="{9B29DD7D-CB77-4E8E-9EE1-392B7D86DB52}"/>
              </a:ext>
            </a:extLst>
          </p:cNvPr>
          <p:cNvSpPr/>
          <p:nvPr/>
        </p:nvSpPr>
        <p:spPr>
          <a:xfrm>
            <a:off x="8103530" y="1807558"/>
            <a:ext cx="2933626" cy="332139"/>
          </a:xfrm>
          <a:prstGeom prst="homePlate">
            <a:avLst>
              <a:gd name="adj" fmla="val 20956"/>
            </a:avLst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3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#61A5C2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0CB8BBE-CE06-4AC4-B5E1-FAFC8D6E6DCC}"/>
              </a:ext>
            </a:extLst>
          </p:cNvPr>
          <p:cNvSpPr/>
          <p:nvPr/>
        </p:nvSpPr>
        <p:spPr>
          <a:xfrm>
            <a:off x="1784553" y="1807558"/>
            <a:ext cx="2933626" cy="3321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dirty="0">
                <a:solidFill>
                  <a:schemeClr val="accent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Title #436175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5311445-03A9-4E57-AF3B-00E7C19094CA}"/>
              </a:ext>
            </a:extLst>
          </p:cNvPr>
          <p:cNvGrpSpPr/>
          <p:nvPr/>
        </p:nvGrpSpPr>
        <p:grpSpPr>
          <a:xfrm>
            <a:off x="1784553" y="989987"/>
            <a:ext cx="2933626" cy="264671"/>
            <a:chOff x="1833384" y="1555473"/>
            <a:chExt cx="3178095" cy="286728"/>
          </a:xfrm>
        </p:grpSpPr>
        <p:sp>
          <p:nvSpPr>
            <p:cNvPr id="30" name="내용 개체 틀 2">
              <a:extLst>
                <a:ext uri="{FF2B5EF4-FFF2-40B4-BE49-F238E27FC236}">
                  <a16:creationId xmlns:a16="http://schemas.microsoft.com/office/drawing/2014/main" id="{BB439B44-65F3-4760-9C54-4FACDCB5ECEF}"/>
                </a:ext>
              </a:extLst>
            </p:cNvPr>
            <p:cNvSpPr txBox="1">
              <a:spLocks/>
            </p:cNvSpPr>
            <p:nvPr/>
          </p:nvSpPr>
          <p:spPr>
            <a:xfrm>
              <a:off x="1843915" y="1555473"/>
              <a:ext cx="3167564" cy="24624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477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Title</a:t>
              </a:r>
              <a:endParaRPr lang="ko-KR" altLang="en-US" sz="1477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5CBE408B-4533-4AAC-A01A-F4D3DB57A64E}"/>
                </a:ext>
              </a:extLst>
            </p:cNvPr>
            <p:cNvCxnSpPr/>
            <p:nvPr/>
          </p:nvCxnSpPr>
          <p:spPr>
            <a:xfrm>
              <a:off x="1833384" y="1842201"/>
              <a:ext cx="316756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타원 31">
            <a:extLst>
              <a:ext uri="{FF2B5EF4-FFF2-40B4-BE49-F238E27FC236}">
                <a16:creationId xmlns:a16="http://schemas.microsoft.com/office/drawing/2014/main" id="{E5C76128-6400-41BF-91E7-B8FD2E2E0EE8}"/>
              </a:ext>
            </a:extLst>
          </p:cNvPr>
          <p:cNvSpPr/>
          <p:nvPr/>
        </p:nvSpPr>
        <p:spPr>
          <a:xfrm>
            <a:off x="3983712" y="3489730"/>
            <a:ext cx="199385" cy="19938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8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1</a:t>
            </a:r>
            <a:endParaRPr lang="ko-KR" altLang="en-US" sz="1108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D709F552-8865-4DD5-AED7-A4DF0937274E}"/>
              </a:ext>
            </a:extLst>
          </p:cNvPr>
          <p:cNvSpPr/>
          <p:nvPr/>
        </p:nvSpPr>
        <p:spPr>
          <a:xfrm>
            <a:off x="3983712" y="3853424"/>
            <a:ext cx="199385" cy="19938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8" b="1" dirty="0">
                <a:latin typeface="Pretendard" panose="02000503000000020004" pitchFamily="50" charset="-127"/>
                <a:ea typeface="Pretendard" panose="02000503000000020004" pitchFamily="50" charset="-127"/>
              </a:rPr>
              <a:t>1</a:t>
            </a:r>
            <a:endParaRPr lang="ko-KR" altLang="en-US" sz="1108" b="1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10BD514-A47C-45BC-97DF-62C213AA1439}"/>
              </a:ext>
            </a:extLst>
          </p:cNvPr>
          <p:cNvSpPr/>
          <p:nvPr/>
        </p:nvSpPr>
        <p:spPr>
          <a:xfrm>
            <a:off x="4404774" y="3489730"/>
            <a:ext cx="199385" cy="19938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8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A</a:t>
            </a:r>
            <a:endParaRPr lang="ko-KR" altLang="en-US" sz="1108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9B8ACF0-EA2C-4ABE-9487-EEDEAC753478}"/>
              </a:ext>
            </a:extLst>
          </p:cNvPr>
          <p:cNvSpPr/>
          <p:nvPr/>
        </p:nvSpPr>
        <p:spPr>
          <a:xfrm>
            <a:off x="4404774" y="3853424"/>
            <a:ext cx="199385" cy="19938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8" b="1" dirty="0">
                <a:latin typeface="Pretendard" panose="02000503000000020004" pitchFamily="50" charset="-127"/>
                <a:ea typeface="Pretendard" panose="02000503000000020004" pitchFamily="50" charset="-127"/>
              </a:rPr>
              <a:t>A</a:t>
            </a:r>
            <a:endParaRPr lang="ko-KR" altLang="en-US" sz="1108" b="1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A42719F-724D-4B4B-8C83-F4C262597649}"/>
              </a:ext>
            </a:extLst>
          </p:cNvPr>
          <p:cNvSpPr/>
          <p:nvPr/>
        </p:nvSpPr>
        <p:spPr>
          <a:xfrm>
            <a:off x="3141589" y="3861732"/>
            <a:ext cx="182769" cy="1827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8" b="1" dirty="0">
                <a:latin typeface="Pretendard" panose="02000503000000020004" pitchFamily="50" charset="-127"/>
                <a:ea typeface="Pretendard" panose="02000503000000020004" pitchFamily="50" charset="-127"/>
              </a:rPr>
              <a:t>1</a:t>
            </a:r>
            <a:endParaRPr lang="ko-KR" altLang="en-US" sz="1108" b="1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F181642-690B-4944-B39E-4F5C3A9903CF}"/>
              </a:ext>
            </a:extLst>
          </p:cNvPr>
          <p:cNvSpPr/>
          <p:nvPr/>
        </p:nvSpPr>
        <p:spPr>
          <a:xfrm>
            <a:off x="3141589" y="3498038"/>
            <a:ext cx="182769" cy="18276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8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1</a:t>
            </a:r>
            <a:endParaRPr lang="ko-KR" altLang="en-US" sz="1108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FE93D0B-F001-4856-961F-3F758B81A39D}"/>
              </a:ext>
            </a:extLst>
          </p:cNvPr>
          <p:cNvSpPr/>
          <p:nvPr/>
        </p:nvSpPr>
        <p:spPr>
          <a:xfrm>
            <a:off x="3562651" y="3861732"/>
            <a:ext cx="182769" cy="1827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8" b="1" dirty="0">
                <a:latin typeface="Pretendard" panose="02000503000000020004" pitchFamily="50" charset="-127"/>
                <a:ea typeface="Pretendard" panose="02000503000000020004" pitchFamily="50" charset="-127"/>
              </a:rPr>
              <a:t>B</a:t>
            </a:r>
            <a:endParaRPr lang="ko-KR" altLang="en-US" sz="1108" b="1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5F4A69A-8452-42C2-BC14-7CCEEEDC750B}"/>
              </a:ext>
            </a:extLst>
          </p:cNvPr>
          <p:cNvSpPr/>
          <p:nvPr/>
        </p:nvSpPr>
        <p:spPr>
          <a:xfrm>
            <a:off x="3562651" y="3498038"/>
            <a:ext cx="182769" cy="18276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8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A</a:t>
            </a:r>
            <a:endParaRPr lang="ko-KR" altLang="en-US" sz="1108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7F5A0914-20B7-41D9-93F9-A5602B9D085E}"/>
              </a:ext>
            </a:extLst>
          </p:cNvPr>
          <p:cNvSpPr txBox="1">
            <a:spLocks/>
          </p:cNvSpPr>
          <p:nvPr/>
        </p:nvSpPr>
        <p:spPr>
          <a:xfrm>
            <a:off x="1806995" y="3406393"/>
            <a:ext cx="2916068" cy="7956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ko-KR"/>
            </a:defPPr>
            <a:lvl1pPr marL="174625" lvl="0" indent="-174625" latinLnBrk="0">
              <a:spcBef>
                <a:spcPts val="0"/>
              </a:spcBef>
              <a:buFont typeface="Wingdings" panose="05000000000000000000" pitchFamily="2" charset="2"/>
              <a:buChar char="§"/>
              <a:defRPr sz="1200">
                <a:latin typeface="+mj-lt"/>
                <a:cs typeface="Arial" panose="020B0604020202020204" pitchFamily="34" charset="0"/>
              </a:defRPr>
            </a:lvl1pPr>
            <a:lvl2pPr marL="363538" lvl="1" indent="-188913" latinLnBrk="0">
              <a:spcBef>
                <a:spcPts val="0"/>
              </a:spcBef>
              <a:buFont typeface="Arial" panose="020B0604020202020204" pitchFamily="34" charset="0"/>
              <a:buChar char="-"/>
              <a:defRPr sz="1200">
                <a:latin typeface="+mj-lt"/>
                <a:cs typeface="Arial" panose="020B0604020202020204" pitchFamily="34" charset="0"/>
              </a:defRPr>
            </a:lvl2pPr>
            <a:lvl3pPr marL="538163" lvl="2" indent="-174625" latinLnBrk="0">
              <a:spcBef>
                <a:spcPts val="0"/>
              </a:spcBef>
              <a:buFont typeface="바탕" panose="02030600000101010101" pitchFamily="18" charset="-127"/>
              <a:buChar char="∙"/>
              <a:defRPr sz="1200">
                <a:latin typeface="+mj-lt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108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각주</a:t>
            </a:r>
            <a:endParaRPr lang="en-US" altLang="ko-KR" sz="1108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1"/>
            <a:r>
              <a:rPr lang="ko-KR" altLang="en-US" sz="1108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각주 예시</a:t>
            </a:r>
            <a:r>
              <a:rPr lang="en-US" altLang="ko-KR" sz="1108" baseline="30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</a:p>
          <a:p>
            <a:pPr lvl="1"/>
            <a:r>
              <a:rPr lang="ko-KR" altLang="en-US" sz="1108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각주 예시</a:t>
            </a:r>
            <a:r>
              <a:rPr lang="en-US" altLang="ko-KR" sz="1108" baseline="30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</a:p>
          <a:p>
            <a:pPr lvl="1"/>
            <a:r>
              <a:rPr lang="ko-KR" altLang="en-US" sz="1108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각주 예시</a:t>
            </a:r>
            <a:r>
              <a:rPr lang="en-US" altLang="ko-KR" sz="1108" baseline="30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ko-KR" altLang="en-US" sz="1108" baseline="30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1"/>
            <a:endParaRPr lang="ko-KR" altLang="en-US" sz="1108" baseline="30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49A2EB-64E2-4BB7-ADDB-8250EB79820B}"/>
              </a:ext>
            </a:extLst>
          </p:cNvPr>
          <p:cNvSpPr/>
          <p:nvPr/>
        </p:nvSpPr>
        <p:spPr>
          <a:xfrm>
            <a:off x="8103529" y="2304002"/>
            <a:ext cx="2947863" cy="20835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462" tIns="0" rIns="0" bIns="0" rtlCol="0" anchor="ctr"/>
          <a:lstStyle/>
          <a:p>
            <a:endParaRPr lang="ko-KR" altLang="en-US" sz="1292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F5E3ACB-4698-4E32-B0B9-59242553BA3F}"/>
              </a:ext>
            </a:extLst>
          </p:cNvPr>
          <p:cNvCxnSpPr>
            <a:cxnSpLocks/>
          </p:cNvCxnSpPr>
          <p:nvPr/>
        </p:nvCxnSpPr>
        <p:spPr>
          <a:xfrm>
            <a:off x="5441999" y="2391279"/>
            <a:ext cx="0" cy="271415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EA189F68-0249-486D-9FF6-365EE509051B}"/>
              </a:ext>
            </a:extLst>
          </p:cNvPr>
          <p:cNvGrpSpPr/>
          <p:nvPr/>
        </p:nvGrpSpPr>
        <p:grpSpPr>
          <a:xfrm>
            <a:off x="5331241" y="3928579"/>
            <a:ext cx="232615" cy="232615"/>
            <a:chOff x="5274302" y="3300081"/>
            <a:chExt cx="252000" cy="252000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D02B4E72-E7FC-4017-91C3-D819DFC3BC49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5274302" y="3300081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62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51" name="L 도형 50">
              <a:extLst>
                <a:ext uri="{FF2B5EF4-FFF2-40B4-BE49-F238E27FC236}">
                  <a16:creationId xmlns:a16="http://schemas.microsoft.com/office/drawing/2014/main" id="{9D389EB6-8B20-45B5-ADA2-C839E0F1AF10}"/>
                </a:ext>
              </a:extLst>
            </p:cNvPr>
            <p:cNvSpPr>
              <a:spLocks noChangeAspect="1"/>
            </p:cNvSpPr>
            <p:nvPr/>
          </p:nvSpPr>
          <p:spPr>
            <a:xfrm rot="13642354">
              <a:off x="5313286" y="3356453"/>
              <a:ext cx="144016" cy="144016"/>
            </a:xfrm>
            <a:prstGeom prst="corner">
              <a:avLst>
                <a:gd name="adj1" fmla="val 23955"/>
                <a:gd name="adj2" fmla="val 2049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87EA577-76F1-4FD3-84A0-F4F6973D5A29}"/>
              </a:ext>
            </a:extLst>
          </p:cNvPr>
          <p:cNvGrpSpPr/>
          <p:nvPr/>
        </p:nvGrpSpPr>
        <p:grpSpPr>
          <a:xfrm>
            <a:off x="5332388" y="4494582"/>
            <a:ext cx="232615" cy="232615"/>
            <a:chOff x="5274302" y="3743261"/>
            <a:chExt cx="252000" cy="252000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35001918-7B91-45D1-A5E7-8D855F007221}"/>
                </a:ext>
              </a:extLst>
            </p:cNvPr>
            <p:cNvSpPr>
              <a:spLocks noChangeAspect="1"/>
            </p:cNvSpPr>
            <p:nvPr/>
          </p:nvSpPr>
          <p:spPr>
            <a:xfrm rot="21437667">
              <a:off x="5274302" y="3743261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62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54" name="L 도형 53">
              <a:extLst>
                <a:ext uri="{FF2B5EF4-FFF2-40B4-BE49-F238E27FC236}">
                  <a16:creationId xmlns:a16="http://schemas.microsoft.com/office/drawing/2014/main" id="{E5FFB61C-1583-4A8C-A301-A2496BA93F95}"/>
                </a:ext>
              </a:extLst>
            </p:cNvPr>
            <p:cNvSpPr>
              <a:spLocks noChangeAspect="1"/>
            </p:cNvSpPr>
            <p:nvPr/>
          </p:nvSpPr>
          <p:spPr>
            <a:xfrm rot="18880021">
              <a:off x="5325208" y="3782374"/>
              <a:ext cx="144016" cy="144016"/>
            </a:xfrm>
            <a:prstGeom prst="corner">
              <a:avLst>
                <a:gd name="adj1" fmla="val 23955"/>
                <a:gd name="adj2" fmla="val 2049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3C6C174B-C697-4728-B51D-5D61D3D742DD}"/>
              </a:ext>
            </a:extLst>
          </p:cNvPr>
          <p:cNvGrpSpPr/>
          <p:nvPr/>
        </p:nvGrpSpPr>
        <p:grpSpPr>
          <a:xfrm>
            <a:off x="5331241" y="2796572"/>
            <a:ext cx="232615" cy="232615"/>
            <a:chOff x="5627652" y="3300081"/>
            <a:chExt cx="252000" cy="252000"/>
          </a:xfrm>
        </p:grpSpPr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234A9E19-719B-4B7E-A4C5-AD6FFEB7F63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5627652" y="3300081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62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57" name="L 도형 56">
              <a:extLst>
                <a:ext uri="{FF2B5EF4-FFF2-40B4-BE49-F238E27FC236}">
                  <a16:creationId xmlns:a16="http://schemas.microsoft.com/office/drawing/2014/main" id="{0C3C86FA-EC6F-4283-9A11-BCBFC6F09E1E}"/>
                </a:ext>
              </a:extLst>
            </p:cNvPr>
            <p:cNvSpPr>
              <a:spLocks noChangeAspect="1"/>
            </p:cNvSpPr>
            <p:nvPr/>
          </p:nvSpPr>
          <p:spPr>
            <a:xfrm rot="13642354">
              <a:off x="5666636" y="3356453"/>
              <a:ext cx="144016" cy="144016"/>
            </a:xfrm>
            <a:prstGeom prst="corner">
              <a:avLst>
                <a:gd name="adj1" fmla="val 23955"/>
                <a:gd name="adj2" fmla="val 20495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F7200C17-0A01-4A20-95D0-CA7ACC1DF9B8}"/>
              </a:ext>
            </a:extLst>
          </p:cNvPr>
          <p:cNvGrpSpPr/>
          <p:nvPr/>
        </p:nvGrpSpPr>
        <p:grpSpPr>
          <a:xfrm>
            <a:off x="5331241" y="3362576"/>
            <a:ext cx="232615" cy="232615"/>
            <a:chOff x="5627652" y="3743261"/>
            <a:chExt cx="252000" cy="252000"/>
          </a:xfrm>
        </p:grpSpPr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C9B212E7-E1B4-448C-99C0-0A59D039B195}"/>
                </a:ext>
              </a:extLst>
            </p:cNvPr>
            <p:cNvSpPr>
              <a:spLocks noChangeAspect="1"/>
            </p:cNvSpPr>
            <p:nvPr/>
          </p:nvSpPr>
          <p:spPr>
            <a:xfrm rot="21437667">
              <a:off x="5627652" y="3743261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62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60" name="L 도형 59">
              <a:extLst>
                <a:ext uri="{FF2B5EF4-FFF2-40B4-BE49-F238E27FC236}">
                  <a16:creationId xmlns:a16="http://schemas.microsoft.com/office/drawing/2014/main" id="{2BC0EB81-D8DA-44CB-B1D4-952B62E5934E}"/>
                </a:ext>
              </a:extLst>
            </p:cNvPr>
            <p:cNvSpPr>
              <a:spLocks noChangeAspect="1"/>
            </p:cNvSpPr>
            <p:nvPr/>
          </p:nvSpPr>
          <p:spPr>
            <a:xfrm rot="18880021">
              <a:off x="5678558" y="3782374"/>
              <a:ext cx="144016" cy="144016"/>
            </a:xfrm>
            <a:prstGeom prst="corner">
              <a:avLst>
                <a:gd name="adj1" fmla="val 23955"/>
                <a:gd name="adj2" fmla="val 20495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D23261F-26BD-42BF-B55D-FE5B5DBE2C5B}"/>
              </a:ext>
            </a:extLst>
          </p:cNvPr>
          <p:cNvSpPr/>
          <p:nvPr/>
        </p:nvSpPr>
        <p:spPr>
          <a:xfrm>
            <a:off x="11249760" y="7287369"/>
            <a:ext cx="539936" cy="223548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31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E.O.D</a:t>
            </a:r>
            <a:endParaRPr lang="ko-KR" altLang="en-US" sz="1231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666CD98-16CF-4359-8A28-EAEC03E4CA24}"/>
              </a:ext>
            </a:extLst>
          </p:cNvPr>
          <p:cNvSpPr/>
          <p:nvPr/>
        </p:nvSpPr>
        <p:spPr>
          <a:xfrm>
            <a:off x="431356" y="2156237"/>
            <a:ext cx="1107692" cy="620308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dirty="0">
                <a:solidFill>
                  <a:schemeClr val="accent5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Title</a:t>
            </a:r>
            <a:endParaRPr lang="ko-KR" altLang="en-US" sz="1477" dirty="0">
              <a:solidFill>
                <a:schemeClr val="accent5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2AE0135A-9649-4939-853E-C2AFBA2F9A23}"/>
              </a:ext>
            </a:extLst>
          </p:cNvPr>
          <p:cNvSpPr/>
          <p:nvPr/>
        </p:nvSpPr>
        <p:spPr>
          <a:xfrm>
            <a:off x="1794274" y="4530905"/>
            <a:ext cx="2941653" cy="613110"/>
          </a:xfrm>
          <a:prstGeom prst="rect">
            <a:avLst/>
          </a:prstGeom>
          <a:solidFill>
            <a:srgbClr val="61A5C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457211" latinLnBrk="0"/>
            <a:r>
              <a:rPr lang="en-US" altLang="ko-KR" sz="1477" kern="0" dirty="0">
                <a:solidFill>
                  <a:srgbClr val="01497C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#61A5C2 (80%) = #DFEDF3</a:t>
            </a:r>
            <a:endParaRPr lang="ko-KR" altLang="en-US" sz="1477" kern="0" dirty="0">
              <a:solidFill>
                <a:srgbClr val="01497C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7F3DBC5-6352-7459-5F54-1741CBA0C493}"/>
              </a:ext>
            </a:extLst>
          </p:cNvPr>
          <p:cNvGrpSpPr/>
          <p:nvPr/>
        </p:nvGrpSpPr>
        <p:grpSpPr>
          <a:xfrm>
            <a:off x="5720804" y="2820647"/>
            <a:ext cx="208394" cy="127846"/>
            <a:chOff x="7276019" y="4585254"/>
            <a:chExt cx="225760" cy="138500"/>
          </a:xfrm>
        </p:grpSpPr>
        <p:sp>
          <p:nvSpPr>
            <p:cNvPr id="9" name="L 도형 8">
              <a:extLst>
                <a:ext uri="{FF2B5EF4-FFF2-40B4-BE49-F238E27FC236}">
                  <a16:creationId xmlns:a16="http://schemas.microsoft.com/office/drawing/2014/main" id="{F39E73D8-86AF-8140-2A07-20C04B9327BA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276589" y="4584684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EAEF9DE2-0469-5AE3-1BAE-40035D5EC3E9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362709" y="4584685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8C14926-EEF1-4D62-5609-926AF0328271}"/>
              </a:ext>
            </a:extLst>
          </p:cNvPr>
          <p:cNvGrpSpPr/>
          <p:nvPr/>
        </p:nvGrpSpPr>
        <p:grpSpPr>
          <a:xfrm>
            <a:off x="5720804" y="2495975"/>
            <a:ext cx="208394" cy="127846"/>
            <a:chOff x="7276019" y="4585254"/>
            <a:chExt cx="225760" cy="138500"/>
          </a:xfrm>
          <a:solidFill>
            <a:schemeClr val="accent5"/>
          </a:solidFill>
        </p:grpSpPr>
        <p:sp>
          <p:nvSpPr>
            <p:cNvPr id="22" name="L 도형 21">
              <a:extLst>
                <a:ext uri="{FF2B5EF4-FFF2-40B4-BE49-F238E27FC236}">
                  <a16:creationId xmlns:a16="http://schemas.microsoft.com/office/drawing/2014/main" id="{4A393083-9994-463D-42D4-29BD171C3367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276589" y="4584684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  <p:sp>
          <p:nvSpPr>
            <p:cNvPr id="24" name="L 도형 23">
              <a:extLst>
                <a:ext uri="{FF2B5EF4-FFF2-40B4-BE49-F238E27FC236}">
                  <a16:creationId xmlns:a16="http://schemas.microsoft.com/office/drawing/2014/main" id="{95BD3062-4279-98A6-A5EB-08A6425311D8}"/>
                </a:ext>
              </a:extLst>
            </p:cNvPr>
            <p:cNvSpPr>
              <a:spLocks noChangeAspect="1"/>
            </p:cNvSpPr>
            <p:nvPr/>
          </p:nvSpPr>
          <p:spPr>
            <a:xfrm rot="13552174">
              <a:off x="7362709" y="4584685"/>
              <a:ext cx="138499" cy="139640"/>
            </a:xfrm>
            <a:prstGeom prst="corner">
              <a:avLst>
                <a:gd name="adj1" fmla="val 22023"/>
                <a:gd name="adj2" fmla="val 2145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</a:endParaRPr>
            </a:p>
          </p:txBody>
        </p:sp>
      </p:grp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74347395-18B2-4750-6F91-7DF9CF3B0893}"/>
              </a:ext>
            </a:extLst>
          </p:cNvPr>
          <p:cNvSpPr txBox="1">
            <a:spLocks/>
          </p:cNvSpPr>
          <p:nvPr/>
        </p:nvSpPr>
        <p:spPr>
          <a:xfrm>
            <a:off x="8333838" y="3665301"/>
            <a:ext cx="2256078" cy="5114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ko-KR"/>
            </a:defPPr>
            <a:lvl1pPr marL="174625" lvl="0" indent="-174625" latinLnBrk="0">
              <a:spcBef>
                <a:spcPts val="0"/>
              </a:spcBef>
              <a:buFont typeface="Wingdings" panose="05000000000000000000" pitchFamily="2" charset="2"/>
              <a:buChar char="§"/>
              <a:defRPr sz="1200">
                <a:latin typeface="+mj-lt"/>
                <a:cs typeface="Arial" panose="020B0604020202020204" pitchFamily="34" charset="0"/>
              </a:defRPr>
            </a:lvl1pPr>
            <a:lvl2pPr marL="363538" lvl="1" indent="-188913" latinLnBrk="0">
              <a:spcBef>
                <a:spcPts val="0"/>
              </a:spcBef>
              <a:buFont typeface="Arial" panose="020B0604020202020204" pitchFamily="34" charset="0"/>
              <a:buChar char="-"/>
              <a:defRPr sz="1200">
                <a:latin typeface="+mj-lt"/>
                <a:cs typeface="Arial" panose="020B0604020202020204" pitchFamily="34" charset="0"/>
              </a:defRPr>
            </a:lvl2pPr>
            <a:lvl3pPr marL="538163" lvl="2" indent="-174625" latinLnBrk="0">
              <a:spcBef>
                <a:spcPts val="0"/>
              </a:spcBef>
              <a:buFont typeface="바탕" panose="02030600000101010101" pitchFamily="18" charset="-127"/>
              <a:buChar char="∙"/>
              <a:defRPr sz="1200">
                <a:latin typeface="+mj-lt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ko-KR" altLang="en-US" sz="1108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예를 들 때 </a:t>
            </a:r>
            <a:r>
              <a:rPr lang="en-US" altLang="ko-KR" sz="1108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(for example)  →  e.g.,</a:t>
            </a:r>
          </a:p>
          <a:p>
            <a:pPr marL="0" indent="0">
              <a:buNone/>
            </a:pPr>
            <a:endParaRPr lang="en-US" altLang="ko-KR" sz="1108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r>
              <a:rPr lang="ko-KR" altLang="en-US" sz="1108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즉 </a:t>
            </a:r>
            <a:r>
              <a:rPr lang="en-US" altLang="ko-KR" sz="1108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(that is)  →  </a:t>
            </a:r>
            <a:r>
              <a:rPr lang="en-US" altLang="ko-KR" sz="1108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ie</a:t>
            </a:r>
            <a:r>
              <a:rPr lang="en-US" altLang="ko-KR" sz="1108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endParaRPr lang="ko-KR" altLang="en-US" sz="1108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1ACB05-82A7-F328-914D-5A613C15F7F7}"/>
              </a:ext>
            </a:extLst>
          </p:cNvPr>
          <p:cNvSpPr/>
          <p:nvPr/>
        </p:nvSpPr>
        <p:spPr>
          <a:xfrm>
            <a:off x="399266" y="68399"/>
            <a:ext cx="2083465" cy="7888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462" tIns="0" rIns="0" bIns="0" rtlCol="0" anchor="ctr"/>
          <a:lstStyle/>
          <a:p>
            <a:r>
              <a:rPr lang="en-US" altLang="ko-KR" sz="1108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[</a:t>
            </a:r>
            <a:r>
              <a:rPr lang="ko-KR" altLang="en-US" sz="1108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글씨체</a:t>
            </a:r>
            <a:r>
              <a:rPr lang="en-US" altLang="ko-KR" sz="1108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]</a:t>
            </a:r>
          </a:p>
          <a:p>
            <a:r>
              <a:rPr lang="ko-KR" altLang="en-US" sz="1108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한글</a:t>
            </a:r>
            <a:r>
              <a:rPr lang="en-US" altLang="ko-KR" sz="1108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en-US" altLang="ko-KR" sz="1108" b="1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Pretendard</a:t>
            </a:r>
            <a:endParaRPr lang="en-US" altLang="ko-KR" sz="1108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r>
              <a:rPr lang="ko-KR" altLang="en-US" sz="1108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영어</a:t>
            </a:r>
            <a:r>
              <a:rPr lang="en-US" altLang="ko-KR" sz="1108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en-US" altLang="ko-KR" sz="1108" b="1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Pretendard</a:t>
            </a:r>
            <a:endParaRPr lang="en-US" altLang="ko-KR" sz="1108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r>
              <a:rPr lang="ko-KR" altLang="en-US" sz="1108" b="1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줄간격</a:t>
            </a:r>
            <a:r>
              <a:rPr lang="ko-KR" altLang="en-US" sz="1108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1108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1</a:t>
            </a:r>
            <a:r>
              <a:rPr lang="ko-KR" altLang="en-US" sz="1108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줄 </a:t>
            </a:r>
            <a:r>
              <a:rPr lang="en-US" altLang="ko-KR" sz="1108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or 1.2</a:t>
            </a:r>
            <a:r>
              <a:rPr lang="ko-KR" altLang="en-US" sz="1108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배수 </a:t>
            </a:r>
            <a:endParaRPr lang="en-US" altLang="ko-KR" sz="1108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4DEDD70-CC70-7719-509B-4EE23340BF8F}"/>
              </a:ext>
            </a:extLst>
          </p:cNvPr>
          <p:cNvSpPr/>
          <p:nvPr/>
        </p:nvSpPr>
        <p:spPr>
          <a:xfrm>
            <a:off x="9998560" y="-427678"/>
            <a:ext cx="1854852" cy="407638"/>
          </a:xfrm>
          <a:prstGeom prst="roundRect">
            <a:avLst/>
          </a:prstGeom>
          <a:solidFill>
            <a:srgbClr val="61A5C2">
              <a:alpha val="20000"/>
            </a:srgbClr>
          </a:solidFill>
          <a:ln w="19050" cap="flat" cmpd="sng" algn="ctr">
            <a:solidFill>
              <a:schemeClr val="accent6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457211" latinLnBrk="0"/>
            <a:r>
              <a:rPr lang="ko-KR" altLang="en-US" sz="1723" b="1" kern="0" dirty="0">
                <a:solidFill>
                  <a:srgbClr val="01497C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작성 가이드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677B1BC2-BB1E-1100-1B66-B96F88B184EC}"/>
              </a:ext>
            </a:extLst>
          </p:cNvPr>
          <p:cNvSpPr txBox="1">
            <a:spLocks/>
          </p:cNvSpPr>
          <p:nvPr/>
        </p:nvSpPr>
        <p:spPr>
          <a:xfrm>
            <a:off x="8194596" y="4508731"/>
            <a:ext cx="2916068" cy="1894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ko-KR"/>
            </a:defPPr>
            <a:lvl1pPr marL="174625" lvl="0" indent="-174625" latinLnBrk="0">
              <a:spcBef>
                <a:spcPts val="0"/>
              </a:spcBef>
              <a:buFont typeface="Wingdings" panose="05000000000000000000" pitchFamily="2" charset="2"/>
              <a:buChar char="§"/>
              <a:defRPr sz="1200">
                <a:latin typeface="+mj-lt"/>
                <a:cs typeface="Arial" panose="020B0604020202020204" pitchFamily="34" charset="0"/>
              </a:defRPr>
            </a:lvl1pPr>
            <a:lvl2pPr marL="363538" lvl="1" indent="-188913" latinLnBrk="0">
              <a:spcBef>
                <a:spcPts val="0"/>
              </a:spcBef>
              <a:buFont typeface="Arial" panose="020B0604020202020204" pitchFamily="34" charset="0"/>
              <a:buChar char="-"/>
              <a:defRPr sz="1200">
                <a:latin typeface="+mj-lt"/>
                <a:cs typeface="Arial" panose="020B0604020202020204" pitchFamily="34" charset="0"/>
              </a:defRPr>
            </a:lvl2pPr>
            <a:lvl3pPr marL="538163" lvl="2" indent="-174625" latinLnBrk="0">
              <a:spcBef>
                <a:spcPts val="0"/>
              </a:spcBef>
              <a:buFont typeface="바탕" panose="02030600000101010101" pitchFamily="18" charset="-127"/>
              <a:buChar char="∙"/>
              <a:defRPr sz="1200">
                <a:latin typeface="+mj-lt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31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강조 색깔 </a:t>
            </a:r>
            <a:r>
              <a:rPr lang="en-US" altLang="ko-KR" sz="1231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31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빨간색 활용</a:t>
            </a:r>
            <a:endParaRPr lang="ko-KR" altLang="en-US" sz="1231" b="1" baseline="30000" dirty="0">
              <a:solidFill>
                <a:srgbClr val="FF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E0DFF936-4C27-3FE4-DC3D-6D33DEA0FA26}"/>
              </a:ext>
            </a:extLst>
          </p:cNvPr>
          <p:cNvSpPr txBox="1"/>
          <p:nvPr/>
        </p:nvSpPr>
        <p:spPr>
          <a:xfrm>
            <a:off x="10170452" y="4366767"/>
            <a:ext cx="332308" cy="7174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Tahoma" pitchFamily="34" charset="0"/>
                <a:ea typeface="바탕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Tahoma" pitchFamily="34" charset="0"/>
                <a:ea typeface="바탕" pitchFamily="18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Tahoma" pitchFamily="34" charset="0"/>
                <a:ea typeface="바탕" pitchFamily="18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Tahoma" pitchFamily="34" charset="0"/>
                <a:ea typeface="바탕" pitchFamily="18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tx1"/>
                </a:solidFill>
                <a:latin typeface="Tahoma" pitchFamily="34" charset="0"/>
                <a:ea typeface="바탕" pitchFamily="18" charset="-127"/>
                <a:cs typeface="+mn-cs"/>
              </a:defRPr>
            </a:lvl5pPr>
            <a:lvl6pPr marL="2286000" algn="l" defTabSz="914400" rtl="0" eaLnBrk="1" latinLnBrk="1" hangingPunct="1">
              <a:defRPr sz="1100" b="1" kern="1200">
                <a:solidFill>
                  <a:schemeClr val="tx1"/>
                </a:solidFill>
                <a:latin typeface="Tahoma" pitchFamily="34" charset="0"/>
                <a:ea typeface="바탕" pitchFamily="18" charset="-127"/>
                <a:cs typeface="+mn-cs"/>
              </a:defRPr>
            </a:lvl6pPr>
            <a:lvl7pPr marL="2743200" algn="l" defTabSz="914400" rtl="0" eaLnBrk="1" latinLnBrk="1" hangingPunct="1">
              <a:defRPr sz="1100" b="1" kern="1200">
                <a:solidFill>
                  <a:schemeClr val="tx1"/>
                </a:solidFill>
                <a:latin typeface="Tahoma" pitchFamily="34" charset="0"/>
                <a:ea typeface="바탕" pitchFamily="18" charset="-127"/>
                <a:cs typeface="+mn-cs"/>
              </a:defRPr>
            </a:lvl7pPr>
            <a:lvl8pPr marL="3200400" algn="l" defTabSz="914400" rtl="0" eaLnBrk="1" latinLnBrk="1" hangingPunct="1">
              <a:defRPr sz="1100" b="1" kern="1200">
                <a:solidFill>
                  <a:schemeClr val="tx1"/>
                </a:solidFill>
                <a:latin typeface="Tahoma" pitchFamily="34" charset="0"/>
                <a:ea typeface="바탕" pitchFamily="18" charset="-127"/>
                <a:cs typeface="+mn-cs"/>
              </a:defRPr>
            </a:lvl8pPr>
            <a:lvl9pPr marL="3657600" algn="l" defTabSz="914400" rtl="0" eaLnBrk="1" latinLnBrk="1" hangingPunct="1">
              <a:defRPr sz="1100" b="1" kern="1200">
                <a:solidFill>
                  <a:schemeClr val="tx1"/>
                </a:solidFill>
                <a:latin typeface="Tahoma" pitchFamily="34" charset="0"/>
                <a:ea typeface="바탕" pitchFamily="18" charset="-127"/>
                <a:cs typeface="+mn-cs"/>
              </a:defRPr>
            </a:lvl9pPr>
          </a:lstStyle>
          <a:p>
            <a:pPr marL="263776" indent="-263776" defTabSz="844044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ko-KR" sz="4062" spc="-84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endParaRPr lang="ko-KR" altLang="en-US" sz="4062" spc="-84" dirty="0">
              <a:solidFill>
                <a:srgbClr val="FF0000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ACF18E4-26B0-467D-A728-88A2F919A538}"/>
              </a:ext>
            </a:extLst>
          </p:cNvPr>
          <p:cNvGrpSpPr/>
          <p:nvPr/>
        </p:nvGrpSpPr>
        <p:grpSpPr>
          <a:xfrm rot="16200000">
            <a:off x="7189916" y="2916588"/>
            <a:ext cx="298757" cy="767135"/>
            <a:chOff x="11123826" y="909224"/>
            <a:chExt cx="155951" cy="400444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AD15642B-C868-D2C9-9B3F-A1C653ABD59D}"/>
                </a:ext>
              </a:extLst>
            </p:cNvPr>
            <p:cNvSpPr/>
            <p:nvPr/>
          </p:nvSpPr>
          <p:spPr>
            <a:xfrm>
              <a:off x="11123826" y="909224"/>
              <a:ext cx="155951" cy="400444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953DDF7-CE5C-2264-C0A9-6D667DBD7829}"/>
                </a:ext>
              </a:extLst>
            </p:cNvPr>
            <p:cNvSpPr/>
            <p:nvPr/>
          </p:nvSpPr>
          <p:spPr>
            <a:xfrm>
              <a:off x="11148791" y="939756"/>
              <a:ext cx="106020" cy="10602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927F075-4D25-34E5-E17C-D5CB99E9B2CE}"/>
                </a:ext>
              </a:extLst>
            </p:cNvPr>
            <p:cNvSpPr/>
            <p:nvPr/>
          </p:nvSpPr>
          <p:spPr>
            <a:xfrm>
              <a:off x="11148791" y="1057368"/>
              <a:ext cx="106020" cy="1060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CC82C85-D83E-887A-F02A-17D45AC276F8}"/>
                </a:ext>
              </a:extLst>
            </p:cNvPr>
            <p:cNvSpPr/>
            <p:nvPr/>
          </p:nvSpPr>
          <p:spPr>
            <a:xfrm>
              <a:off x="11148791" y="1174977"/>
              <a:ext cx="106020" cy="1060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691E707-966B-FC89-02E0-FFD089106031}"/>
              </a:ext>
            </a:extLst>
          </p:cNvPr>
          <p:cNvGrpSpPr/>
          <p:nvPr/>
        </p:nvGrpSpPr>
        <p:grpSpPr>
          <a:xfrm rot="16200000">
            <a:off x="7189050" y="2575935"/>
            <a:ext cx="298757" cy="767135"/>
            <a:chOff x="10750446" y="909224"/>
            <a:chExt cx="155951" cy="400444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2D366BA0-4529-91CF-AA76-A545A0BE68A5}"/>
                </a:ext>
              </a:extLst>
            </p:cNvPr>
            <p:cNvSpPr/>
            <p:nvPr/>
          </p:nvSpPr>
          <p:spPr>
            <a:xfrm>
              <a:off x="10750446" y="909224"/>
              <a:ext cx="155951" cy="400444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6AD8B30D-CC0C-F523-0062-931B789C20C0}"/>
                </a:ext>
              </a:extLst>
            </p:cNvPr>
            <p:cNvSpPr/>
            <p:nvPr/>
          </p:nvSpPr>
          <p:spPr>
            <a:xfrm>
              <a:off x="10775411" y="939756"/>
              <a:ext cx="106020" cy="1060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5D376058-0D03-4BF5-644D-DAD1548F833B}"/>
                </a:ext>
              </a:extLst>
            </p:cNvPr>
            <p:cNvSpPr/>
            <p:nvPr/>
          </p:nvSpPr>
          <p:spPr>
            <a:xfrm>
              <a:off x="10775411" y="1057368"/>
              <a:ext cx="106020" cy="10602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CBEC167E-0921-111E-599C-BBD904C1FF70}"/>
                </a:ext>
              </a:extLst>
            </p:cNvPr>
            <p:cNvSpPr/>
            <p:nvPr/>
          </p:nvSpPr>
          <p:spPr>
            <a:xfrm>
              <a:off x="10775411" y="1174977"/>
              <a:ext cx="106020" cy="1060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84B6804-3FD1-2A24-B6CC-8AE5E8B3B899}"/>
              </a:ext>
            </a:extLst>
          </p:cNvPr>
          <p:cNvGrpSpPr/>
          <p:nvPr/>
        </p:nvGrpSpPr>
        <p:grpSpPr>
          <a:xfrm rot="5400000">
            <a:off x="7194132" y="2235286"/>
            <a:ext cx="298754" cy="767130"/>
            <a:chOff x="10380756" y="909224"/>
            <a:chExt cx="155951" cy="400444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C1C162B5-94CC-0C69-28BF-E06196A78307}"/>
                </a:ext>
              </a:extLst>
            </p:cNvPr>
            <p:cNvSpPr/>
            <p:nvPr/>
          </p:nvSpPr>
          <p:spPr>
            <a:xfrm>
              <a:off x="10380756" y="909224"/>
              <a:ext cx="155951" cy="400444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3FABA618-E441-7F60-558D-F65D10FA7068}"/>
                </a:ext>
              </a:extLst>
            </p:cNvPr>
            <p:cNvSpPr/>
            <p:nvPr/>
          </p:nvSpPr>
          <p:spPr>
            <a:xfrm>
              <a:off x="10405721" y="939756"/>
              <a:ext cx="106020" cy="10602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A5F7420-CB88-1209-C3B2-2CBD9571653B}"/>
                </a:ext>
              </a:extLst>
            </p:cNvPr>
            <p:cNvSpPr/>
            <p:nvPr/>
          </p:nvSpPr>
          <p:spPr>
            <a:xfrm>
              <a:off x="10405721" y="1057368"/>
              <a:ext cx="106020" cy="1060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64DDB8FB-BF22-234B-B010-DC55DD8D4885}"/>
                </a:ext>
              </a:extLst>
            </p:cNvPr>
            <p:cNvSpPr/>
            <p:nvPr/>
          </p:nvSpPr>
          <p:spPr>
            <a:xfrm>
              <a:off x="10405721" y="1174977"/>
              <a:ext cx="106020" cy="1060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73" name="제목 72">
            <a:extLst>
              <a:ext uri="{FF2B5EF4-FFF2-40B4-BE49-F238E27FC236}">
                <a16:creationId xmlns:a16="http://schemas.microsoft.com/office/drawing/2014/main" id="{5D59B12E-7A57-3148-BF3F-21DA2B01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1497C"/>
                </a:solidFill>
              </a:rPr>
              <a:t>페이지 타이틀 자리 입니다</a:t>
            </a:r>
          </a:p>
        </p:txBody>
      </p:sp>
      <p:sp>
        <p:nvSpPr>
          <p:cNvPr id="74" name="텍스트 개체 틀 73">
            <a:extLst>
              <a:ext uri="{FF2B5EF4-FFF2-40B4-BE49-F238E27FC236}">
                <a16:creationId xmlns:a16="http://schemas.microsoft.com/office/drawing/2014/main" id="{47321DEA-9161-FA56-DFED-52E97AB113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1497C"/>
                </a:solidFill>
              </a:rPr>
              <a:t>보고서의 리드 메시지 입니다</a:t>
            </a:r>
          </a:p>
        </p:txBody>
      </p:sp>
      <p:sp>
        <p:nvSpPr>
          <p:cNvPr id="75" name="슬라이드 번호 개체 틀 1">
            <a:extLst>
              <a:ext uri="{FF2B5EF4-FFF2-40B4-BE49-F238E27FC236}">
                <a16:creationId xmlns:a16="http://schemas.microsoft.com/office/drawing/2014/main" id="{12A144BF-015A-CEDA-C213-E041E5D368E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1884" y="7325653"/>
            <a:ext cx="364956" cy="151580"/>
          </a:xfrm>
        </p:spPr>
        <p:txBody>
          <a:bodyPr/>
          <a:lstStyle/>
          <a:p>
            <a:fld id="{3DFBBC6A-3425-4C62-80BA-0DDE16A15D08}" type="slidenum">
              <a:rPr lang="ko-KR" altLang="en-US" sz="985"/>
              <a:pPr/>
              <a:t>43</a:t>
            </a:fld>
            <a:endParaRPr lang="ko-KR" altLang="en-US" sz="985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BD07154-E74B-3103-38F8-CAC8B90682E3}"/>
              </a:ext>
            </a:extLst>
          </p:cNvPr>
          <p:cNvSpPr/>
          <p:nvPr/>
        </p:nvSpPr>
        <p:spPr>
          <a:xfrm>
            <a:off x="431356" y="1372418"/>
            <a:ext cx="1107692" cy="620308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Title</a:t>
            </a:r>
            <a:endParaRPr lang="ko-KR" altLang="en-US" sz="1477" dirty="0">
              <a:solidFill>
                <a:schemeClr val="accent6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89" name="텍스트 개체 틀 2">
            <a:extLst>
              <a:ext uri="{FF2B5EF4-FFF2-40B4-BE49-F238E27FC236}">
                <a16:creationId xmlns:a16="http://schemas.microsoft.com/office/drawing/2014/main" id="{CE2380EC-FAAC-5F33-7732-E5D42C0115A0}"/>
              </a:ext>
            </a:extLst>
          </p:cNvPr>
          <p:cNvSpPr txBox="1">
            <a:spLocks/>
          </p:cNvSpPr>
          <p:nvPr/>
        </p:nvSpPr>
        <p:spPr>
          <a:xfrm>
            <a:off x="8225385" y="2439686"/>
            <a:ext cx="3024375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90" name="텍스트 개체 틀 2">
            <a:extLst>
              <a:ext uri="{FF2B5EF4-FFF2-40B4-BE49-F238E27FC236}">
                <a16:creationId xmlns:a16="http://schemas.microsoft.com/office/drawing/2014/main" id="{403C4AA5-AE13-6513-C7A8-D5DD94C747A5}"/>
              </a:ext>
            </a:extLst>
          </p:cNvPr>
          <p:cNvSpPr txBox="1">
            <a:spLocks/>
          </p:cNvSpPr>
          <p:nvPr/>
        </p:nvSpPr>
        <p:spPr>
          <a:xfrm>
            <a:off x="1761806" y="2417656"/>
            <a:ext cx="3024375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F3EEA92-D511-1304-7D6A-5F7C6586A854}"/>
              </a:ext>
            </a:extLst>
          </p:cNvPr>
          <p:cNvSpPr/>
          <p:nvPr/>
        </p:nvSpPr>
        <p:spPr>
          <a:xfrm>
            <a:off x="431356" y="3723876"/>
            <a:ext cx="1107692" cy="620308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Title</a:t>
            </a:r>
            <a:endParaRPr lang="ko-KR" altLang="en-US" sz="1477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7860701-8C2D-A798-ABAC-24319A6514AF}"/>
              </a:ext>
            </a:extLst>
          </p:cNvPr>
          <p:cNvSpPr/>
          <p:nvPr/>
        </p:nvSpPr>
        <p:spPr>
          <a:xfrm>
            <a:off x="431356" y="2940056"/>
            <a:ext cx="1107692" cy="620308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Title</a:t>
            </a:r>
            <a:endParaRPr lang="ko-KR" altLang="en-US" sz="1477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94" name="화살표: 오각형 93">
            <a:extLst>
              <a:ext uri="{FF2B5EF4-FFF2-40B4-BE49-F238E27FC236}">
                <a16:creationId xmlns:a16="http://schemas.microsoft.com/office/drawing/2014/main" id="{ED012932-76A3-63E1-739F-70230837AFD5}"/>
              </a:ext>
            </a:extLst>
          </p:cNvPr>
          <p:cNvSpPr/>
          <p:nvPr/>
        </p:nvSpPr>
        <p:spPr>
          <a:xfrm>
            <a:off x="431358" y="5401718"/>
            <a:ext cx="1325905" cy="522000"/>
          </a:xfrm>
          <a:prstGeom prst="homePlate">
            <a:avLst>
              <a:gd name="adj" fmla="val 24547"/>
            </a:avLst>
          </a:prstGeom>
          <a:solidFill>
            <a:schemeClr val="accent6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가나다</a:t>
            </a:r>
          </a:p>
        </p:txBody>
      </p:sp>
      <p:sp>
        <p:nvSpPr>
          <p:cNvPr id="101" name="화살표: 오각형 100">
            <a:extLst>
              <a:ext uri="{FF2B5EF4-FFF2-40B4-BE49-F238E27FC236}">
                <a16:creationId xmlns:a16="http://schemas.microsoft.com/office/drawing/2014/main" id="{6FBDAD70-CEA0-F748-C861-4AFB5CEE7A7D}"/>
              </a:ext>
            </a:extLst>
          </p:cNvPr>
          <p:cNvSpPr/>
          <p:nvPr/>
        </p:nvSpPr>
        <p:spPr>
          <a:xfrm>
            <a:off x="3588714" y="6147675"/>
            <a:ext cx="1197467" cy="522000"/>
          </a:xfrm>
          <a:prstGeom prst="homePlate">
            <a:avLst>
              <a:gd name="adj" fmla="val 24547"/>
            </a:avLst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가나다</a:t>
            </a:r>
          </a:p>
        </p:txBody>
      </p:sp>
      <p:sp>
        <p:nvSpPr>
          <p:cNvPr id="102" name="화살표: 오각형 101">
            <a:extLst>
              <a:ext uri="{FF2B5EF4-FFF2-40B4-BE49-F238E27FC236}">
                <a16:creationId xmlns:a16="http://schemas.microsoft.com/office/drawing/2014/main" id="{E056ACFA-E83E-2482-C4F1-88174F2F809D}"/>
              </a:ext>
            </a:extLst>
          </p:cNvPr>
          <p:cNvSpPr/>
          <p:nvPr/>
        </p:nvSpPr>
        <p:spPr>
          <a:xfrm>
            <a:off x="2579073" y="6147675"/>
            <a:ext cx="1197468" cy="522000"/>
          </a:xfrm>
          <a:prstGeom prst="homePlate">
            <a:avLst>
              <a:gd name="adj" fmla="val 24547"/>
            </a:avLst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가나다</a:t>
            </a:r>
          </a:p>
        </p:txBody>
      </p:sp>
      <p:sp>
        <p:nvSpPr>
          <p:cNvPr id="103" name="화살표: 오각형 102">
            <a:extLst>
              <a:ext uri="{FF2B5EF4-FFF2-40B4-BE49-F238E27FC236}">
                <a16:creationId xmlns:a16="http://schemas.microsoft.com/office/drawing/2014/main" id="{3213EC6F-599A-B883-7AF3-69ADB1093368}"/>
              </a:ext>
            </a:extLst>
          </p:cNvPr>
          <p:cNvSpPr/>
          <p:nvPr/>
        </p:nvSpPr>
        <p:spPr>
          <a:xfrm>
            <a:off x="1539047" y="6147675"/>
            <a:ext cx="1227855" cy="522000"/>
          </a:xfrm>
          <a:prstGeom prst="homePlate">
            <a:avLst>
              <a:gd name="adj" fmla="val 24547"/>
            </a:avLst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가나다</a:t>
            </a:r>
          </a:p>
        </p:txBody>
      </p:sp>
      <p:sp>
        <p:nvSpPr>
          <p:cNvPr id="104" name="화살표: 오각형 103">
            <a:extLst>
              <a:ext uri="{FF2B5EF4-FFF2-40B4-BE49-F238E27FC236}">
                <a16:creationId xmlns:a16="http://schemas.microsoft.com/office/drawing/2014/main" id="{B5616015-4518-BE8E-C36D-5AB2375EA435}"/>
              </a:ext>
            </a:extLst>
          </p:cNvPr>
          <p:cNvSpPr/>
          <p:nvPr/>
        </p:nvSpPr>
        <p:spPr>
          <a:xfrm>
            <a:off x="431358" y="6147675"/>
            <a:ext cx="1325905" cy="522000"/>
          </a:xfrm>
          <a:prstGeom prst="homePlate">
            <a:avLst>
              <a:gd name="adj" fmla="val 24547"/>
            </a:avLst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가나다</a:t>
            </a:r>
          </a:p>
        </p:txBody>
      </p:sp>
      <p:pic>
        <p:nvPicPr>
          <p:cNvPr id="4" name="그래픽 3" descr="조금 굽은 화살표 단색으로 채워진">
            <a:extLst>
              <a:ext uri="{FF2B5EF4-FFF2-40B4-BE49-F238E27FC236}">
                <a16:creationId xmlns:a16="http://schemas.microsoft.com/office/drawing/2014/main" id="{CBEEA3ED-E289-41AF-48C2-156B532286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7027" y="4681805"/>
            <a:ext cx="660638" cy="660638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7419BB2F-5DF6-8F27-10D4-09A3FE915813}"/>
              </a:ext>
            </a:extLst>
          </p:cNvPr>
          <p:cNvSpPr txBox="1"/>
          <p:nvPr/>
        </p:nvSpPr>
        <p:spPr>
          <a:xfrm>
            <a:off x="8103530" y="5401717"/>
            <a:ext cx="1325905" cy="522000"/>
          </a:xfrm>
          <a:prstGeom prst="roundRect">
            <a:avLst>
              <a:gd name="adj" fmla="val 2906"/>
            </a:avLst>
          </a:prstGeom>
          <a:solidFill>
            <a:srgbClr val="EFF1F5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44308" tIns="44308" rIns="44308" bIns="44308" rtlCol="0" anchor="t">
            <a:noAutofit/>
          </a:bodyPr>
          <a:lstStyle>
            <a:defPPr>
              <a:defRPr lang="ko-KR"/>
            </a:defPPr>
            <a:lvl1pPr algn="ctr" defTabSz="603672" fontAlgn="base">
              <a:spcAft>
                <a:spcPts val="488"/>
              </a:spcAft>
              <a:defRPr sz="1200" b="1" ker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"/>
                <a:ea typeface="Pretendard"/>
                <a:cs typeface="Tahoma" panose="020B0604030504040204" pitchFamily="34" charset="0"/>
              </a:defRPr>
            </a:lvl1pPr>
          </a:lstStyle>
          <a:p>
            <a:pPr marL="107465" defTabSz="1125444" fontAlgn="auto" latinLnBrk="0">
              <a:spcAft>
                <a:spcPts val="246"/>
              </a:spcAft>
              <a:defRPr/>
            </a:pPr>
            <a:endParaRPr kumimoji="1" lang="ko-KR" altLang="en-US" sz="1477" kern="1200" spc="-25">
              <a:ln>
                <a:noFill/>
              </a:ln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D4131F-8C32-2248-B6F0-F4C9CC96F9E9}"/>
              </a:ext>
            </a:extLst>
          </p:cNvPr>
          <p:cNvSpPr txBox="1"/>
          <p:nvPr/>
        </p:nvSpPr>
        <p:spPr>
          <a:xfrm>
            <a:off x="9737572" y="5401717"/>
            <a:ext cx="1313820" cy="522000"/>
          </a:xfrm>
          <a:prstGeom prst="roundRect">
            <a:avLst>
              <a:gd name="adj" fmla="val 290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44308" tIns="44308" rIns="44308" bIns="44308" rtlCol="0" anchor="t">
            <a:noAutofit/>
          </a:bodyPr>
          <a:lstStyle>
            <a:defPPr>
              <a:defRPr lang="ko-KR"/>
            </a:defPPr>
            <a:lvl1pPr algn="ctr" defTabSz="603672" fontAlgn="base">
              <a:spcAft>
                <a:spcPts val="488"/>
              </a:spcAft>
              <a:defRPr sz="1200" b="1" ker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"/>
                <a:ea typeface="Pretendard"/>
                <a:cs typeface="Tahoma" panose="020B0604030504040204" pitchFamily="34" charset="0"/>
              </a:defRPr>
            </a:lvl1pPr>
          </a:lstStyle>
          <a:p>
            <a:pPr marL="218836" algn="l" defTabSz="1125444" fontAlgn="auto" latinLnBrk="0">
              <a:lnSpc>
                <a:spcPct val="120000"/>
              </a:lnSpc>
              <a:spcAft>
                <a:spcPts val="246"/>
              </a:spcAft>
              <a:defRPr/>
            </a:pPr>
            <a:br>
              <a:rPr kumimoji="1" lang="en-US" altLang="ko-KR" sz="1477" b="0" kern="1200" spc="-25">
                <a:ln>
                  <a:noFill/>
                </a:ln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endParaRPr kumimoji="1" lang="ko-KR" altLang="en-US" sz="1477" b="0" kern="1200" spc="-25">
              <a:ln>
                <a:noFill/>
              </a:ln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3524A0D-A3DC-F9E6-1A79-39382D6D31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88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661" y="5001742"/>
            <a:ext cx="2005002" cy="142034"/>
          </a:xfrm>
          <a:prstGeom prst="rect">
            <a:avLst/>
          </a:prstGeom>
        </p:spPr>
      </p:pic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1EA02AE5-0CAE-AC4F-2A98-9EC5D366FB50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11386" y="2797757"/>
            <a:ext cx="553599" cy="248091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stealth"/>
          </a:ln>
          <a:effectLst/>
        </p:spPr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1FD0E7A-9B77-BDA8-462A-8A6D2CB2D614}"/>
              </a:ext>
            </a:extLst>
          </p:cNvPr>
          <p:cNvGrpSpPr/>
          <p:nvPr/>
        </p:nvGrpSpPr>
        <p:grpSpPr>
          <a:xfrm>
            <a:off x="6086739" y="2490204"/>
            <a:ext cx="154800" cy="154800"/>
            <a:chOff x="1701214" y="3793002"/>
            <a:chExt cx="154800" cy="154800"/>
          </a:xfrm>
        </p:grpSpPr>
        <p:sp>
          <p:nvSpPr>
            <p:cNvPr id="71" name="Oval 99">
              <a:extLst>
                <a:ext uri="{FF2B5EF4-FFF2-40B4-BE49-F238E27FC236}">
                  <a16:creationId xmlns:a16="http://schemas.microsoft.com/office/drawing/2014/main" id="{73D33E83-F96D-949B-7D1C-5FBDA69282EC}"/>
                </a:ext>
              </a:extLst>
            </p:cNvPr>
            <p:cNvSpPr/>
            <p:nvPr/>
          </p:nvSpPr>
          <p:spPr>
            <a:xfrm rot="10800000" flipH="1">
              <a:off x="1701214" y="3793002"/>
              <a:ext cx="154800" cy="154800"/>
            </a:xfrm>
            <a:prstGeom prst="ellipse">
              <a:avLst/>
            </a:prstGeom>
            <a:solidFill>
              <a:srgbClr val="DFEDF3"/>
            </a:solidFill>
            <a:ln w="9525" cap="rnd" cmpd="sng" algn="ctr">
              <a:solidFill>
                <a:sysClr val="window" lastClr="FFFFFF">
                  <a:lumMod val="85000"/>
                </a:sysClr>
              </a:solidFill>
              <a:prstDash val="sysDot"/>
              <a:round/>
            </a:ln>
            <a:effectLst/>
          </p:spPr>
          <p:txBody>
            <a:bodyPr rot="0" spcFirstLastPara="0" vertOverflow="overflow" horzOverflow="overflow" vert="horz" wrap="square" lIns="86868" tIns="43434" rIns="86868" bIns="4343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lnSpc>
                  <a:spcPct val="90000"/>
                </a:lnSpc>
                <a:spcAft>
                  <a:spcPts val="1001"/>
                </a:spcAft>
                <a:defRPr/>
              </a:pPr>
              <a:endParaRPr lang="en-US" sz="1200" i="1" kern="0">
                <a:solidFill>
                  <a:srgbClr val="FFFFFF"/>
                </a:solidFill>
                <a:latin typeface="Trebuchet MS" panose="020B0603020202020204" pitchFamily="34" charset="0"/>
                <a:ea typeface="카이겐고딕 KR Medium" panose="020B0602020203020207" pitchFamily="34" charset="-128"/>
              </a:endParaRPr>
            </a:p>
          </p:txBody>
        </p:sp>
        <p:sp>
          <p:nvSpPr>
            <p:cNvPr id="72" name="Oval 102">
              <a:extLst>
                <a:ext uri="{FF2B5EF4-FFF2-40B4-BE49-F238E27FC236}">
                  <a16:creationId xmlns:a16="http://schemas.microsoft.com/office/drawing/2014/main" id="{1889C8CC-FC72-92F9-A7DB-4AC9772FED56}"/>
                </a:ext>
              </a:extLst>
            </p:cNvPr>
            <p:cNvSpPr/>
            <p:nvPr/>
          </p:nvSpPr>
          <p:spPr>
            <a:xfrm rot="10800000" flipH="1">
              <a:off x="1747142" y="3839603"/>
              <a:ext cx="65277" cy="66657"/>
            </a:xfrm>
            <a:prstGeom prst="ellipse">
              <a:avLst/>
            </a:prstGeom>
            <a:solidFill>
              <a:schemeClr val="accent5"/>
            </a:solidFill>
            <a:ln w="25400" cap="flat" cmpd="sng" algn="ctr">
              <a:noFill/>
              <a:prstDash val="solid"/>
            </a:ln>
            <a:effectLst/>
          </p:spPr>
          <p:txBody>
            <a:bodyPr lIns="86868" tIns="86868" rIns="86868" bIns="86868" rtlCol="0" anchor="ctr"/>
            <a:lstStyle/>
            <a:p>
              <a:pPr algn="ctr" defTabSz="914423" latinLnBrk="0">
                <a:lnSpc>
                  <a:spcPct val="95000"/>
                </a:lnSpc>
                <a:defRPr/>
              </a:pPr>
              <a:endParaRPr lang="en-US" sz="1801" i="1" kern="0">
                <a:solidFill>
                  <a:prstClr val="white"/>
                </a:solidFill>
                <a:latin typeface="Trebuchet MS" panose="020B0603020202020204" pitchFamily="34" charset="0"/>
                <a:ea typeface="카이겐고딕 KR Medium" panose="020B0602020203020207" pitchFamily="34" charset="-128"/>
              </a:endParaRPr>
            </a:p>
          </p:txBody>
        </p:sp>
      </p:grp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CF8D1C41-7939-7C33-B4D3-AB3AAD0456DB}"/>
              </a:ext>
            </a:extLst>
          </p:cNvPr>
          <p:cNvCxnSpPr>
            <a:cxnSpLocks/>
          </p:cNvCxnSpPr>
          <p:nvPr/>
        </p:nvCxnSpPr>
        <p:spPr>
          <a:xfrm>
            <a:off x="431357" y="6811206"/>
            <a:ext cx="1058016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2C85E957-14E6-0EC6-2B2A-28ABF530FB18}"/>
              </a:ext>
            </a:extLst>
          </p:cNvPr>
          <p:cNvCxnSpPr>
            <a:cxnSpLocks/>
          </p:cNvCxnSpPr>
          <p:nvPr/>
        </p:nvCxnSpPr>
        <p:spPr>
          <a:xfrm>
            <a:off x="431357" y="6958292"/>
            <a:ext cx="1058016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480FA54D-9B7F-BE3C-28A1-5AAD0F320776}"/>
              </a:ext>
            </a:extLst>
          </p:cNvPr>
          <p:cNvCxnSpPr>
            <a:cxnSpLocks/>
          </p:cNvCxnSpPr>
          <p:nvPr/>
        </p:nvCxnSpPr>
        <p:spPr>
          <a:xfrm>
            <a:off x="5042863" y="2391278"/>
            <a:ext cx="0" cy="2741514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타원 79">
            <a:extLst>
              <a:ext uri="{FF2B5EF4-FFF2-40B4-BE49-F238E27FC236}">
                <a16:creationId xmlns:a16="http://schemas.microsoft.com/office/drawing/2014/main" id="{487C8EEF-5B30-197A-A9C3-15534A92CA2A}"/>
              </a:ext>
            </a:extLst>
          </p:cNvPr>
          <p:cNvSpPr/>
          <p:nvPr/>
        </p:nvSpPr>
        <p:spPr>
          <a:xfrm>
            <a:off x="4950489" y="2810122"/>
            <a:ext cx="177231" cy="177231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endParaRPr lang="ko-KR" altLang="en-US" sz="2215">
              <a:solidFill>
                <a:prstClr val="white"/>
              </a:solidFill>
              <a:latin typeface="Pretendard"/>
              <a:ea typeface="Pretendard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5350C64E-0B1C-729F-CFD3-C42390421821}"/>
              </a:ext>
            </a:extLst>
          </p:cNvPr>
          <p:cNvSpPr/>
          <p:nvPr/>
        </p:nvSpPr>
        <p:spPr>
          <a:xfrm>
            <a:off x="4954791" y="3371364"/>
            <a:ext cx="177231" cy="177231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endParaRPr lang="ko-KR" altLang="en-US" sz="2215">
              <a:solidFill>
                <a:prstClr val="white"/>
              </a:solidFill>
              <a:latin typeface="Pretendard"/>
              <a:ea typeface="Pretendard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FAD42232-8C35-4306-F0CB-23CF2C004B4A}"/>
              </a:ext>
            </a:extLst>
          </p:cNvPr>
          <p:cNvSpPr/>
          <p:nvPr/>
        </p:nvSpPr>
        <p:spPr>
          <a:xfrm>
            <a:off x="4954791" y="3932606"/>
            <a:ext cx="177231" cy="177231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endParaRPr lang="ko-KR" altLang="en-US" sz="2215">
              <a:solidFill>
                <a:prstClr val="white"/>
              </a:solidFill>
              <a:latin typeface="Pretendard"/>
              <a:ea typeface="Pretendard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14426203-21C2-1FEC-ED8F-763540950810}"/>
              </a:ext>
            </a:extLst>
          </p:cNvPr>
          <p:cNvSpPr/>
          <p:nvPr/>
        </p:nvSpPr>
        <p:spPr>
          <a:xfrm>
            <a:off x="4954791" y="4493847"/>
            <a:ext cx="177231" cy="177231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endParaRPr lang="ko-KR" altLang="en-US" sz="2215">
              <a:solidFill>
                <a:prstClr val="white"/>
              </a:solidFill>
              <a:latin typeface="Pretendard"/>
              <a:ea typeface="Pretendard"/>
            </a:endParaRPr>
          </a:p>
        </p:txBody>
      </p:sp>
      <p:sp>
        <p:nvSpPr>
          <p:cNvPr id="88" name="Freeform 47">
            <a:extLst>
              <a:ext uri="{FF2B5EF4-FFF2-40B4-BE49-F238E27FC236}">
                <a16:creationId xmlns:a16="http://schemas.microsoft.com/office/drawing/2014/main" id="{C5E56B64-DE40-B780-ED93-9B4A7C7869AE}"/>
              </a:ext>
            </a:extLst>
          </p:cNvPr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5968353" y="3623523"/>
            <a:ext cx="271585" cy="209062"/>
          </a:xfrm>
          <a:custGeom>
            <a:avLst/>
            <a:gdLst>
              <a:gd name="T0" fmla="*/ 154 w 596"/>
              <a:gd name="T1" fmla="*/ 204 h 464"/>
              <a:gd name="T2" fmla="*/ 191 w 596"/>
              <a:gd name="T3" fmla="*/ 276 h 464"/>
              <a:gd name="T4" fmla="*/ 229 w 596"/>
              <a:gd name="T5" fmla="*/ 352 h 464"/>
              <a:gd name="T6" fmla="*/ 118 w 596"/>
              <a:gd name="T7" fmla="*/ 464 h 464"/>
              <a:gd name="T8" fmla="*/ 0 w 596"/>
              <a:gd name="T9" fmla="*/ 329 h 464"/>
              <a:gd name="T10" fmla="*/ 202 w 596"/>
              <a:gd name="T11" fmla="*/ 0 h 464"/>
              <a:gd name="T12" fmla="*/ 253 w 596"/>
              <a:gd name="T13" fmla="*/ 68 h 464"/>
              <a:gd name="T14" fmla="*/ 196 w 596"/>
              <a:gd name="T15" fmla="*/ 116 h 464"/>
              <a:gd name="T16" fmla="*/ 154 w 596"/>
              <a:gd name="T17" fmla="*/ 204 h 464"/>
              <a:gd name="T18" fmla="*/ 538 w 596"/>
              <a:gd name="T19" fmla="*/ 116 h 464"/>
              <a:gd name="T20" fmla="*/ 596 w 596"/>
              <a:gd name="T21" fmla="*/ 68 h 464"/>
              <a:gd name="T22" fmla="*/ 545 w 596"/>
              <a:gd name="T23" fmla="*/ 0 h 464"/>
              <a:gd name="T24" fmla="*/ 343 w 596"/>
              <a:gd name="T25" fmla="*/ 329 h 464"/>
              <a:gd name="T26" fmla="*/ 461 w 596"/>
              <a:gd name="T27" fmla="*/ 464 h 464"/>
              <a:gd name="T28" fmla="*/ 571 w 596"/>
              <a:gd name="T29" fmla="*/ 352 h 464"/>
              <a:gd name="T30" fmla="*/ 534 w 596"/>
              <a:gd name="T31" fmla="*/ 276 h 464"/>
              <a:gd name="T32" fmla="*/ 497 w 596"/>
              <a:gd name="T33" fmla="*/ 204 h 464"/>
              <a:gd name="T34" fmla="*/ 538 w 596"/>
              <a:gd name="T35" fmla="*/ 116 h 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96" h="464">
                <a:moveTo>
                  <a:pt x="154" y="204"/>
                </a:moveTo>
                <a:cubicBezTo>
                  <a:pt x="154" y="225"/>
                  <a:pt x="166" y="249"/>
                  <a:pt x="191" y="276"/>
                </a:cubicBezTo>
                <a:cubicBezTo>
                  <a:pt x="216" y="304"/>
                  <a:pt x="229" y="329"/>
                  <a:pt x="229" y="352"/>
                </a:cubicBezTo>
                <a:cubicBezTo>
                  <a:pt x="229" y="426"/>
                  <a:pt x="192" y="464"/>
                  <a:pt x="118" y="464"/>
                </a:cubicBezTo>
                <a:cubicBezTo>
                  <a:pt x="40" y="464"/>
                  <a:pt x="0" y="419"/>
                  <a:pt x="0" y="329"/>
                </a:cubicBezTo>
                <a:cubicBezTo>
                  <a:pt x="0" y="194"/>
                  <a:pt x="67" y="85"/>
                  <a:pt x="202" y="0"/>
                </a:cubicBezTo>
                <a:cubicBezTo>
                  <a:pt x="253" y="68"/>
                  <a:pt x="253" y="68"/>
                  <a:pt x="253" y="68"/>
                </a:cubicBezTo>
                <a:cubicBezTo>
                  <a:pt x="196" y="116"/>
                  <a:pt x="196" y="116"/>
                  <a:pt x="196" y="116"/>
                </a:cubicBezTo>
                <a:cubicBezTo>
                  <a:pt x="168" y="140"/>
                  <a:pt x="154" y="169"/>
                  <a:pt x="154" y="204"/>
                </a:cubicBezTo>
                <a:close/>
                <a:moveTo>
                  <a:pt x="538" y="116"/>
                </a:moveTo>
                <a:cubicBezTo>
                  <a:pt x="596" y="68"/>
                  <a:pt x="596" y="68"/>
                  <a:pt x="596" y="68"/>
                </a:cubicBezTo>
                <a:cubicBezTo>
                  <a:pt x="545" y="0"/>
                  <a:pt x="545" y="0"/>
                  <a:pt x="545" y="0"/>
                </a:cubicBezTo>
                <a:cubicBezTo>
                  <a:pt x="410" y="85"/>
                  <a:pt x="343" y="194"/>
                  <a:pt x="343" y="329"/>
                </a:cubicBezTo>
                <a:cubicBezTo>
                  <a:pt x="343" y="419"/>
                  <a:pt x="382" y="464"/>
                  <a:pt x="461" y="464"/>
                </a:cubicBezTo>
                <a:cubicBezTo>
                  <a:pt x="534" y="464"/>
                  <a:pt x="571" y="426"/>
                  <a:pt x="571" y="352"/>
                </a:cubicBezTo>
                <a:cubicBezTo>
                  <a:pt x="571" y="329"/>
                  <a:pt x="559" y="304"/>
                  <a:pt x="534" y="276"/>
                </a:cubicBezTo>
                <a:cubicBezTo>
                  <a:pt x="509" y="249"/>
                  <a:pt x="497" y="225"/>
                  <a:pt x="497" y="204"/>
                </a:cubicBezTo>
                <a:cubicBezTo>
                  <a:pt x="497" y="169"/>
                  <a:pt x="511" y="140"/>
                  <a:pt x="538" y="116"/>
                </a:cubicBezTo>
                <a:close/>
              </a:path>
            </a:pathLst>
          </a:custGeom>
          <a:solidFill>
            <a:srgbClr val="01497C"/>
          </a:solidFill>
          <a:ln>
            <a:noFill/>
          </a:ln>
        </p:spPr>
        <p:txBody>
          <a:bodyPr vert="horz" wrap="square" lIns="123796" tIns="61898" rIns="123796" bIns="61898" numCol="1" anchor="t" anchorCtr="0" compatLnSpc="1">
            <a:prstTxWarp prst="textNoShape">
              <a:avLst/>
            </a:prstTxWarp>
          </a:bodyPr>
          <a:lstStyle/>
          <a:p>
            <a:endParaRPr lang="en-US" sz="1969">
              <a:solidFill>
                <a:schemeClr val="bg1"/>
              </a:solidFill>
              <a:latin typeface="+mn-ea"/>
            </a:endParaRPr>
          </a:p>
        </p:txBody>
      </p:sp>
      <p:sp>
        <p:nvSpPr>
          <p:cNvPr id="93" name="Freeform 47">
            <a:extLst>
              <a:ext uri="{FF2B5EF4-FFF2-40B4-BE49-F238E27FC236}">
                <a16:creationId xmlns:a16="http://schemas.microsoft.com/office/drawing/2014/main" id="{BC6F90CB-D256-31A8-AEE5-C5D423210F06}"/>
              </a:ext>
            </a:extLst>
          </p:cNvPr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 rot="10800000">
            <a:off x="6539395" y="3634910"/>
            <a:ext cx="271585" cy="209062"/>
          </a:xfrm>
          <a:custGeom>
            <a:avLst/>
            <a:gdLst>
              <a:gd name="T0" fmla="*/ 154 w 596"/>
              <a:gd name="T1" fmla="*/ 204 h 464"/>
              <a:gd name="T2" fmla="*/ 191 w 596"/>
              <a:gd name="T3" fmla="*/ 276 h 464"/>
              <a:gd name="T4" fmla="*/ 229 w 596"/>
              <a:gd name="T5" fmla="*/ 352 h 464"/>
              <a:gd name="T6" fmla="*/ 118 w 596"/>
              <a:gd name="T7" fmla="*/ 464 h 464"/>
              <a:gd name="T8" fmla="*/ 0 w 596"/>
              <a:gd name="T9" fmla="*/ 329 h 464"/>
              <a:gd name="T10" fmla="*/ 202 w 596"/>
              <a:gd name="T11" fmla="*/ 0 h 464"/>
              <a:gd name="T12" fmla="*/ 253 w 596"/>
              <a:gd name="T13" fmla="*/ 68 h 464"/>
              <a:gd name="T14" fmla="*/ 196 w 596"/>
              <a:gd name="T15" fmla="*/ 116 h 464"/>
              <a:gd name="T16" fmla="*/ 154 w 596"/>
              <a:gd name="T17" fmla="*/ 204 h 464"/>
              <a:gd name="T18" fmla="*/ 538 w 596"/>
              <a:gd name="T19" fmla="*/ 116 h 464"/>
              <a:gd name="T20" fmla="*/ 596 w 596"/>
              <a:gd name="T21" fmla="*/ 68 h 464"/>
              <a:gd name="T22" fmla="*/ 545 w 596"/>
              <a:gd name="T23" fmla="*/ 0 h 464"/>
              <a:gd name="T24" fmla="*/ 343 w 596"/>
              <a:gd name="T25" fmla="*/ 329 h 464"/>
              <a:gd name="T26" fmla="*/ 461 w 596"/>
              <a:gd name="T27" fmla="*/ 464 h 464"/>
              <a:gd name="T28" fmla="*/ 571 w 596"/>
              <a:gd name="T29" fmla="*/ 352 h 464"/>
              <a:gd name="T30" fmla="*/ 534 w 596"/>
              <a:gd name="T31" fmla="*/ 276 h 464"/>
              <a:gd name="T32" fmla="*/ 497 w 596"/>
              <a:gd name="T33" fmla="*/ 204 h 464"/>
              <a:gd name="T34" fmla="*/ 538 w 596"/>
              <a:gd name="T35" fmla="*/ 116 h 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96" h="464">
                <a:moveTo>
                  <a:pt x="154" y="204"/>
                </a:moveTo>
                <a:cubicBezTo>
                  <a:pt x="154" y="225"/>
                  <a:pt x="166" y="249"/>
                  <a:pt x="191" y="276"/>
                </a:cubicBezTo>
                <a:cubicBezTo>
                  <a:pt x="216" y="304"/>
                  <a:pt x="229" y="329"/>
                  <a:pt x="229" y="352"/>
                </a:cubicBezTo>
                <a:cubicBezTo>
                  <a:pt x="229" y="426"/>
                  <a:pt x="192" y="464"/>
                  <a:pt x="118" y="464"/>
                </a:cubicBezTo>
                <a:cubicBezTo>
                  <a:pt x="40" y="464"/>
                  <a:pt x="0" y="419"/>
                  <a:pt x="0" y="329"/>
                </a:cubicBezTo>
                <a:cubicBezTo>
                  <a:pt x="0" y="194"/>
                  <a:pt x="67" y="85"/>
                  <a:pt x="202" y="0"/>
                </a:cubicBezTo>
                <a:cubicBezTo>
                  <a:pt x="253" y="68"/>
                  <a:pt x="253" y="68"/>
                  <a:pt x="253" y="68"/>
                </a:cubicBezTo>
                <a:cubicBezTo>
                  <a:pt x="196" y="116"/>
                  <a:pt x="196" y="116"/>
                  <a:pt x="196" y="116"/>
                </a:cubicBezTo>
                <a:cubicBezTo>
                  <a:pt x="168" y="140"/>
                  <a:pt x="154" y="169"/>
                  <a:pt x="154" y="204"/>
                </a:cubicBezTo>
                <a:close/>
                <a:moveTo>
                  <a:pt x="538" y="116"/>
                </a:moveTo>
                <a:cubicBezTo>
                  <a:pt x="596" y="68"/>
                  <a:pt x="596" y="68"/>
                  <a:pt x="596" y="68"/>
                </a:cubicBezTo>
                <a:cubicBezTo>
                  <a:pt x="545" y="0"/>
                  <a:pt x="545" y="0"/>
                  <a:pt x="545" y="0"/>
                </a:cubicBezTo>
                <a:cubicBezTo>
                  <a:pt x="410" y="85"/>
                  <a:pt x="343" y="194"/>
                  <a:pt x="343" y="329"/>
                </a:cubicBezTo>
                <a:cubicBezTo>
                  <a:pt x="343" y="419"/>
                  <a:pt x="382" y="464"/>
                  <a:pt x="461" y="464"/>
                </a:cubicBezTo>
                <a:cubicBezTo>
                  <a:pt x="534" y="464"/>
                  <a:pt x="571" y="426"/>
                  <a:pt x="571" y="352"/>
                </a:cubicBezTo>
                <a:cubicBezTo>
                  <a:pt x="571" y="329"/>
                  <a:pt x="559" y="304"/>
                  <a:pt x="534" y="276"/>
                </a:cubicBezTo>
                <a:cubicBezTo>
                  <a:pt x="509" y="249"/>
                  <a:pt x="497" y="225"/>
                  <a:pt x="497" y="204"/>
                </a:cubicBezTo>
                <a:cubicBezTo>
                  <a:pt x="497" y="169"/>
                  <a:pt x="511" y="140"/>
                  <a:pt x="538" y="116"/>
                </a:cubicBezTo>
                <a:close/>
              </a:path>
            </a:pathLst>
          </a:custGeom>
          <a:solidFill>
            <a:srgbClr val="01497C"/>
          </a:solidFill>
          <a:ln>
            <a:noFill/>
          </a:ln>
        </p:spPr>
        <p:txBody>
          <a:bodyPr vert="horz" wrap="square" lIns="123796" tIns="61898" rIns="123796" bIns="61898" numCol="1" anchor="t" anchorCtr="0" compatLnSpc="1">
            <a:prstTxWarp prst="textNoShape">
              <a:avLst/>
            </a:prstTxWarp>
          </a:bodyPr>
          <a:lstStyle/>
          <a:p>
            <a:endParaRPr lang="en-US" sz="1969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F17F66CA-D0DA-5A31-7A15-D08907369FC5}"/>
              </a:ext>
            </a:extLst>
          </p:cNvPr>
          <p:cNvGrpSpPr/>
          <p:nvPr/>
        </p:nvGrpSpPr>
        <p:grpSpPr>
          <a:xfrm>
            <a:off x="5963380" y="4329496"/>
            <a:ext cx="771818" cy="407931"/>
            <a:chOff x="2712998" y="-836501"/>
            <a:chExt cx="1001194" cy="386531"/>
          </a:xfrm>
          <a:solidFill>
            <a:schemeClr val="accent1"/>
          </a:solidFill>
        </p:grpSpPr>
        <p:sp>
          <p:nvSpPr>
            <p:cNvPr id="120" name="Google Shape;9011;p60">
              <a:extLst>
                <a:ext uri="{FF2B5EF4-FFF2-40B4-BE49-F238E27FC236}">
                  <a16:creationId xmlns:a16="http://schemas.microsoft.com/office/drawing/2014/main" id="{6BB2747D-F322-3B93-5EE6-AF630BFC5356}"/>
                </a:ext>
              </a:extLst>
            </p:cNvPr>
            <p:cNvSpPr/>
            <p:nvPr/>
          </p:nvSpPr>
          <p:spPr>
            <a:xfrm>
              <a:off x="2712998" y="-836501"/>
              <a:ext cx="130490" cy="386531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2523" tIns="112523" rIns="112523" bIns="112523" anchor="ctr" anchorCtr="0">
              <a:noAutofit/>
            </a:bodyPr>
            <a:lstStyle/>
            <a:p>
              <a:endParaRPr sz="2215" spc="-37"/>
            </a:p>
          </p:txBody>
        </p:sp>
        <p:sp>
          <p:nvSpPr>
            <p:cNvPr id="121" name="Google Shape;9012;p60">
              <a:extLst>
                <a:ext uri="{FF2B5EF4-FFF2-40B4-BE49-F238E27FC236}">
                  <a16:creationId xmlns:a16="http://schemas.microsoft.com/office/drawing/2014/main" id="{055B8308-81B1-D22D-3DCA-4A3858945D3D}"/>
                </a:ext>
              </a:extLst>
            </p:cNvPr>
            <p:cNvSpPr/>
            <p:nvPr/>
          </p:nvSpPr>
          <p:spPr>
            <a:xfrm>
              <a:off x="2887136" y="-836501"/>
              <a:ext cx="130490" cy="386531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2523" tIns="112523" rIns="112523" bIns="112523" anchor="ctr" anchorCtr="0">
              <a:noAutofit/>
            </a:bodyPr>
            <a:lstStyle/>
            <a:p>
              <a:endParaRPr sz="2215" spc="-37"/>
            </a:p>
          </p:txBody>
        </p:sp>
        <p:sp>
          <p:nvSpPr>
            <p:cNvPr id="122" name="Google Shape;9013;p60">
              <a:extLst>
                <a:ext uri="{FF2B5EF4-FFF2-40B4-BE49-F238E27FC236}">
                  <a16:creationId xmlns:a16="http://schemas.microsoft.com/office/drawing/2014/main" id="{50B41E9B-6628-C6FC-D137-2A0BD9760983}"/>
                </a:ext>
              </a:extLst>
            </p:cNvPr>
            <p:cNvSpPr/>
            <p:nvPr/>
          </p:nvSpPr>
          <p:spPr>
            <a:xfrm>
              <a:off x="3061274" y="-836501"/>
              <a:ext cx="130490" cy="386531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1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81" y="1"/>
                    <a:pt x="7937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2523" tIns="112523" rIns="112523" bIns="112523" anchor="ctr" anchorCtr="0">
              <a:noAutofit/>
            </a:bodyPr>
            <a:lstStyle/>
            <a:p>
              <a:endParaRPr sz="2215" spc="-37"/>
            </a:p>
          </p:txBody>
        </p:sp>
        <p:sp>
          <p:nvSpPr>
            <p:cNvPr id="123" name="Google Shape;9014;p60">
              <a:extLst>
                <a:ext uri="{FF2B5EF4-FFF2-40B4-BE49-F238E27FC236}">
                  <a16:creationId xmlns:a16="http://schemas.microsoft.com/office/drawing/2014/main" id="{88F00E15-9A77-BD16-7B8C-25EFEAB32E63}"/>
                </a:ext>
              </a:extLst>
            </p:cNvPr>
            <p:cNvSpPr/>
            <p:nvPr/>
          </p:nvSpPr>
          <p:spPr>
            <a:xfrm>
              <a:off x="3235412" y="-836501"/>
              <a:ext cx="130506" cy="386531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7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7" y="37890"/>
                    <a:pt x="621" y="37890"/>
                  </a:cubicBezTo>
                  <a:lnTo>
                    <a:pt x="7937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37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2523" tIns="112523" rIns="112523" bIns="112523" anchor="ctr" anchorCtr="0">
              <a:noAutofit/>
            </a:bodyPr>
            <a:lstStyle/>
            <a:p>
              <a:endParaRPr sz="2215" spc="-37"/>
            </a:p>
          </p:txBody>
        </p:sp>
        <p:sp>
          <p:nvSpPr>
            <p:cNvPr id="124" name="Google Shape;9015;p60">
              <a:extLst>
                <a:ext uri="{FF2B5EF4-FFF2-40B4-BE49-F238E27FC236}">
                  <a16:creationId xmlns:a16="http://schemas.microsoft.com/office/drawing/2014/main" id="{46C1FA8C-AF95-BBE6-655B-6A6EBFEA36E8}"/>
                </a:ext>
              </a:extLst>
            </p:cNvPr>
            <p:cNvSpPr/>
            <p:nvPr/>
          </p:nvSpPr>
          <p:spPr>
            <a:xfrm>
              <a:off x="3409566" y="-836501"/>
              <a:ext cx="130490" cy="386388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6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grpFill/>
            <a:ln w="31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2523" tIns="112523" rIns="112523" bIns="112523" anchor="ctr" anchorCtr="0">
              <a:noAutofit/>
            </a:bodyPr>
            <a:lstStyle/>
            <a:p>
              <a:endParaRPr sz="2215" spc="-37"/>
            </a:p>
          </p:txBody>
        </p:sp>
        <p:sp>
          <p:nvSpPr>
            <p:cNvPr id="125" name="Google Shape;9016;p60">
              <a:extLst>
                <a:ext uri="{FF2B5EF4-FFF2-40B4-BE49-F238E27FC236}">
                  <a16:creationId xmlns:a16="http://schemas.microsoft.com/office/drawing/2014/main" id="{CAF4CBAA-9E2F-8F77-CDDA-32FC695E053C}"/>
                </a:ext>
              </a:extLst>
            </p:cNvPr>
            <p:cNvSpPr/>
            <p:nvPr/>
          </p:nvSpPr>
          <p:spPr>
            <a:xfrm>
              <a:off x="3583702" y="-836501"/>
              <a:ext cx="130490" cy="386531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noFill/>
            <a:ln w="31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2523" tIns="112523" rIns="112523" bIns="112523" anchor="ctr" anchorCtr="0">
              <a:noAutofit/>
            </a:bodyPr>
            <a:lstStyle/>
            <a:p>
              <a:endParaRPr sz="2215" spc="-37"/>
            </a:p>
          </p:txBody>
        </p:sp>
      </p:grpSp>
    </p:spTree>
    <p:extLst>
      <p:ext uri="{BB962C8B-B14F-4D97-AF65-F5344CB8AC3E}">
        <p14:creationId xmlns:p14="http://schemas.microsoft.com/office/powerpoint/2010/main" val="42445366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: Rounded Corners 18">
            <a:extLst>
              <a:ext uri="{FF2B5EF4-FFF2-40B4-BE49-F238E27FC236}">
                <a16:creationId xmlns:a16="http://schemas.microsoft.com/office/drawing/2014/main" id="{ABE4535C-6EB8-C861-8D88-F1167DFCC487}"/>
              </a:ext>
            </a:extLst>
          </p:cNvPr>
          <p:cNvSpPr/>
          <p:nvPr/>
        </p:nvSpPr>
        <p:spPr>
          <a:xfrm>
            <a:off x="7301176" y="2681271"/>
            <a:ext cx="4621225" cy="191965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algn="ctr" rotWithShape="0">
              <a:prstClr val="black">
                <a:alpha val="20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rnd" cmpd="sng" algn="ctr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125444" latinLnBrk="0">
              <a:defRPr/>
            </a:pPr>
            <a:endParaRPr lang="en-US" sz="1723">
              <a:solidFill>
                <a:srgbClr val="29BA74"/>
              </a:solidFill>
            </a:endParaRPr>
          </a:p>
        </p:txBody>
      </p:sp>
      <p:sp>
        <p:nvSpPr>
          <p:cNvPr id="64" name="화살표: 오각형 63">
            <a:extLst>
              <a:ext uri="{FF2B5EF4-FFF2-40B4-BE49-F238E27FC236}">
                <a16:creationId xmlns:a16="http://schemas.microsoft.com/office/drawing/2014/main" id="{9FE1F403-1B09-D138-8FBB-50BF401CB178}"/>
              </a:ext>
            </a:extLst>
          </p:cNvPr>
          <p:cNvSpPr/>
          <p:nvPr/>
        </p:nvSpPr>
        <p:spPr>
          <a:xfrm>
            <a:off x="10733127" y="3181732"/>
            <a:ext cx="1124441" cy="369893"/>
          </a:xfrm>
          <a:prstGeom prst="homePlate">
            <a:avLst>
              <a:gd name="adj" fmla="val 24547"/>
            </a:avLst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가나다</a:t>
            </a:r>
          </a:p>
        </p:txBody>
      </p:sp>
      <p:sp>
        <p:nvSpPr>
          <p:cNvPr id="63" name="화살표: 오각형 62">
            <a:extLst>
              <a:ext uri="{FF2B5EF4-FFF2-40B4-BE49-F238E27FC236}">
                <a16:creationId xmlns:a16="http://schemas.microsoft.com/office/drawing/2014/main" id="{FBEB97F5-9DB2-CB7C-197C-A3C08E26270A}"/>
              </a:ext>
            </a:extLst>
          </p:cNvPr>
          <p:cNvSpPr/>
          <p:nvPr/>
        </p:nvSpPr>
        <p:spPr>
          <a:xfrm>
            <a:off x="9712054" y="3181734"/>
            <a:ext cx="1124441" cy="369893"/>
          </a:xfrm>
          <a:prstGeom prst="homePlate">
            <a:avLst>
              <a:gd name="adj" fmla="val 24547"/>
            </a:avLst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가나다</a:t>
            </a:r>
          </a:p>
        </p:txBody>
      </p:sp>
      <p:sp>
        <p:nvSpPr>
          <p:cNvPr id="62" name="화살표: 오각형 61">
            <a:extLst>
              <a:ext uri="{FF2B5EF4-FFF2-40B4-BE49-F238E27FC236}">
                <a16:creationId xmlns:a16="http://schemas.microsoft.com/office/drawing/2014/main" id="{A75A2B5B-0483-62D4-C4E6-6BDB76278C88}"/>
              </a:ext>
            </a:extLst>
          </p:cNvPr>
          <p:cNvSpPr/>
          <p:nvPr/>
        </p:nvSpPr>
        <p:spPr>
          <a:xfrm>
            <a:off x="8624315" y="3181734"/>
            <a:ext cx="1191106" cy="369893"/>
          </a:xfrm>
          <a:prstGeom prst="homePlate">
            <a:avLst>
              <a:gd name="adj" fmla="val 24547"/>
            </a:avLst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가나다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E53BB2C-A4C7-8FBB-A465-D7C378654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각종 </a:t>
            </a:r>
            <a:r>
              <a:rPr lang="en-US" altLang="ko-KR" dirty="0"/>
              <a:t>Sample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1CE7A-6E97-2BF4-2341-705332AF82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5F1235-1F48-DF5A-6D03-F726D11808E4}"/>
              </a:ext>
            </a:extLst>
          </p:cNvPr>
          <p:cNvSpPr/>
          <p:nvPr/>
        </p:nvSpPr>
        <p:spPr>
          <a:xfrm>
            <a:off x="3002024" y="1346474"/>
            <a:ext cx="1767724" cy="3484495"/>
          </a:xfrm>
          <a:prstGeom prst="rect">
            <a:avLst/>
          </a:prstGeom>
          <a:solidFill>
            <a:srgbClr val="F2F2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15">
              <a:solidFill>
                <a:prstClr val="white"/>
              </a:solidFill>
              <a:latin typeface="Pretendard"/>
              <a:ea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5B1D54-3895-1A9A-A949-37491A3EAD6C}"/>
              </a:ext>
            </a:extLst>
          </p:cNvPr>
          <p:cNvSpPr/>
          <p:nvPr/>
        </p:nvSpPr>
        <p:spPr>
          <a:xfrm>
            <a:off x="366879" y="1346474"/>
            <a:ext cx="2578832" cy="3484495"/>
          </a:xfrm>
          <a:prstGeom prst="rect">
            <a:avLst/>
          </a:prstGeom>
          <a:solidFill>
            <a:srgbClr val="DFEDF3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15">
              <a:solidFill>
                <a:prstClr val="white"/>
              </a:solidFill>
              <a:latin typeface="Pretendard"/>
              <a:ea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6FDF7A-C355-79BE-568D-213FC9E676B8}"/>
              </a:ext>
            </a:extLst>
          </p:cNvPr>
          <p:cNvSpPr txBox="1"/>
          <p:nvPr/>
        </p:nvSpPr>
        <p:spPr>
          <a:xfrm>
            <a:off x="759194" y="3807246"/>
            <a:ext cx="703385" cy="281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25444">
              <a:defRPr/>
            </a:pPr>
            <a:r>
              <a:rPr lang="en-US" altLang="ko-KR" sz="1231" b="1">
                <a:solidFill>
                  <a:prstClr val="black"/>
                </a:solidFill>
                <a:latin typeface="Pretendard"/>
                <a:ea typeface="Pretendard"/>
              </a:rPr>
              <a:t>126</a:t>
            </a:r>
            <a:endParaRPr lang="ko-KR" altLang="en-US" sz="1231" b="1">
              <a:solidFill>
                <a:prstClr val="black"/>
              </a:solidFill>
              <a:latin typeface="Pretendard"/>
              <a:ea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9984EC-062B-E036-F8E2-9B86E7BDBBD7}"/>
              </a:ext>
            </a:extLst>
          </p:cNvPr>
          <p:cNvSpPr txBox="1"/>
          <p:nvPr/>
        </p:nvSpPr>
        <p:spPr>
          <a:xfrm>
            <a:off x="1560573" y="3781970"/>
            <a:ext cx="703385" cy="281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25444">
              <a:defRPr/>
            </a:pPr>
            <a:r>
              <a:rPr lang="en-US" altLang="ko-KR" sz="1231" b="1">
                <a:solidFill>
                  <a:prstClr val="black"/>
                </a:solidFill>
                <a:latin typeface="Pretendard"/>
                <a:ea typeface="Pretendard"/>
              </a:rPr>
              <a:t>175</a:t>
            </a:r>
            <a:endParaRPr lang="ko-KR" altLang="en-US" sz="1231" b="1">
              <a:solidFill>
                <a:prstClr val="black"/>
              </a:solidFill>
              <a:latin typeface="Pretendard"/>
              <a:ea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F59C9A-0ED6-10A4-4467-85A61A9687A7}"/>
              </a:ext>
            </a:extLst>
          </p:cNvPr>
          <p:cNvSpPr txBox="1"/>
          <p:nvPr/>
        </p:nvSpPr>
        <p:spPr>
          <a:xfrm>
            <a:off x="3086160" y="2973643"/>
            <a:ext cx="703385" cy="281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25444">
              <a:defRPr/>
            </a:pPr>
            <a:r>
              <a:rPr lang="en-US" altLang="ko-KR" sz="1231" b="1">
                <a:solidFill>
                  <a:prstClr val="black"/>
                </a:solidFill>
                <a:latin typeface="Pretendard"/>
                <a:ea typeface="Pretendard"/>
              </a:rPr>
              <a:t>1,138</a:t>
            </a:r>
            <a:endParaRPr lang="ko-KR" altLang="en-US" sz="1231" b="1">
              <a:solidFill>
                <a:prstClr val="black"/>
              </a:solidFill>
              <a:latin typeface="Pretendard"/>
              <a:ea typeface="Pretendar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323204-83FE-B243-CABC-4B627C19AE40}"/>
              </a:ext>
            </a:extLst>
          </p:cNvPr>
          <p:cNvSpPr txBox="1"/>
          <p:nvPr/>
        </p:nvSpPr>
        <p:spPr>
          <a:xfrm>
            <a:off x="3860321" y="1762094"/>
            <a:ext cx="703385" cy="281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25444">
              <a:defRPr/>
            </a:pPr>
            <a:r>
              <a:rPr lang="en-US" altLang="ko-KR" sz="1231" b="1">
                <a:solidFill>
                  <a:prstClr val="black"/>
                </a:solidFill>
                <a:latin typeface="Pretendard"/>
                <a:ea typeface="Pretendard"/>
              </a:rPr>
              <a:t>2,396</a:t>
            </a:r>
            <a:endParaRPr lang="ko-KR" altLang="en-US" sz="1231" b="1">
              <a:solidFill>
                <a:prstClr val="black"/>
              </a:solidFill>
              <a:latin typeface="Pretendard"/>
              <a:ea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E4FC2D-A12C-CA03-D66F-D27C8650843D}"/>
              </a:ext>
            </a:extLst>
          </p:cNvPr>
          <p:cNvSpPr txBox="1"/>
          <p:nvPr/>
        </p:nvSpPr>
        <p:spPr>
          <a:xfrm>
            <a:off x="2317574" y="3565866"/>
            <a:ext cx="703385" cy="281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25444">
              <a:defRPr/>
            </a:pPr>
            <a:r>
              <a:rPr lang="en-US" altLang="ko-KR" sz="1231" b="1" dirty="0">
                <a:solidFill>
                  <a:prstClr val="black"/>
                </a:solidFill>
                <a:latin typeface="Pretendard"/>
                <a:ea typeface="Pretendard"/>
              </a:rPr>
              <a:t>396</a:t>
            </a:r>
            <a:endParaRPr lang="ko-KR" altLang="en-US" sz="1231" b="1" dirty="0">
              <a:solidFill>
                <a:prstClr val="black"/>
              </a:solidFill>
              <a:latin typeface="Pretendard"/>
              <a:ea typeface="Pretendard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BCD4C38-2680-5B84-F079-E968D8CFCAC5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988867" y="1902966"/>
            <a:ext cx="2871454" cy="1829741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35821A69-7FBB-9355-2A9B-FE2C1FBA1FD5}"/>
              </a:ext>
            </a:extLst>
          </p:cNvPr>
          <p:cNvSpPr/>
          <p:nvPr/>
        </p:nvSpPr>
        <p:spPr>
          <a:xfrm rot="19737021">
            <a:off x="1982107" y="2440709"/>
            <a:ext cx="1087079" cy="357909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1125444">
              <a:defRPr/>
            </a:pPr>
            <a:r>
              <a:rPr lang="en-US" altLang="ko-KR" sz="985" b="1">
                <a:solidFill>
                  <a:prstClr val="black">
                    <a:lumMod val="50000"/>
                    <a:lumOff val="50000"/>
                  </a:prstClr>
                </a:solidFill>
                <a:latin typeface="Pretendard"/>
                <a:ea typeface="Pretendard"/>
                <a:cs typeface="Pretendard" panose="02000503000000020004" pitchFamily="50" charset="-127"/>
              </a:rPr>
              <a:t>CAGR 19%</a:t>
            </a:r>
            <a:endParaRPr lang="ko-KR" altLang="en-US" sz="985" b="1">
              <a:solidFill>
                <a:prstClr val="black">
                  <a:lumMod val="50000"/>
                  <a:lumOff val="50000"/>
                </a:prstClr>
              </a:solidFill>
              <a:latin typeface="Pretendard"/>
              <a:ea typeface="Pretendard"/>
              <a:cs typeface="Pretendard" panose="0200050300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6897F85-6C70-21AB-3737-1B8AAF1AC1F3}"/>
              </a:ext>
            </a:extLst>
          </p:cNvPr>
          <p:cNvSpPr/>
          <p:nvPr/>
        </p:nvSpPr>
        <p:spPr>
          <a:xfrm>
            <a:off x="847943" y="1398334"/>
            <a:ext cx="1570654" cy="35767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r>
              <a:rPr lang="ko-KR" altLang="en-US" sz="1292" b="1" i="1" dirty="0">
                <a:solidFill>
                  <a:prstClr val="black"/>
                </a:solidFill>
                <a:latin typeface="Pretendard" panose="02000503000000020004" pitchFamily="50" charset="-127"/>
                <a:ea typeface="Pretendard"/>
              </a:rPr>
              <a:t>제목제목제목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420844A-C1D6-39EE-84CC-5F164D968FE9}"/>
              </a:ext>
            </a:extLst>
          </p:cNvPr>
          <p:cNvSpPr/>
          <p:nvPr/>
        </p:nvSpPr>
        <p:spPr>
          <a:xfrm>
            <a:off x="3054362" y="1398334"/>
            <a:ext cx="1570654" cy="35767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r>
              <a:rPr lang="en-US" altLang="ko-KR" sz="1292" b="1" i="1" dirty="0">
                <a:solidFill>
                  <a:prstClr val="black"/>
                </a:solidFill>
                <a:latin typeface="Pretendard" panose="02000503000000020004" pitchFamily="50" charset="-127"/>
                <a:ea typeface="Pretendard"/>
              </a:rPr>
              <a:t>SUBJECT</a:t>
            </a:r>
            <a:endParaRPr lang="ko-KR" altLang="en-US" sz="1292" b="1" i="1" dirty="0">
              <a:solidFill>
                <a:prstClr val="black"/>
              </a:solidFill>
              <a:latin typeface="Pretendard" panose="02000503000000020004" pitchFamily="50" charset="-127"/>
              <a:ea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CBE66A-D7F0-E995-DB96-CAF2C9BC74B9}"/>
              </a:ext>
            </a:extLst>
          </p:cNvPr>
          <p:cNvSpPr txBox="1"/>
          <p:nvPr/>
        </p:nvSpPr>
        <p:spPr>
          <a:xfrm>
            <a:off x="1108636" y="1839074"/>
            <a:ext cx="1115926" cy="291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125444">
              <a:defRPr/>
            </a:pPr>
            <a:r>
              <a:rPr lang="en-US" altLang="ko-KR" sz="1292" b="1" dirty="0">
                <a:solidFill>
                  <a:schemeClr val="accent6"/>
                </a:solidFill>
                <a:latin typeface="Pretendard"/>
                <a:ea typeface="Pretendard"/>
              </a:rPr>
              <a:t>“/////////” 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CB7C012-BD1F-F332-7AD7-290D82F5AA0B}"/>
              </a:ext>
            </a:extLst>
          </p:cNvPr>
          <p:cNvGrpSpPr/>
          <p:nvPr/>
        </p:nvGrpSpPr>
        <p:grpSpPr>
          <a:xfrm>
            <a:off x="374325" y="124125"/>
            <a:ext cx="4385639" cy="281855"/>
            <a:chOff x="1833384" y="1613194"/>
            <a:chExt cx="3178095" cy="229007"/>
          </a:xfrm>
        </p:grpSpPr>
        <p:sp>
          <p:nvSpPr>
            <p:cNvPr id="19" name="내용 개체 틀 2">
              <a:extLst>
                <a:ext uri="{FF2B5EF4-FFF2-40B4-BE49-F238E27FC236}">
                  <a16:creationId xmlns:a16="http://schemas.microsoft.com/office/drawing/2014/main" id="{34069637-FCD0-B4CE-DEBE-7344DB79A8D8}"/>
                </a:ext>
              </a:extLst>
            </p:cNvPr>
            <p:cNvSpPr txBox="1">
              <a:spLocks/>
            </p:cNvSpPr>
            <p:nvPr/>
          </p:nvSpPr>
          <p:spPr>
            <a:xfrm>
              <a:off x="1843915" y="1613194"/>
              <a:ext cx="3167564" cy="184686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 defTabSz="1125444">
                <a:buNone/>
                <a:defRPr/>
              </a:pPr>
              <a:r>
                <a:rPr lang="en-US" altLang="ko-KR" sz="1477" b="1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Global Feedstock </a:t>
              </a:r>
              <a:r>
                <a:rPr lang="ko-KR" altLang="en-US" sz="1477" b="1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발생량</a:t>
              </a:r>
              <a:r>
                <a:rPr lang="en-US" altLang="ko-KR" sz="1477" b="1" baseline="30000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</a:t>
              </a:r>
              <a:endParaRPr lang="ko-KR" altLang="en-US" sz="1477" b="1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BA8681F0-0AC7-E40E-D7EA-5780D19D0DE4}"/>
                </a:ext>
              </a:extLst>
            </p:cNvPr>
            <p:cNvCxnSpPr/>
            <p:nvPr/>
          </p:nvCxnSpPr>
          <p:spPr>
            <a:xfrm>
              <a:off x="1833384" y="1842201"/>
              <a:ext cx="316756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B2E98B0-9ED8-9EDA-D65D-D5BC07B4E749}"/>
              </a:ext>
            </a:extLst>
          </p:cNvPr>
          <p:cNvSpPr txBox="1"/>
          <p:nvPr/>
        </p:nvSpPr>
        <p:spPr>
          <a:xfrm>
            <a:off x="4035641" y="386610"/>
            <a:ext cx="908501" cy="3186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defTabSz="1125444">
              <a:lnSpc>
                <a:spcPct val="150000"/>
              </a:lnSpc>
              <a:defRPr/>
            </a:pPr>
            <a:r>
              <a:rPr lang="en-US" altLang="ko-KR" sz="1108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[</a:t>
            </a:r>
            <a:r>
              <a:rPr lang="ko-KR" altLang="en-US" sz="1108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단위 </a:t>
            </a:r>
            <a:r>
              <a:rPr lang="en-US" altLang="ko-KR" sz="1108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: </a:t>
            </a:r>
            <a:r>
              <a:rPr lang="ko-KR" altLang="en-US" sz="1108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만 톤</a:t>
            </a:r>
            <a:r>
              <a:rPr lang="en-US" altLang="ko-KR" sz="1108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]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0805760-444A-E8E1-D5FF-DF3FE75EA00A}"/>
              </a:ext>
            </a:extLst>
          </p:cNvPr>
          <p:cNvGrpSpPr/>
          <p:nvPr/>
        </p:nvGrpSpPr>
        <p:grpSpPr>
          <a:xfrm>
            <a:off x="378965" y="611511"/>
            <a:ext cx="1572873" cy="184782"/>
            <a:chOff x="826864" y="2030792"/>
            <a:chExt cx="1277959" cy="150135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D18E40F-768D-293C-0172-271E2C26863F}"/>
                </a:ext>
              </a:extLst>
            </p:cNvPr>
            <p:cNvSpPr/>
            <p:nvPr/>
          </p:nvSpPr>
          <p:spPr>
            <a:xfrm>
              <a:off x="826864" y="2060181"/>
              <a:ext cx="111404" cy="9135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5444">
                <a:defRPr/>
              </a:pPr>
              <a:endParaRPr lang="ko-KR" altLang="en-US" sz="1969">
                <a:solidFill>
                  <a:schemeClr val="tx1"/>
                </a:solidFill>
                <a:latin typeface="Pretendard"/>
                <a:ea typeface="Pretendard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E4CB2D63-893C-FAA8-B727-A4CA9827E25B}"/>
                </a:ext>
              </a:extLst>
            </p:cNvPr>
            <p:cNvSpPr/>
            <p:nvPr/>
          </p:nvSpPr>
          <p:spPr>
            <a:xfrm>
              <a:off x="937887" y="2030792"/>
              <a:ext cx="1166936" cy="150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125444" latinLnBrk="0">
                <a:defRPr/>
              </a:pPr>
              <a:r>
                <a:rPr lang="en-US" altLang="ko-KR" sz="1108">
                  <a:solidFill>
                    <a:schemeClr val="tx1"/>
                  </a:solidFill>
                  <a:latin typeface="Pretendard"/>
                  <a:ea typeface="Pretendard"/>
                  <a:cs typeface="Pretendard" panose="02000503000000020004" pitchFamily="50" charset="-127"/>
                </a:rPr>
                <a:t>Cell Maker Scrap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9D665BD-A941-8AD4-D6CB-B4B97C0D51B5}"/>
              </a:ext>
            </a:extLst>
          </p:cNvPr>
          <p:cNvGrpSpPr/>
          <p:nvPr/>
        </p:nvGrpSpPr>
        <p:grpSpPr>
          <a:xfrm>
            <a:off x="378965" y="1077373"/>
            <a:ext cx="729671" cy="184782"/>
            <a:chOff x="826864" y="2501665"/>
            <a:chExt cx="592858" cy="150135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E4A6FC5-B7CC-8FF1-287F-7470EC41031C}"/>
                </a:ext>
              </a:extLst>
            </p:cNvPr>
            <p:cNvSpPr/>
            <p:nvPr/>
          </p:nvSpPr>
          <p:spPr>
            <a:xfrm>
              <a:off x="826864" y="2531054"/>
              <a:ext cx="111404" cy="9135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5444">
                <a:defRPr/>
              </a:pPr>
              <a:endParaRPr lang="ko-KR" altLang="en-US" sz="1969">
                <a:solidFill>
                  <a:schemeClr val="tx1"/>
                </a:solidFill>
                <a:latin typeface="Pretendard"/>
                <a:ea typeface="Pretendard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8C2B608-BDA0-A0C6-1113-04D5D724B036}"/>
                </a:ext>
              </a:extLst>
            </p:cNvPr>
            <p:cNvSpPr/>
            <p:nvPr/>
          </p:nvSpPr>
          <p:spPr>
            <a:xfrm>
              <a:off x="946766" y="2501665"/>
              <a:ext cx="472956" cy="150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125444" latinLnBrk="0">
                <a:defRPr/>
              </a:pPr>
              <a:r>
                <a:rPr lang="en-US" altLang="ko-KR" sz="1108">
                  <a:solidFill>
                    <a:schemeClr val="tx1"/>
                  </a:solidFill>
                  <a:latin typeface="Pretendard"/>
                  <a:ea typeface="Pretendard"/>
                  <a:cs typeface="Pretendard" panose="02000503000000020004" pitchFamily="50" charset="-127"/>
                </a:rPr>
                <a:t>EOLB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659E2B1-40DD-C06C-BE0C-8809D4F310B4}"/>
              </a:ext>
            </a:extLst>
          </p:cNvPr>
          <p:cNvGrpSpPr/>
          <p:nvPr/>
        </p:nvGrpSpPr>
        <p:grpSpPr>
          <a:xfrm>
            <a:off x="378966" y="844442"/>
            <a:ext cx="1183755" cy="184782"/>
            <a:chOff x="826864" y="2270707"/>
            <a:chExt cx="961801" cy="150135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41FB3F1-F3D9-D2A2-2E9A-3813E6B40937}"/>
                </a:ext>
              </a:extLst>
            </p:cNvPr>
            <p:cNvSpPr/>
            <p:nvPr/>
          </p:nvSpPr>
          <p:spPr>
            <a:xfrm>
              <a:off x="826864" y="2300096"/>
              <a:ext cx="111404" cy="9135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5444">
                <a:defRPr/>
              </a:pPr>
              <a:endParaRPr lang="ko-KR" altLang="en-US" sz="1969">
                <a:solidFill>
                  <a:schemeClr val="tx1"/>
                </a:solidFill>
                <a:latin typeface="Pretendard"/>
                <a:ea typeface="Pretendard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CCE68CF-8E9A-3255-7C01-A63D204BA55C}"/>
                </a:ext>
              </a:extLst>
            </p:cNvPr>
            <p:cNvSpPr/>
            <p:nvPr/>
          </p:nvSpPr>
          <p:spPr>
            <a:xfrm>
              <a:off x="939455" y="2270707"/>
              <a:ext cx="849210" cy="150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125444" latinLnBrk="0">
                <a:defRPr/>
              </a:pPr>
              <a:r>
                <a:rPr lang="en-US" altLang="ko-KR" sz="1108">
                  <a:solidFill>
                    <a:schemeClr val="tx1"/>
                  </a:solidFill>
                  <a:latin typeface="Pretendard"/>
                  <a:ea typeface="Pretendard"/>
                  <a:cs typeface="Pretendard" panose="02000503000000020004" pitchFamily="50" charset="-127"/>
                </a:rPr>
                <a:t>OEM Scrap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CADCBE7-ADD0-E099-209E-28329180B6BC}"/>
              </a:ext>
            </a:extLst>
          </p:cNvPr>
          <p:cNvGrpSpPr/>
          <p:nvPr/>
        </p:nvGrpSpPr>
        <p:grpSpPr>
          <a:xfrm>
            <a:off x="5303809" y="282195"/>
            <a:ext cx="2394731" cy="1903806"/>
            <a:chOff x="4198523" y="1019082"/>
            <a:chExt cx="3523859" cy="2784237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305CFBC-5953-0919-E533-8ACBD6FFDA48}"/>
                </a:ext>
              </a:extLst>
            </p:cNvPr>
            <p:cNvSpPr/>
            <p:nvPr/>
          </p:nvSpPr>
          <p:spPr>
            <a:xfrm>
              <a:off x="4198523" y="1103721"/>
              <a:ext cx="3523859" cy="2699598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5444">
                <a:defRPr/>
              </a:pPr>
              <a:endParaRPr lang="ko-KR" altLang="en-US" sz="2215">
                <a:solidFill>
                  <a:prstClr val="white"/>
                </a:solidFill>
                <a:latin typeface="Pretendard"/>
                <a:ea typeface="Pretendard"/>
              </a:endParaRPr>
            </a:p>
          </p:txBody>
        </p:sp>
        <p:sp>
          <p:nvSpPr>
            <p:cNvPr id="32" name="내용 개체 틀 2">
              <a:extLst>
                <a:ext uri="{FF2B5EF4-FFF2-40B4-BE49-F238E27FC236}">
                  <a16:creationId xmlns:a16="http://schemas.microsoft.com/office/drawing/2014/main" id="{57E4B91A-6D60-8464-CE99-234526CAC563}"/>
                </a:ext>
              </a:extLst>
            </p:cNvPr>
            <p:cNvSpPr txBox="1">
              <a:spLocks/>
            </p:cNvSpPr>
            <p:nvPr/>
          </p:nvSpPr>
          <p:spPr>
            <a:xfrm>
              <a:off x="5216014" y="1019082"/>
              <a:ext cx="1488873" cy="304762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 defTabSz="1125444">
                <a:buNone/>
                <a:defRPr/>
              </a:pPr>
              <a:r>
                <a:rPr lang="ko-KR" altLang="en-US" sz="1354" b="1" spc="-37" dirty="0">
                  <a:solidFill>
                    <a:prstClr val="black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글 박스</a:t>
              </a: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FFF4F969-C8A7-E982-C964-962C83A1B9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492" y="1882202"/>
            <a:ext cx="4329473" cy="2918831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7B7C43BD-1F96-D8F8-3B9C-9AB22BACC940}"/>
              </a:ext>
            </a:extLst>
          </p:cNvPr>
          <p:cNvSpPr/>
          <p:nvPr/>
        </p:nvSpPr>
        <p:spPr>
          <a:xfrm>
            <a:off x="8125265" y="318126"/>
            <a:ext cx="3636245" cy="1867874"/>
          </a:xfrm>
          <a:prstGeom prst="rect">
            <a:avLst/>
          </a:prstGeom>
          <a:solidFill>
            <a:srgbClr val="61A5C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457211" latinLnBrk="0"/>
            <a:endParaRPr lang="en-US" altLang="ko-KR" sz="1477" kern="0">
              <a:solidFill>
                <a:srgbClr val="01497C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C240F843-BEF7-B96B-5852-61A6110D5A6D}"/>
              </a:ext>
            </a:extLst>
          </p:cNvPr>
          <p:cNvSpPr txBox="1">
            <a:spLocks/>
          </p:cNvSpPr>
          <p:nvPr/>
        </p:nvSpPr>
        <p:spPr>
          <a:xfrm>
            <a:off x="8521641" y="523567"/>
            <a:ext cx="3024375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b="1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F3ECF91-80C3-EF22-6014-B45B4213373D}"/>
              </a:ext>
            </a:extLst>
          </p:cNvPr>
          <p:cNvSpPr/>
          <p:nvPr/>
        </p:nvSpPr>
        <p:spPr>
          <a:xfrm>
            <a:off x="8402776" y="516643"/>
            <a:ext cx="221538" cy="2215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54" b="1" dirty="0">
                <a:latin typeface="Pretendard" panose="02000503000000020004" pitchFamily="50" charset="-127"/>
                <a:ea typeface="Pretendard" panose="02000503000000020004" pitchFamily="50" charset="-127"/>
              </a:rPr>
              <a:t>1</a:t>
            </a:r>
            <a:endParaRPr lang="ko-KR" altLang="en-US" sz="1354" b="1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3" name="텍스트 개체 틀 2">
            <a:extLst>
              <a:ext uri="{FF2B5EF4-FFF2-40B4-BE49-F238E27FC236}">
                <a16:creationId xmlns:a16="http://schemas.microsoft.com/office/drawing/2014/main" id="{847C41F2-5E8D-0C94-8CC0-7D73D996EBEB}"/>
              </a:ext>
            </a:extLst>
          </p:cNvPr>
          <p:cNvSpPr txBox="1">
            <a:spLocks/>
          </p:cNvSpPr>
          <p:nvPr/>
        </p:nvSpPr>
        <p:spPr>
          <a:xfrm>
            <a:off x="8521641" y="1297504"/>
            <a:ext cx="3024375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b="1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46E5CDF-BE0B-AB40-A800-EA324E3C4393}"/>
              </a:ext>
            </a:extLst>
          </p:cNvPr>
          <p:cNvSpPr/>
          <p:nvPr/>
        </p:nvSpPr>
        <p:spPr>
          <a:xfrm>
            <a:off x="8402776" y="1290581"/>
            <a:ext cx="221538" cy="2215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54" b="1" dirty="0">
                <a:latin typeface="Pretendard" panose="02000503000000020004" pitchFamily="50" charset="-127"/>
                <a:ea typeface="Pretendard" panose="02000503000000020004" pitchFamily="50" charset="-127"/>
              </a:rPr>
              <a:t>2</a:t>
            </a:r>
            <a:endParaRPr lang="ko-KR" altLang="en-US" sz="1354" b="1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5" name="Rectangle: Rounded Corners 76">
            <a:extLst>
              <a:ext uri="{FF2B5EF4-FFF2-40B4-BE49-F238E27FC236}">
                <a16:creationId xmlns:a16="http://schemas.microsoft.com/office/drawing/2014/main" id="{27263F54-7477-AC65-AC4E-542686C84533}"/>
              </a:ext>
            </a:extLst>
          </p:cNvPr>
          <p:cNvSpPr/>
          <p:nvPr/>
        </p:nvSpPr>
        <p:spPr>
          <a:xfrm rot="16200000">
            <a:off x="4666767" y="3092422"/>
            <a:ext cx="2257058" cy="953902"/>
          </a:xfrm>
          <a:prstGeom prst="round2SameRect">
            <a:avLst>
              <a:gd name="adj1" fmla="val 2511"/>
              <a:gd name="adj2" fmla="val 0"/>
            </a:avLst>
          </a:prstGeom>
          <a:solidFill>
            <a:srgbClr val="DFEDF3">
              <a:alpha val="50196"/>
            </a:srgb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en-US" sz="1354" kern="0">
              <a:latin typeface="+mn-ea"/>
            </a:endParaRPr>
          </a:p>
        </p:txBody>
      </p:sp>
      <p:sp>
        <p:nvSpPr>
          <p:cNvPr id="48" name="Rectangle: Rounded Corners 80">
            <a:extLst>
              <a:ext uri="{FF2B5EF4-FFF2-40B4-BE49-F238E27FC236}">
                <a16:creationId xmlns:a16="http://schemas.microsoft.com/office/drawing/2014/main" id="{2DF613FF-9D5D-708D-F4CC-289662072B10}"/>
              </a:ext>
            </a:extLst>
          </p:cNvPr>
          <p:cNvSpPr/>
          <p:nvPr/>
        </p:nvSpPr>
        <p:spPr>
          <a:xfrm>
            <a:off x="5318341" y="4411170"/>
            <a:ext cx="961935" cy="323402"/>
          </a:xfrm>
          <a:prstGeom prst="rect">
            <a:avLst/>
          </a:prstGeom>
          <a:solidFill>
            <a:schemeClr val="accent5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54" b="1">
                <a:solidFill>
                  <a:srgbClr val="FFFFFF"/>
                </a:solidFill>
              </a:rPr>
              <a:t>회수</a:t>
            </a:r>
            <a:r>
              <a:rPr lang="en-US" altLang="ko-KR" sz="1354" b="1">
                <a:solidFill>
                  <a:srgbClr val="FFFFFF"/>
                </a:solidFill>
              </a:rPr>
              <a:t>/</a:t>
            </a:r>
            <a:r>
              <a:rPr lang="ko-KR" altLang="en-US" sz="1354" b="1">
                <a:solidFill>
                  <a:srgbClr val="FFFFFF"/>
                </a:solidFill>
              </a:rPr>
              <a:t>처리</a:t>
            </a:r>
          </a:p>
        </p:txBody>
      </p:sp>
      <p:cxnSp>
        <p:nvCxnSpPr>
          <p:cNvPr id="49" name="직선 화살표 연결선 505">
            <a:extLst>
              <a:ext uri="{FF2B5EF4-FFF2-40B4-BE49-F238E27FC236}">
                <a16:creationId xmlns:a16="http://schemas.microsoft.com/office/drawing/2014/main" id="{A50B6355-2AC8-9881-F8E2-B37DBB57A893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5799308" y="2654627"/>
            <a:ext cx="0" cy="1117248"/>
          </a:xfrm>
          <a:prstGeom prst="straightConnector1">
            <a:avLst/>
          </a:prstGeom>
          <a:ln w="31750" cap="rnd">
            <a:gradFill flip="none" rotWithShape="1">
              <a:gsLst>
                <a:gs pos="0">
                  <a:schemeClr val="accent1"/>
                </a:gs>
                <a:gs pos="86000">
                  <a:schemeClr val="accent5"/>
                </a:gs>
              </a:gsLst>
              <a:lin ang="5400000" scaled="1"/>
              <a:tileRect/>
            </a:gra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509">
            <a:extLst>
              <a:ext uri="{FF2B5EF4-FFF2-40B4-BE49-F238E27FC236}">
                <a16:creationId xmlns:a16="http://schemas.microsoft.com/office/drawing/2014/main" id="{472A34B1-0F8B-31BA-7D40-48375AD144D6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>
            <a:off x="5799308" y="4095277"/>
            <a:ext cx="0" cy="315894"/>
          </a:xfrm>
          <a:prstGeom prst="straightConnector1">
            <a:avLst/>
          </a:prstGeom>
          <a:ln w="31750" cap="rnd">
            <a:gradFill flip="none" rotWithShape="1">
              <a:gsLst>
                <a:gs pos="0">
                  <a:schemeClr val="accent1"/>
                </a:gs>
                <a:gs pos="86000">
                  <a:schemeClr val="accent5"/>
                </a:gs>
              </a:gsLst>
              <a:lin ang="5400000" scaled="1"/>
              <a:tileRect/>
            </a:gra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80">
            <a:extLst>
              <a:ext uri="{FF2B5EF4-FFF2-40B4-BE49-F238E27FC236}">
                <a16:creationId xmlns:a16="http://schemas.microsoft.com/office/drawing/2014/main" id="{4424633F-4DAD-D1E5-B491-D6F4519D3B03}"/>
              </a:ext>
            </a:extLst>
          </p:cNvPr>
          <p:cNvSpPr/>
          <p:nvPr/>
        </p:nvSpPr>
        <p:spPr>
          <a:xfrm>
            <a:off x="5318341" y="3771875"/>
            <a:ext cx="961935" cy="323402"/>
          </a:xfrm>
          <a:prstGeom prst="rect">
            <a:avLst/>
          </a:prstGeom>
          <a:solidFill>
            <a:schemeClr val="accent5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54" b="1">
                <a:solidFill>
                  <a:srgbClr val="FFFFFF"/>
                </a:solidFill>
              </a:rPr>
              <a:t>유지</a:t>
            </a:r>
            <a:r>
              <a:rPr lang="en-US" altLang="ko-KR" sz="1354" b="1">
                <a:solidFill>
                  <a:srgbClr val="FFFFFF"/>
                </a:solidFill>
              </a:rPr>
              <a:t>/</a:t>
            </a:r>
            <a:r>
              <a:rPr lang="ko-KR" altLang="en-US" sz="1354" b="1">
                <a:solidFill>
                  <a:srgbClr val="FFFFFF"/>
                </a:solidFill>
              </a:rPr>
              <a:t>보수</a:t>
            </a:r>
          </a:p>
        </p:txBody>
      </p:sp>
      <p:sp>
        <p:nvSpPr>
          <p:cNvPr id="46" name="Rectangle: Rounded Corners 80">
            <a:extLst>
              <a:ext uri="{FF2B5EF4-FFF2-40B4-BE49-F238E27FC236}">
                <a16:creationId xmlns:a16="http://schemas.microsoft.com/office/drawing/2014/main" id="{A7B959F5-19AF-131C-3091-B5A3A078A31D}"/>
              </a:ext>
            </a:extLst>
          </p:cNvPr>
          <p:cNvSpPr/>
          <p:nvPr/>
        </p:nvSpPr>
        <p:spPr>
          <a:xfrm>
            <a:off x="5318341" y="2331225"/>
            <a:ext cx="961935" cy="323402"/>
          </a:xfrm>
          <a:prstGeom prst="rect">
            <a:avLst/>
          </a:prstGeom>
          <a:solidFill>
            <a:schemeClr val="accent5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54" b="1" dirty="0">
                <a:solidFill>
                  <a:srgbClr val="FFFFFF"/>
                </a:solidFill>
              </a:rPr>
              <a:t>기기 공급</a:t>
            </a:r>
          </a:p>
        </p:txBody>
      </p:sp>
      <p:sp>
        <p:nvSpPr>
          <p:cNvPr id="52" name="Oval 20">
            <a:extLst>
              <a:ext uri="{FF2B5EF4-FFF2-40B4-BE49-F238E27FC236}">
                <a16:creationId xmlns:a16="http://schemas.microsoft.com/office/drawing/2014/main" id="{2867627F-FD74-BC90-4A8A-CC9C62511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4407" y="2326809"/>
            <a:ext cx="354462" cy="354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>
              <a:buSzPts val="1600"/>
            </a:pPr>
            <a:r>
              <a:rPr lang="en-US" sz="1354">
                <a:solidFill>
                  <a:schemeClr val="bg1"/>
                </a:solidFill>
                <a:ea typeface="카이겐고딕 KR Medium" panose="020B0602020203020207" pitchFamily="34" charset="-128"/>
              </a:rPr>
              <a:t>H</a:t>
            </a:r>
          </a:p>
        </p:txBody>
      </p:sp>
      <p:sp>
        <p:nvSpPr>
          <p:cNvPr id="53" name="Oval 20">
            <a:extLst>
              <a:ext uri="{FF2B5EF4-FFF2-40B4-BE49-F238E27FC236}">
                <a16:creationId xmlns:a16="http://schemas.microsoft.com/office/drawing/2014/main" id="{6C6AFFA1-9B32-3A3C-CAAC-DF94C8A0B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4407" y="4395640"/>
            <a:ext cx="354462" cy="354462"/>
          </a:xfrm>
          <a:prstGeom prst="ellipse">
            <a:avLst/>
          </a:prstGeom>
          <a:solidFill>
            <a:srgbClr val="E71C57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>
              <a:buSzPts val="1600"/>
            </a:pPr>
            <a:r>
              <a:rPr lang="en-US" sz="1354">
                <a:solidFill>
                  <a:schemeClr val="bg1"/>
                </a:solidFill>
                <a:ea typeface="카이겐고딕 KR Medium" panose="020B0602020203020207" pitchFamily="34" charset="-128"/>
              </a:rPr>
              <a:t>L</a:t>
            </a:r>
          </a:p>
        </p:txBody>
      </p:sp>
      <p:sp>
        <p:nvSpPr>
          <p:cNvPr id="54" name="Oval 20">
            <a:extLst>
              <a:ext uri="{FF2B5EF4-FFF2-40B4-BE49-F238E27FC236}">
                <a16:creationId xmlns:a16="http://schemas.microsoft.com/office/drawing/2014/main" id="{AED88CBA-3F7C-CA7A-5A77-43809FD22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9816" y="3361225"/>
            <a:ext cx="354462" cy="35446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>
              <a:buSzPts val="1600"/>
            </a:pPr>
            <a:r>
              <a:rPr lang="en-US" sz="1354" dirty="0">
                <a:solidFill>
                  <a:schemeClr val="bg1"/>
                </a:solidFill>
                <a:ea typeface="카이겐고딕 KR Medium" panose="020B0602020203020207" pitchFamily="34" charset="-128"/>
              </a:rPr>
              <a:t>M</a:t>
            </a:r>
          </a:p>
        </p:txBody>
      </p:sp>
      <p:sp>
        <p:nvSpPr>
          <p:cNvPr id="55" name="Freeform: Shape 17">
            <a:extLst>
              <a:ext uri="{FF2B5EF4-FFF2-40B4-BE49-F238E27FC236}">
                <a16:creationId xmlns:a16="http://schemas.microsoft.com/office/drawing/2014/main" id="{12A5B519-029F-A436-3617-A897D1338B1B}"/>
              </a:ext>
            </a:extLst>
          </p:cNvPr>
          <p:cNvSpPr/>
          <p:nvPr/>
        </p:nvSpPr>
        <p:spPr>
          <a:xfrm>
            <a:off x="7301174" y="2386668"/>
            <a:ext cx="3066129" cy="355388"/>
          </a:xfrm>
          <a:custGeom>
            <a:avLst/>
            <a:gdLst>
              <a:gd name="connsiteX0" fmla="*/ 104746 w 3799207"/>
              <a:gd name="connsiteY0" fmla="*/ 0 h 628462"/>
              <a:gd name="connsiteX1" fmla="*/ 580897 w 3799207"/>
              <a:gd name="connsiteY1" fmla="*/ 0 h 628462"/>
              <a:gd name="connsiteX2" fmla="*/ 2981253 w 3799207"/>
              <a:gd name="connsiteY2" fmla="*/ 0 h 628462"/>
              <a:gd name="connsiteX3" fmla="*/ 3457404 w 3799207"/>
              <a:gd name="connsiteY3" fmla="*/ 0 h 628462"/>
              <a:gd name="connsiteX4" fmla="*/ 3553919 w 3799207"/>
              <a:gd name="connsiteY4" fmla="*/ 63974 h 628462"/>
              <a:gd name="connsiteX5" fmla="*/ 3799207 w 3799207"/>
              <a:gd name="connsiteY5" fmla="*/ 628462 h 628462"/>
              <a:gd name="connsiteX6" fmla="*/ 3562150 w 3799207"/>
              <a:gd name="connsiteY6" fmla="*/ 628462 h 628462"/>
              <a:gd name="connsiteX7" fmla="*/ 3559872 w 3799207"/>
              <a:gd name="connsiteY7" fmla="*/ 628462 h 628462"/>
              <a:gd name="connsiteX8" fmla="*/ 3323056 w 3799207"/>
              <a:gd name="connsiteY8" fmla="*/ 628462 h 628462"/>
              <a:gd name="connsiteX9" fmla="*/ 3085999 w 3799207"/>
              <a:gd name="connsiteY9" fmla="*/ 628462 h 628462"/>
              <a:gd name="connsiteX10" fmla="*/ 3083721 w 3799207"/>
              <a:gd name="connsiteY10" fmla="*/ 628462 h 628462"/>
              <a:gd name="connsiteX11" fmla="*/ 476151 w 3799207"/>
              <a:gd name="connsiteY11" fmla="*/ 628462 h 628462"/>
              <a:gd name="connsiteX12" fmla="*/ 0 w 3799207"/>
              <a:gd name="connsiteY12" fmla="*/ 628462 h 628462"/>
              <a:gd name="connsiteX13" fmla="*/ 0 w 3799207"/>
              <a:gd name="connsiteY13" fmla="*/ 104746 h 628462"/>
              <a:gd name="connsiteX14" fmla="*/ 104746 w 3799207"/>
              <a:gd name="connsiteY14" fmla="*/ 0 h 6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99207" h="628462">
                <a:moveTo>
                  <a:pt x="104746" y="0"/>
                </a:moveTo>
                <a:lnTo>
                  <a:pt x="580897" y="0"/>
                </a:lnTo>
                <a:lnTo>
                  <a:pt x="2981253" y="0"/>
                </a:lnTo>
                <a:lnTo>
                  <a:pt x="3457404" y="0"/>
                </a:lnTo>
                <a:cubicBezTo>
                  <a:pt x="3500792" y="0"/>
                  <a:pt x="3538018" y="26379"/>
                  <a:pt x="3553919" y="63974"/>
                </a:cubicBezTo>
                <a:lnTo>
                  <a:pt x="3799207" y="628462"/>
                </a:lnTo>
                <a:lnTo>
                  <a:pt x="3562150" y="628462"/>
                </a:lnTo>
                <a:lnTo>
                  <a:pt x="3559872" y="628462"/>
                </a:lnTo>
                <a:lnTo>
                  <a:pt x="3323056" y="628462"/>
                </a:lnTo>
                <a:lnTo>
                  <a:pt x="3085999" y="628462"/>
                </a:lnTo>
                <a:lnTo>
                  <a:pt x="3083721" y="628462"/>
                </a:lnTo>
                <a:lnTo>
                  <a:pt x="476151" y="628462"/>
                </a:lnTo>
                <a:lnTo>
                  <a:pt x="0" y="628462"/>
                </a:lnTo>
                <a:lnTo>
                  <a:pt x="0" y="104746"/>
                </a:lnTo>
                <a:cubicBezTo>
                  <a:pt x="0" y="46896"/>
                  <a:pt x="46896" y="0"/>
                  <a:pt x="104746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vert="horz" wrap="square" lIns="310154" tIns="0" rIns="0" bIns="44308" anchor="ctr">
            <a:noAutofit/>
          </a:bodyPr>
          <a:lstStyle/>
          <a:p>
            <a:r>
              <a:rPr lang="ko-KR" altLang="en-US" sz="1723" b="1">
                <a:solidFill>
                  <a:srgbClr val="FFFFFF"/>
                </a:solidFill>
              </a:rPr>
              <a:t>사업모델</a:t>
            </a:r>
          </a:p>
        </p:txBody>
      </p:sp>
      <p:cxnSp>
        <p:nvCxnSpPr>
          <p:cNvPr id="57" name="Straight Connector 13">
            <a:extLst>
              <a:ext uri="{FF2B5EF4-FFF2-40B4-BE49-F238E27FC236}">
                <a16:creationId xmlns:a16="http://schemas.microsoft.com/office/drawing/2014/main" id="{71FC8383-C4AE-4B56-6E37-3000770C08A4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>
            <a:off x="7530724" y="2956777"/>
            <a:ext cx="4230785" cy="0"/>
          </a:xfrm>
          <a:prstGeom prst="line">
            <a:avLst/>
          </a:prstGeom>
          <a:ln w="19050">
            <a:solidFill>
              <a:schemeClr val="accent6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80">
            <a:extLst>
              <a:ext uri="{FF2B5EF4-FFF2-40B4-BE49-F238E27FC236}">
                <a16:creationId xmlns:a16="http://schemas.microsoft.com/office/drawing/2014/main" id="{68D9EED5-072D-E29F-4920-C814EFE22BC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769297" y="2855794"/>
            <a:ext cx="1753637" cy="201968"/>
          </a:xfrm>
          <a:prstGeom prst="rect">
            <a:avLst/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77" b="1" dirty="0">
                <a:solidFill>
                  <a:schemeClr val="accent6"/>
                </a:solidFill>
              </a:rPr>
              <a:t>Value Chain</a:t>
            </a:r>
          </a:p>
        </p:txBody>
      </p:sp>
      <p:sp>
        <p:nvSpPr>
          <p:cNvPr id="61" name="화살표: 오각형 60">
            <a:extLst>
              <a:ext uri="{FF2B5EF4-FFF2-40B4-BE49-F238E27FC236}">
                <a16:creationId xmlns:a16="http://schemas.microsoft.com/office/drawing/2014/main" id="{C96EFE34-438B-4BC2-7FF8-B5C47A560009}"/>
              </a:ext>
            </a:extLst>
          </p:cNvPr>
          <p:cNvSpPr/>
          <p:nvPr/>
        </p:nvSpPr>
        <p:spPr>
          <a:xfrm>
            <a:off x="7481053" y="3181735"/>
            <a:ext cx="1239321" cy="369893"/>
          </a:xfrm>
          <a:prstGeom prst="homePlate">
            <a:avLst>
              <a:gd name="adj" fmla="val 24547"/>
            </a:avLst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77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가나다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9734C8F-37F4-7856-94E8-8A99B2E77F10}"/>
              </a:ext>
            </a:extLst>
          </p:cNvPr>
          <p:cNvSpPr/>
          <p:nvPr/>
        </p:nvSpPr>
        <p:spPr>
          <a:xfrm>
            <a:off x="7486358" y="3526350"/>
            <a:ext cx="4275151" cy="962939"/>
          </a:xfrm>
          <a:prstGeom prst="rect">
            <a:avLst/>
          </a:prstGeom>
          <a:solidFill>
            <a:srgbClr val="61A5C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457211" latinLnBrk="0"/>
            <a:endParaRPr lang="ko-KR" altLang="en-US" sz="1477" kern="0" dirty="0">
              <a:solidFill>
                <a:srgbClr val="01497C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66" name="Picture 62">
            <a:extLst>
              <a:ext uri="{FF2B5EF4-FFF2-40B4-BE49-F238E27FC236}">
                <a16:creationId xmlns:a16="http://schemas.microsoft.com/office/drawing/2014/main" id="{60C65291-652C-812E-FFDA-907B6C969F89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8250932" y="3973278"/>
            <a:ext cx="1019077" cy="114324"/>
          </a:xfrm>
          <a:prstGeom prst="rect">
            <a:avLst/>
          </a:prstGeom>
        </p:spPr>
      </p:pic>
      <p:pic>
        <p:nvPicPr>
          <p:cNvPr id="67" name="Picture 62">
            <a:extLst>
              <a:ext uri="{FF2B5EF4-FFF2-40B4-BE49-F238E27FC236}">
                <a16:creationId xmlns:a16="http://schemas.microsoft.com/office/drawing/2014/main" id="{D13C9155-8866-818C-9DEB-2C619F0AB3D1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289070" y="3973278"/>
            <a:ext cx="1019077" cy="114324"/>
          </a:xfrm>
          <a:prstGeom prst="rect">
            <a:avLst/>
          </a:prstGeom>
        </p:spPr>
      </p:pic>
      <p:pic>
        <p:nvPicPr>
          <p:cNvPr id="68" name="Picture 62">
            <a:extLst>
              <a:ext uri="{FF2B5EF4-FFF2-40B4-BE49-F238E27FC236}">
                <a16:creationId xmlns:a16="http://schemas.microsoft.com/office/drawing/2014/main" id="{3ADFCC3C-F7B5-B316-77B4-73D001EF3D2C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297817" y="3973278"/>
            <a:ext cx="1019077" cy="114324"/>
          </a:xfrm>
          <a:prstGeom prst="rect">
            <a:avLst/>
          </a:prstGeom>
        </p:spPr>
      </p:pic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064ED561-C495-498D-1E46-7DE6A43A9F10}"/>
              </a:ext>
            </a:extLst>
          </p:cNvPr>
          <p:cNvGrpSpPr/>
          <p:nvPr/>
        </p:nvGrpSpPr>
        <p:grpSpPr>
          <a:xfrm>
            <a:off x="366880" y="5055634"/>
            <a:ext cx="5654263" cy="2325370"/>
            <a:chOff x="298089" y="4869455"/>
            <a:chExt cx="5211633" cy="2505186"/>
          </a:xfrm>
        </p:grpSpPr>
        <p:sp>
          <p:nvSpPr>
            <p:cNvPr id="69" name="Rectangle: Rounded Corners 76">
              <a:extLst>
                <a:ext uri="{FF2B5EF4-FFF2-40B4-BE49-F238E27FC236}">
                  <a16:creationId xmlns:a16="http://schemas.microsoft.com/office/drawing/2014/main" id="{363DC2B7-3D0B-645F-39F5-74B2AD210B83}"/>
                </a:ext>
              </a:extLst>
            </p:cNvPr>
            <p:cNvSpPr/>
            <p:nvPr/>
          </p:nvSpPr>
          <p:spPr>
            <a:xfrm rot="16200000">
              <a:off x="509009" y="4658536"/>
              <a:ext cx="279065" cy="70090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vert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ko-KR" altLang="en-US" sz="1292" b="1" kern="0" dirty="0">
                  <a:solidFill>
                    <a:schemeClr val="accent5"/>
                  </a:solidFill>
                  <a:latin typeface="+mn-ea"/>
                </a:rPr>
                <a:t>마일스톤</a:t>
              </a:r>
              <a:endParaRPr lang="en-US" sz="1292" b="1" kern="0" dirty="0">
                <a:solidFill>
                  <a:schemeClr val="accent5"/>
                </a:solidFill>
                <a:latin typeface="+mn-ea"/>
              </a:endParaRPr>
            </a:p>
          </p:txBody>
        </p:sp>
        <p:sp>
          <p:nvSpPr>
            <p:cNvPr id="70" name="Rectangle: Rounded Corners 76">
              <a:extLst>
                <a:ext uri="{FF2B5EF4-FFF2-40B4-BE49-F238E27FC236}">
                  <a16:creationId xmlns:a16="http://schemas.microsoft.com/office/drawing/2014/main" id="{6A1233DF-9CE6-D797-EC9C-611AAC3201ED}"/>
                </a:ext>
              </a:extLst>
            </p:cNvPr>
            <p:cNvSpPr/>
            <p:nvPr/>
          </p:nvSpPr>
          <p:spPr>
            <a:xfrm rot="16200000">
              <a:off x="509009" y="6884656"/>
              <a:ext cx="279065" cy="70090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vert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1292" b="1" kern="0" dirty="0">
                  <a:solidFill>
                    <a:schemeClr val="accent5"/>
                  </a:solidFill>
                  <a:latin typeface="+mn-ea"/>
                </a:rPr>
                <a:t>EBITDA</a:t>
              </a:r>
              <a:endParaRPr lang="en-US" sz="1292" b="1" kern="0" dirty="0">
                <a:solidFill>
                  <a:schemeClr val="accent5"/>
                </a:solidFill>
                <a:latin typeface="+mn-ea"/>
              </a:endParaRPr>
            </a:p>
          </p:txBody>
        </p:sp>
        <p:sp>
          <p:nvSpPr>
            <p:cNvPr id="71" name="Rectangle: Rounded Corners 80">
              <a:extLst>
                <a:ext uri="{FF2B5EF4-FFF2-40B4-BE49-F238E27FC236}">
                  <a16:creationId xmlns:a16="http://schemas.microsoft.com/office/drawing/2014/main" id="{F990FF2D-F901-9E95-B698-41AAC22C1DA0}"/>
                </a:ext>
              </a:extLst>
            </p:cNvPr>
            <p:cNvSpPr/>
            <p:nvPr/>
          </p:nvSpPr>
          <p:spPr>
            <a:xfrm>
              <a:off x="998990" y="4869455"/>
              <a:ext cx="4510732" cy="279065"/>
            </a:xfrm>
            <a:prstGeom prst="homePlate">
              <a:avLst>
                <a:gd name="adj" fmla="val 50000"/>
              </a:avLst>
            </a:prstGeom>
            <a:solidFill>
              <a:schemeClr val="accent3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ko-KR" sz="1292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72" name="Rectangle: Rounded Corners 80">
              <a:extLst>
                <a:ext uri="{FF2B5EF4-FFF2-40B4-BE49-F238E27FC236}">
                  <a16:creationId xmlns:a16="http://schemas.microsoft.com/office/drawing/2014/main" id="{1DCBB848-DE8A-D57A-0710-07CEDE1147F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998996" y="5148519"/>
              <a:ext cx="4355373" cy="2226121"/>
            </a:xfrm>
            <a:prstGeom prst="rect">
              <a:avLst/>
            </a:prstGeom>
            <a:solidFill>
              <a:srgbClr val="DFEDF3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ko-KR" sz="1292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73" name="Rectangle: Rounded Corners 76">
              <a:extLst>
                <a:ext uri="{FF2B5EF4-FFF2-40B4-BE49-F238E27FC236}">
                  <a16:creationId xmlns:a16="http://schemas.microsoft.com/office/drawing/2014/main" id="{CF3B0ECA-70A9-BBD5-C512-12640F950B2D}"/>
                </a:ext>
              </a:extLst>
            </p:cNvPr>
            <p:cNvSpPr/>
            <p:nvPr/>
          </p:nvSpPr>
          <p:spPr>
            <a:xfrm rot="16200000">
              <a:off x="3037150" y="5057421"/>
              <a:ext cx="279065" cy="4355374"/>
            </a:xfrm>
            <a:prstGeom prst="rect">
              <a:avLst/>
            </a:prstGeom>
            <a:solidFill>
              <a:schemeClr val="accent3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92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grpSp>
          <p:nvGrpSpPr>
            <p:cNvPr id="74" name="Group 201">
              <a:extLst>
                <a:ext uri="{FF2B5EF4-FFF2-40B4-BE49-F238E27FC236}">
                  <a16:creationId xmlns:a16="http://schemas.microsoft.com/office/drawing/2014/main" id="{3BB898C3-EA9A-DBD6-D596-B3E4DFCCC69E}"/>
                </a:ext>
              </a:extLst>
            </p:cNvPr>
            <p:cNvGrpSpPr/>
            <p:nvPr/>
          </p:nvGrpSpPr>
          <p:grpSpPr>
            <a:xfrm>
              <a:off x="1027772" y="4869455"/>
              <a:ext cx="788973" cy="2505186"/>
              <a:chOff x="7041708" y="3436269"/>
              <a:chExt cx="788973" cy="2505186"/>
            </a:xfrm>
          </p:grpSpPr>
          <p:sp>
            <p:nvSpPr>
              <p:cNvPr id="75" name="Rectangle: Rounded Corners 80">
                <a:extLst>
                  <a:ext uri="{FF2B5EF4-FFF2-40B4-BE49-F238E27FC236}">
                    <a16:creationId xmlns:a16="http://schemas.microsoft.com/office/drawing/2014/main" id="{28AA36FD-B96E-73FE-2082-73B1518EB283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7041708" y="3861048"/>
                <a:ext cx="788973" cy="2080407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4">
                        <a:lumMod val="20000"/>
                        <a:lumOff val="80000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 cmpd="sng" algn="ctr">
                    <a:solidFill>
                      <a:schemeClr val="accent4">
                        <a:lumMod val="7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32923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108" b="1" dirty="0">
                    <a:solidFill>
                      <a:schemeClr val="accent5"/>
                    </a:solidFill>
                  </a:rPr>
                  <a:t>Inorganic </a:t>
                </a:r>
                <a:br>
                  <a:rPr lang="en-US" altLang="ko-KR" sz="1108" b="1" dirty="0">
                    <a:solidFill>
                      <a:schemeClr val="accent5"/>
                    </a:solidFill>
                  </a:rPr>
                </a:br>
                <a:r>
                  <a:rPr lang="ko-KR" altLang="en-US" sz="1108" b="1" dirty="0">
                    <a:solidFill>
                      <a:schemeClr val="accent5"/>
                    </a:solidFill>
                  </a:rPr>
                  <a:t>진입 준비</a:t>
                </a:r>
                <a:br>
                  <a:rPr lang="en-US" altLang="ko-KR" sz="1108" dirty="0">
                    <a:solidFill>
                      <a:schemeClr val="accent5"/>
                    </a:solidFill>
                  </a:rPr>
                </a:br>
                <a:endParaRPr lang="en-US" altLang="ko-KR" sz="1108" dirty="0">
                  <a:solidFill>
                    <a:schemeClr val="accent5"/>
                  </a:solidFill>
                </a:endParaRPr>
              </a:p>
              <a:p>
                <a:pPr algn="ctr"/>
                <a:r>
                  <a:rPr lang="ko-KR" altLang="en-US" sz="985" dirty="0">
                    <a:solidFill>
                      <a:schemeClr val="accent5"/>
                    </a:solidFill>
                  </a:rPr>
                  <a:t>인수대상선정</a:t>
                </a:r>
                <a:r>
                  <a:rPr lang="en-US" altLang="ko-KR" sz="985" dirty="0">
                    <a:solidFill>
                      <a:schemeClr val="accent5"/>
                    </a:solidFill>
                  </a:rPr>
                  <a:t>/</a:t>
                </a:r>
              </a:p>
              <a:p>
                <a:pPr algn="ctr"/>
                <a:r>
                  <a:rPr lang="ko-KR" altLang="en-US" sz="985" dirty="0">
                    <a:solidFill>
                      <a:schemeClr val="accent5"/>
                    </a:solidFill>
                    <a:latin typeface="+mn-ea"/>
                  </a:rPr>
                  <a:t>협력가능</a:t>
                </a:r>
                <a:br>
                  <a:rPr lang="en-US" altLang="ko-KR" sz="985" dirty="0">
                    <a:solidFill>
                      <a:schemeClr val="accent5"/>
                    </a:solidFill>
                    <a:latin typeface="+mn-ea"/>
                  </a:rPr>
                </a:br>
                <a:r>
                  <a:rPr lang="ko-KR" altLang="en-US" sz="985" dirty="0">
                    <a:solidFill>
                      <a:schemeClr val="accent5"/>
                    </a:solidFill>
                    <a:latin typeface="+mn-ea"/>
                  </a:rPr>
                  <a:t>파트너십 물색</a:t>
                </a:r>
                <a:r>
                  <a:rPr lang="en-US" altLang="ko-KR" sz="985" dirty="0">
                    <a:solidFill>
                      <a:schemeClr val="accent5"/>
                    </a:solidFill>
                    <a:latin typeface="+mn-ea"/>
                  </a:rPr>
                  <a:t>/</a:t>
                </a:r>
              </a:p>
              <a:p>
                <a:pPr algn="ctr"/>
                <a:r>
                  <a:rPr lang="ko-KR" altLang="en-US" sz="985" dirty="0">
                    <a:solidFill>
                      <a:schemeClr val="accent5"/>
                    </a:solidFill>
                    <a:latin typeface="+mn-ea"/>
                  </a:rPr>
                  <a:t> 기술내용 파악</a:t>
                </a:r>
                <a:endParaRPr lang="en-US" altLang="ko-KR" sz="985" dirty="0">
                  <a:solidFill>
                    <a:schemeClr val="accent5"/>
                  </a:solidFill>
                  <a:latin typeface="+mn-ea"/>
                </a:endParaRPr>
              </a:p>
            </p:txBody>
          </p:sp>
          <p:sp>
            <p:nvSpPr>
              <p:cNvPr id="76" name="Rectangle: Rounded Corners 80">
                <a:extLst>
                  <a:ext uri="{FF2B5EF4-FFF2-40B4-BE49-F238E27FC236}">
                    <a16:creationId xmlns:a16="http://schemas.microsoft.com/office/drawing/2014/main" id="{0976A2B0-80E9-523D-B2EC-154508135321}"/>
                  </a:ext>
                </a:extLst>
              </p:cNvPr>
              <p:cNvSpPr/>
              <p:nvPr/>
            </p:nvSpPr>
            <p:spPr>
              <a:xfrm>
                <a:off x="7041708" y="3436269"/>
                <a:ext cx="788973" cy="279065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8EEE9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354" dirty="0">
                    <a:solidFill>
                      <a:srgbClr val="FFFFFF"/>
                    </a:solidFill>
                    <a:latin typeface="+mn-ea"/>
                  </a:rPr>
                  <a:t>2024 4Q</a:t>
                </a:r>
              </a:p>
            </p:txBody>
          </p:sp>
          <p:sp>
            <p:nvSpPr>
              <p:cNvPr id="77" name="Rectangle: Rounded Corners 80">
                <a:extLst>
                  <a:ext uri="{FF2B5EF4-FFF2-40B4-BE49-F238E27FC236}">
                    <a16:creationId xmlns:a16="http://schemas.microsoft.com/office/drawing/2014/main" id="{135AF551-242D-AF57-EED5-C7CF16301FDD}"/>
                  </a:ext>
                </a:extLst>
              </p:cNvPr>
              <p:cNvSpPr/>
              <p:nvPr/>
            </p:nvSpPr>
            <p:spPr>
              <a:xfrm>
                <a:off x="7041708" y="5662390"/>
                <a:ext cx="788973" cy="279065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8EEE9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292" b="1" dirty="0">
                    <a:solidFill>
                      <a:srgbClr val="FFFFFF"/>
                    </a:solidFill>
                    <a:latin typeface="+mn-ea"/>
                  </a:rPr>
                  <a:t>~0</a:t>
                </a:r>
                <a:r>
                  <a:rPr lang="ko-KR" altLang="en-US" sz="1292" b="1" dirty="0">
                    <a:solidFill>
                      <a:srgbClr val="FFFFFF"/>
                    </a:solidFill>
                    <a:latin typeface="+mn-ea"/>
                  </a:rPr>
                  <a:t>억</a:t>
                </a:r>
                <a:endParaRPr lang="en-US" altLang="ko-KR" sz="1292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78" name="Group 200">
              <a:extLst>
                <a:ext uri="{FF2B5EF4-FFF2-40B4-BE49-F238E27FC236}">
                  <a16:creationId xmlns:a16="http://schemas.microsoft.com/office/drawing/2014/main" id="{54D91DDA-C9B7-E721-281F-99AC7972D9AF}"/>
                </a:ext>
              </a:extLst>
            </p:cNvPr>
            <p:cNvGrpSpPr/>
            <p:nvPr/>
          </p:nvGrpSpPr>
          <p:grpSpPr>
            <a:xfrm>
              <a:off x="1913191" y="4869455"/>
              <a:ext cx="788973" cy="2505186"/>
              <a:chOff x="7889303" y="3436269"/>
              <a:chExt cx="788973" cy="2505186"/>
            </a:xfrm>
          </p:grpSpPr>
          <p:sp>
            <p:nvSpPr>
              <p:cNvPr id="79" name="Rectangle: Rounded Corners 80">
                <a:extLst>
                  <a:ext uri="{FF2B5EF4-FFF2-40B4-BE49-F238E27FC236}">
                    <a16:creationId xmlns:a16="http://schemas.microsoft.com/office/drawing/2014/main" id="{F2E63BB8-A89C-FB98-0C43-F6D676F09B26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7889304" y="3861048"/>
                <a:ext cx="788972" cy="2080407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4">
                        <a:lumMod val="20000"/>
                        <a:lumOff val="80000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 cmpd="sng" algn="ctr">
                    <a:solidFill>
                      <a:schemeClr val="accent4">
                        <a:lumMod val="7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32923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108" b="1">
                    <a:solidFill>
                      <a:schemeClr val="accent5"/>
                    </a:solidFill>
                  </a:rPr>
                  <a:t>M&amp;A </a:t>
                </a:r>
                <a:r>
                  <a:rPr lang="ko-KR" altLang="en-US" sz="1108" b="1">
                    <a:solidFill>
                      <a:schemeClr val="accent5"/>
                    </a:solidFill>
                  </a:rPr>
                  <a:t>진행 및 통합작업</a:t>
                </a:r>
                <a:br>
                  <a:rPr lang="en-US" altLang="ko-KR" sz="1231">
                    <a:solidFill>
                      <a:schemeClr val="accent5"/>
                    </a:solidFill>
                  </a:rPr>
                </a:br>
                <a:endParaRPr lang="en-US" altLang="ko-KR" sz="1231">
                  <a:solidFill>
                    <a:schemeClr val="accent5"/>
                  </a:solidFill>
                </a:endParaRPr>
              </a:p>
              <a:p>
                <a:pPr algn="ctr"/>
                <a:r>
                  <a:rPr lang="ko-KR" altLang="en-US" sz="985">
                    <a:solidFill>
                      <a:schemeClr val="accent5"/>
                    </a:solidFill>
                  </a:rPr>
                  <a:t>기술통합</a:t>
                </a:r>
                <a:r>
                  <a:rPr lang="en-US" altLang="ko-KR" sz="985">
                    <a:solidFill>
                      <a:schemeClr val="accent5"/>
                    </a:solidFill>
                  </a:rPr>
                  <a:t>/</a:t>
                </a:r>
                <a:br>
                  <a:rPr lang="en-US" altLang="ko-KR" sz="985">
                    <a:solidFill>
                      <a:schemeClr val="accent5"/>
                    </a:solidFill>
                  </a:rPr>
                </a:br>
                <a:r>
                  <a:rPr lang="ko-KR" altLang="en-US" sz="985">
                    <a:solidFill>
                      <a:schemeClr val="accent5"/>
                    </a:solidFill>
                  </a:rPr>
                  <a:t>서비스 시스템 구축</a:t>
                </a:r>
                <a:r>
                  <a:rPr lang="en-US" altLang="ko-KR" sz="985">
                    <a:solidFill>
                      <a:schemeClr val="accent5"/>
                    </a:solidFill>
                  </a:rPr>
                  <a:t>/</a:t>
                </a:r>
                <a:r>
                  <a:rPr lang="ko-KR" altLang="en-US" sz="985">
                    <a:solidFill>
                      <a:schemeClr val="accent5"/>
                    </a:solidFill>
                  </a:rPr>
                  <a:t>서비스 </a:t>
                </a:r>
                <a:br>
                  <a:rPr lang="en-US" altLang="ko-KR" sz="985">
                    <a:solidFill>
                      <a:schemeClr val="accent5"/>
                    </a:solidFill>
                  </a:rPr>
                </a:br>
                <a:r>
                  <a:rPr lang="ko-KR" altLang="en-US" sz="985">
                    <a:solidFill>
                      <a:schemeClr val="accent5"/>
                    </a:solidFill>
                  </a:rPr>
                  <a:t>품질 유지</a:t>
                </a:r>
                <a:endParaRPr lang="en-US" altLang="ko-KR" sz="1108">
                  <a:solidFill>
                    <a:schemeClr val="accent5"/>
                  </a:solidFill>
                  <a:latin typeface="+mn-ea"/>
                </a:endParaRPr>
              </a:p>
            </p:txBody>
          </p:sp>
          <p:sp>
            <p:nvSpPr>
              <p:cNvPr id="80" name="Rectangle: Rounded Corners 80">
                <a:extLst>
                  <a:ext uri="{FF2B5EF4-FFF2-40B4-BE49-F238E27FC236}">
                    <a16:creationId xmlns:a16="http://schemas.microsoft.com/office/drawing/2014/main" id="{C13FCAF7-313C-EF8D-AFA5-EBEC0E380CF5}"/>
                  </a:ext>
                </a:extLst>
              </p:cNvPr>
              <p:cNvSpPr/>
              <p:nvPr/>
            </p:nvSpPr>
            <p:spPr>
              <a:xfrm>
                <a:off x="7889303" y="3436269"/>
                <a:ext cx="788972" cy="279065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8EEE9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354">
                    <a:solidFill>
                      <a:srgbClr val="FFFFFF"/>
                    </a:solidFill>
                    <a:latin typeface="+mn-ea"/>
                  </a:rPr>
                  <a:t>2025 1Q</a:t>
                </a:r>
              </a:p>
            </p:txBody>
          </p:sp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E25B8CC6-3DC8-6470-9323-C54FBA0B1F75}"/>
                  </a:ext>
                </a:extLst>
              </p:cNvPr>
              <p:cNvSpPr/>
              <p:nvPr/>
            </p:nvSpPr>
            <p:spPr>
              <a:xfrm>
                <a:off x="7889303" y="5662390"/>
                <a:ext cx="788973" cy="279065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8EEE9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292" b="1">
                    <a:solidFill>
                      <a:srgbClr val="FFFFFF"/>
                    </a:solidFill>
                    <a:latin typeface="+mn-ea"/>
                  </a:rPr>
                  <a:t>~2</a:t>
                </a:r>
                <a:r>
                  <a:rPr lang="ko-KR" altLang="en-US" sz="1292" b="1">
                    <a:solidFill>
                      <a:srgbClr val="FFFFFF"/>
                    </a:solidFill>
                    <a:latin typeface="+mn-ea"/>
                  </a:rPr>
                  <a:t>억</a:t>
                </a:r>
                <a:endParaRPr lang="en-US" altLang="ko-KR" sz="1292" b="1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82" name="Group 199">
              <a:extLst>
                <a:ext uri="{FF2B5EF4-FFF2-40B4-BE49-F238E27FC236}">
                  <a16:creationId xmlns:a16="http://schemas.microsoft.com/office/drawing/2014/main" id="{D4CD7238-E6C3-C137-F261-FC9DC30ABC4B}"/>
                </a:ext>
              </a:extLst>
            </p:cNvPr>
            <p:cNvGrpSpPr/>
            <p:nvPr/>
          </p:nvGrpSpPr>
          <p:grpSpPr>
            <a:xfrm>
              <a:off x="2798610" y="4869455"/>
              <a:ext cx="792254" cy="2505186"/>
              <a:chOff x="8757129" y="3436269"/>
              <a:chExt cx="792254" cy="2505186"/>
            </a:xfrm>
          </p:grpSpPr>
          <p:sp>
            <p:nvSpPr>
              <p:cNvPr id="83" name="Rectangle: Rounded Corners 80">
                <a:extLst>
                  <a:ext uri="{FF2B5EF4-FFF2-40B4-BE49-F238E27FC236}">
                    <a16:creationId xmlns:a16="http://schemas.microsoft.com/office/drawing/2014/main" id="{4E9D8B0A-02F1-0296-8EAB-16712EEB301F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8757130" y="3861048"/>
                <a:ext cx="792253" cy="2080407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4">
                        <a:lumMod val="20000"/>
                        <a:lumOff val="80000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 cmpd="sng" algn="ctr">
                    <a:solidFill>
                      <a:schemeClr val="accent4">
                        <a:lumMod val="7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32923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1108" b="1" dirty="0">
                    <a:solidFill>
                      <a:schemeClr val="accent5"/>
                    </a:solidFill>
                  </a:rPr>
                  <a:t>서비스 </a:t>
                </a:r>
                <a:br>
                  <a:rPr lang="en-US" altLang="ko-KR" sz="1108" b="1" dirty="0">
                    <a:solidFill>
                      <a:schemeClr val="accent5"/>
                    </a:solidFill>
                  </a:rPr>
                </a:br>
                <a:r>
                  <a:rPr lang="ko-KR" altLang="en-US" sz="1108" b="1" dirty="0">
                    <a:solidFill>
                      <a:schemeClr val="accent5"/>
                    </a:solidFill>
                  </a:rPr>
                  <a:t>제공</a:t>
                </a:r>
                <a:r>
                  <a:rPr lang="en-US" altLang="ko-KR" sz="1108" b="1" dirty="0">
                    <a:solidFill>
                      <a:schemeClr val="accent5"/>
                    </a:solidFill>
                  </a:rPr>
                  <a:t>/</a:t>
                </a:r>
                <a:r>
                  <a:rPr lang="ko-KR" altLang="en-US" sz="1108" b="1" dirty="0">
                    <a:solidFill>
                      <a:schemeClr val="accent5"/>
                    </a:solidFill>
                  </a:rPr>
                  <a:t>최적화</a:t>
                </a:r>
                <a:br>
                  <a:rPr lang="en-US" altLang="ko-KR" sz="1231" b="1" dirty="0">
                    <a:solidFill>
                      <a:schemeClr val="accent5"/>
                    </a:solidFill>
                  </a:rPr>
                </a:br>
                <a:endParaRPr lang="en-US" altLang="ko-KR" sz="1231" b="1" dirty="0">
                  <a:solidFill>
                    <a:schemeClr val="accent5"/>
                  </a:solidFill>
                </a:endParaRPr>
              </a:p>
              <a:p>
                <a:pPr algn="ctr"/>
                <a:r>
                  <a:rPr lang="ko-KR" altLang="en-US" sz="985" dirty="0">
                    <a:solidFill>
                      <a:schemeClr val="accent5"/>
                    </a:solidFill>
                  </a:rPr>
                  <a:t>고객유지</a:t>
                </a:r>
                <a:r>
                  <a:rPr lang="en-US" altLang="ko-KR" sz="985" dirty="0">
                    <a:solidFill>
                      <a:schemeClr val="accent5"/>
                    </a:solidFill>
                  </a:rPr>
                  <a:t>,</a:t>
                </a:r>
                <a:r>
                  <a:rPr lang="ko-KR" altLang="en-US" sz="985" dirty="0">
                    <a:solidFill>
                      <a:schemeClr val="accent5"/>
                    </a:solidFill>
                  </a:rPr>
                  <a:t>확대</a:t>
                </a:r>
                <a:br>
                  <a:rPr lang="en-US" altLang="ko-KR" sz="985" dirty="0">
                    <a:solidFill>
                      <a:schemeClr val="accent5"/>
                    </a:solidFill>
                  </a:rPr>
                </a:br>
                <a:r>
                  <a:rPr lang="ko-KR" altLang="en-US" sz="985" dirty="0">
                    <a:solidFill>
                      <a:schemeClr val="accent5"/>
                    </a:solidFill>
                  </a:rPr>
                  <a:t>서비스 최적화</a:t>
                </a:r>
                <a:r>
                  <a:rPr lang="en-US" altLang="ko-KR" sz="985" dirty="0">
                    <a:solidFill>
                      <a:schemeClr val="accent5"/>
                    </a:solidFill>
                  </a:rPr>
                  <a:t>/</a:t>
                </a:r>
              </a:p>
              <a:p>
                <a:pPr algn="ctr"/>
                <a:r>
                  <a:rPr lang="ko-KR" altLang="en-US" sz="985" dirty="0">
                    <a:solidFill>
                      <a:schemeClr val="accent5"/>
                    </a:solidFill>
                    <a:latin typeface="+mn-ea"/>
                  </a:rPr>
                  <a:t>운영모델 </a:t>
                </a:r>
                <a:br>
                  <a:rPr lang="en-US" altLang="ko-KR" sz="985" dirty="0">
                    <a:solidFill>
                      <a:schemeClr val="accent5"/>
                    </a:solidFill>
                    <a:latin typeface="+mn-ea"/>
                  </a:rPr>
                </a:br>
                <a:r>
                  <a:rPr lang="ko-KR" altLang="en-US" sz="985" dirty="0">
                    <a:solidFill>
                      <a:schemeClr val="accent5"/>
                    </a:solidFill>
                    <a:latin typeface="+mn-ea"/>
                  </a:rPr>
                  <a:t>최적화</a:t>
                </a:r>
                <a:endParaRPr lang="en-US" altLang="ko-KR" sz="985" dirty="0">
                  <a:solidFill>
                    <a:schemeClr val="accent5"/>
                  </a:solidFill>
                  <a:latin typeface="+mn-ea"/>
                </a:endParaRPr>
              </a:p>
            </p:txBody>
          </p:sp>
          <p:sp>
            <p:nvSpPr>
              <p:cNvPr id="84" name="Rectangle: Rounded Corners 80">
                <a:extLst>
                  <a:ext uri="{FF2B5EF4-FFF2-40B4-BE49-F238E27FC236}">
                    <a16:creationId xmlns:a16="http://schemas.microsoft.com/office/drawing/2014/main" id="{97481074-D2BC-7131-D7FC-D87B4AFDB9CF}"/>
                  </a:ext>
                </a:extLst>
              </p:cNvPr>
              <p:cNvSpPr/>
              <p:nvPr/>
            </p:nvSpPr>
            <p:spPr>
              <a:xfrm>
                <a:off x="8757129" y="3436269"/>
                <a:ext cx="774089" cy="279065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8EEE9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354" dirty="0">
                    <a:solidFill>
                      <a:srgbClr val="FFFFFF"/>
                    </a:solidFill>
                    <a:latin typeface="+mn-ea"/>
                  </a:rPr>
                  <a:t>2025 2Q</a:t>
                </a:r>
              </a:p>
            </p:txBody>
          </p:sp>
          <p:sp>
            <p:nvSpPr>
              <p:cNvPr id="85" name="Rectangle: Rounded Corners 80">
                <a:extLst>
                  <a:ext uri="{FF2B5EF4-FFF2-40B4-BE49-F238E27FC236}">
                    <a16:creationId xmlns:a16="http://schemas.microsoft.com/office/drawing/2014/main" id="{4D96B8F5-91AD-4E24-BB1E-BE55FBC39254}"/>
                  </a:ext>
                </a:extLst>
              </p:cNvPr>
              <p:cNvSpPr/>
              <p:nvPr/>
            </p:nvSpPr>
            <p:spPr>
              <a:xfrm>
                <a:off x="8757129" y="5662390"/>
                <a:ext cx="781531" cy="279065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8EEE9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292" b="1">
                    <a:solidFill>
                      <a:srgbClr val="FFFFFF"/>
                    </a:solidFill>
                    <a:latin typeface="+mn-ea"/>
                  </a:rPr>
                  <a:t>5</a:t>
                </a:r>
                <a:r>
                  <a:rPr lang="ko-KR" altLang="en-US" sz="1292" b="1">
                    <a:solidFill>
                      <a:srgbClr val="FFFFFF"/>
                    </a:solidFill>
                    <a:latin typeface="+mn-ea"/>
                  </a:rPr>
                  <a:t>억</a:t>
                </a:r>
                <a:endParaRPr lang="en-US" altLang="ko-KR" sz="1292" b="1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86" name="Group 198">
              <a:extLst>
                <a:ext uri="{FF2B5EF4-FFF2-40B4-BE49-F238E27FC236}">
                  <a16:creationId xmlns:a16="http://schemas.microsoft.com/office/drawing/2014/main" id="{E416F9B1-B585-DF2B-93F1-5FD819D9C815}"/>
                </a:ext>
              </a:extLst>
            </p:cNvPr>
            <p:cNvGrpSpPr/>
            <p:nvPr/>
          </p:nvGrpSpPr>
          <p:grpSpPr>
            <a:xfrm>
              <a:off x="3687312" y="4869455"/>
              <a:ext cx="774091" cy="2505186"/>
              <a:chOff x="9629229" y="3436269"/>
              <a:chExt cx="774091" cy="2505186"/>
            </a:xfrm>
          </p:grpSpPr>
          <p:sp>
            <p:nvSpPr>
              <p:cNvPr id="87" name="Rectangle: Rounded Corners 80">
                <a:extLst>
                  <a:ext uri="{FF2B5EF4-FFF2-40B4-BE49-F238E27FC236}">
                    <a16:creationId xmlns:a16="http://schemas.microsoft.com/office/drawing/2014/main" id="{D27FF3D7-8D4D-5200-ED29-EC698B056010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9629230" y="3861048"/>
                <a:ext cx="774090" cy="2080407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4">
                        <a:lumMod val="20000"/>
                        <a:lumOff val="80000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 cmpd="sng" algn="ctr">
                    <a:solidFill>
                      <a:schemeClr val="accent4">
                        <a:lumMod val="7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32923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ko-KR" altLang="en-US" sz="1108" b="1">
                    <a:solidFill>
                      <a:schemeClr val="accent5"/>
                    </a:solidFill>
                  </a:rPr>
                  <a:t>사업 고도화 및 고객 확장</a:t>
                </a:r>
                <a:br>
                  <a:rPr lang="en-US" altLang="ko-KR" sz="1231">
                    <a:solidFill>
                      <a:schemeClr val="accent5"/>
                    </a:solidFill>
                  </a:rPr>
                </a:br>
                <a:endParaRPr lang="en-US" altLang="ko-KR" sz="1231">
                  <a:solidFill>
                    <a:schemeClr val="accent5"/>
                  </a:solidFill>
                </a:endParaRPr>
              </a:p>
              <a:p>
                <a:pPr algn="ctr"/>
                <a:r>
                  <a:rPr lang="ko-KR" altLang="en-US" sz="985">
                    <a:solidFill>
                      <a:schemeClr val="accent5"/>
                    </a:solidFill>
                  </a:rPr>
                  <a:t>고객 맞춤형 </a:t>
                </a:r>
                <a:br>
                  <a:rPr lang="en-US" altLang="ko-KR" sz="985">
                    <a:solidFill>
                      <a:schemeClr val="accent5"/>
                    </a:solidFill>
                  </a:rPr>
                </a:br>
                <a:r>
                  <a:rPr lang="ko-KR" altLang="en-US" sz="985">
                    <a:solidFill>
                      <a:schemeClr val="accent5"/>
                    </a:solidFill>
                  </a:rPr>
                  <a:t>서비스 확장</a:t>
                </a:r>
                <a:r>
                  <a:rPr lang="en-US" altLang="ko-KR" sz="985">
                    <a:solidFill>
                      <a:schemeClr val="accent5"/>
                    </a:solidFill>
                  </a:rPr>
                  <a:t>/</a:t>
                </a:r>
              </a:p>
              <a:p>
                <a:pPr algn="ctr"/>
                <a:r>
                  <a:rPr lang="ko-KR" altLang="en-US" sz="985">
                    <a:solidFill>
                      <a:schemeClr val="accent5"/>
                    </a:solidFill>
                    <a:latin typeface="+mn-ea"/>
                  </a:rPr>
                  <a:t>고객 확장</a:t>
                </a:r>
                <a:endParaRPr lang="en-US" altLang="ko-KR" sz="985">
                  <a:solidFill>
                    <a:schemeClr val="accent5"/>
                  </a:solidFill>
                  <a:latin typeface="+mn-ea"/>
                </a:endParaRPr>
              </a:p>
            </p:txBody>
          </p:sp>
          <p:sp>
            <p:nvSpPr>
              <p:cNvPr id="88" name="Rectangle: Rounded Corners 80">
                <a:extLst>
                  <a:ext uri="{FF2B5EF4-FFF2-40B4-BE49-F238E27FC236}">
                    <a16:creationId xmlns:a16="http://schemas.microsoft.com/office/drawing/2014/main" id="{E62B4997-1E8A-215F-F24B-14C616031CE8}"/>
                  </a:ext>
                </a:extLst>
              </p:cNvPr>
              <p:cNvSpPr/>
              <p:nvPr/>
            </p:nvSpPr>
            <p:spPr>
              <a:xfrm>
                <a:off x="9629229" y="3436269"/>
                <a:ext cx="774089" cy="279065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8EEE9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354">
                    <a:solidFill>
                      <a:srgbClr val="FFFFFF"/>
                    </a:solidFill>
                    <a:latin typeface="+mn-ea"/>
                  </a:rPr>
                  <a:t>2025 3Q</a:t>
                </a:r>
              </a:p>
            </p:txBody>
          </p:sp>
          <p:sp>
            <p:nvSpPr>
              <p:cNvPr id="89" name="Rectangle: Rounded Corners 80">
                <a:extLst>
                  <a:ext uri="{FF2B5EF4-FFF2-40B4-BE49-F238E27FC236}">
                    <a16:creationId xmlns:a16="http://schemas.microsoft.com/office/drawing/2014/main" id="{C29F3A5B-F90D-2CFC-DC2E-DE0A91AC6C7B}"/>
                  </a:ext>
                </a:extLst>
              </p:cNvPr>
              <p:cNvSpPr/>
              <p:nvPr/>
            </p:nvSpPr>
            <p:spPr>
              <a:xfrm>
                <a:off x="9629230" y="5662390"/>
                <a:ext cx="774089" cy="279065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8EEE9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292" b="1">
                    <a:solidFill>
                      <a:srgbClr val="FFFFFF"/>
                    </a:solidFill>
                    <a:latin typeface="+mn-ea"/>
                  </a:rPr>
                  <a:t>5</a:t>
                </a:r>
                <a:r>
                  <a:rPr lang="ko-KR" altLang="en-US" sz="1292" b="1">
                    <a:solidFill>
                      <a:srgbClr val="FFFFFF"/>
                    </a:solidFill>
                    <a:latin typeface="+mn-ea"/>
                  </a:rPr>
                  <a:t>억</a:t>
                </a:r>
                <a:endParaRPr lang="en-US" altLang="ko-KR" sz="1292" b="1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90" name="Group 202">
              <a:extLst>
                <a:ext uri="{FF2B5EF4-FFF2-40B4-BE49-F238E27FC236}">
                  <a16:creationId xmlns:a16="http://schemas.microsoft.com/office/drawing/2014/main" id="{9D21B142-70F6-F263-5E7B-5DC47B02803F}"/>
                </a:ext>
              </a:extLst>
            </p:cNvPr>
            <p:cNvGrpSpPr/>
            <p:nvPr/>
          </p:nvGrpSpPr>
          <p:grpSpPr>
            <a:xfrm>
              <a:off x="4557851" y="4869455"/>
              <a:ext cx="788974" cy="2505186"/>
              <a:chOff x="10571787" y="3436269"/>
              <a:chExt cx="788974" cy="2505186"/>
            </a:xfrm>
          </p:grpSpPr>
          <p:sp>
            <p:nvSpPr>
              <p:cNvPr id="91" name="Rectangle: Rounded Corners 80">
                <a:extLst>
                  <a:ext uri="{FF2B5EF4-FFF2-40B4-BE49-F238E27FC236}">
                    <a16:creationId xmlns:a16="http://schemas.microsoft.com/office/drawing/2014/main" id="{F303DE39-2461-4309-2987-1495E751DBCF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10571787" y="3861048"/>
                <a:ext cx="788973" cy="2080407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4">
                        <a:lumMod val="20000"/>
                        <a:lumOff val="80000"/>
                      </a:schemeClr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 cmpd="sng" algn="ctr">
                    <a:solidFill>
                      <a:schemeClr val="accent4">
                        <a:lumMod val="7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108" b="1" dirty="0">
                    <a:solidFill>
                      <a:schemeClr val="accent5"/>
                    </a:solidFill>
                  </a:rPr>
                  <a:t>(</a:t>
                </a:r>
                <a:r>
                  <a:rPr lang="ko-KR" altLang="en-US" sz="1108" b="1" dirty="0" err="1">
                    <a:solidFill>
                      <a:schemeClr val="accent5"/>
                    </a:solidFill>
                  </a:rPr>
                  <a:t>가능시</a:t>
                </a:r>
                <a:r>
                  <a:rPr lang="en-US" altLang="ko-KR" sz="1108" b="1" dirty="0">
                    <a:solidFill>
                      <a:schemeClr val="accent5"/>
                    </a:solidFill>
                  </a:rPr>
                  <a:t>)</a:t>
                </a:r>
              </a:p>
              <a:p>
                <a:pPr algn="ctr"/>
                <a:r>
                  <a:rPr lang="ko-KR" altLang="en-US" sz="1108" b="1" dirty="0">
                    <a:solidFill>
                      <a:schemeClr val="accent5"/>
                    </a:solidFill>
                  </a:rPr>
                  <a:t>向 역량 강화</a:t>
                </a:r>
                <a:br>
                  <a:rPr lang="en-US" altLang="ko-KR" sz="1231" dirty="0">
                    <a:solidFill>
                      <a:schemeClr val="accent5"/>
                    </a:solidFill>
                  </a:rPr>
                </a:br>
                <a:endParaRPr lang="en-US" altLang="ko-KR" sz="1231" dirty="0">
                  <a:solidFill>
                    <a:schemeClr val="accent5"/>
                  </a:solidFill>
                </a:endParaRPr>
              </a:p>
              <a:p>
                <a:pPr algn="ctr"/>
                <a:r>
                  <a:rPr lang="ko-KR" altLang="en-US" sz="985" dirty="0">
                    <a:solidFill>
                      <a:schemeClr val="accent5"/>
                    </a:solidFill>
                  </a:rPr>
                  <a:t>역량</a:t>
                </a:r>
                <a:r>
                  <a:rPr lang="en-US" altLang="ko-KR" sz="985" baseline="30000" dirty="0">
                    <a:solidFill>
                      <a:schemeClr val="accent5"/>
                    </a:solidFill>
                  </a:rPr>
                  <a:t>2</a:t>
                </a:r>
                <a:r>
                  <a:rPr lang="ko-KR" altLang="en-US" sz="985" dirty="0">
                    <a:solidFill>
                      <a:schemeClr val="accent5"/>
                    </a:solidFill>
                  </a:rPr>
                  <a:t> </a:t>
                </a:r>
                <a:br>
                  <a:rPr lang="en-US" altLang="ko-KR" sz="985" dirty="0">
                    <a:solidFill>
                      <a:schemeClr val="accent5"/>
                    </a:solidFill>
                  </a:rPr>
                </a:br>
                <a:r>
                  <a:rPr lang="ko-KR" altLang="en-US" sz="985" dirty="0">
                    <a:solidFill>
                      <a:schemeClr val="accent5"/>
                    </a:solidFill>
                  </a:rPr>
                  <a:t>확보</a:t>
                </a:r>
                <a:endParaRPr lang="en-US" altLang="ko-KR" sz="985" dirty="0">
                  <a:solidFill>
                    <a:schemeClr val="accent5"/>
                  </a:solidFill>
                  <a:latin typeface="+mn-ea"/>
                </a:endParaRPr>
              </a:p>
            </p:txBody>
          </p:sp>
          <p:sp>
            <p:nvSpPr>
              <p:cNvPr id="92" name="Rectangle: Rounded Corners 80">
                <a:extLst>
                  <a:ext uri="{FF2B5EF4-FFF2-40B4-BE49-F238E27FC236}">
                    <a16:creationId xmlns:a16="http://schemas.microsoft.com/office/drawing/2014/main" id="{0940777C-716A-2B54-993D-DDC32AD88764}"/>
                  </a:ext>
                </a:extLst>
              </p:cNvPr>
              <p:cNvSpPr/>
              <p:nvPr/>
            </p:nvSpPr>
            <p:spPr>
              <a:xfrm>
                <a:off x="10571788" y="3436269"/>
                <a:ext cx="788973" cy="279065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8EEE9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354">
                    <a:solidFill>
                      <a:srgbClr val="FFFFFF"/>
                    </a:solidFill>
                    <a:latin typeface="+mn-ea"/>
                  </a:rPr>
                  <a:t>2025 4Q</a:t>
                </a:r>
                <a:r>
                  <a:rPr lang="en-US" altLang="ko-KR" sz="1354" baseline="30000">
                    <a:solidFill>
                      <a:srgbClr val="FFFFFF"/>
                    </a:solidFill>
                    <a:latin typeface="+mn-ea"/>
                  </a:rPr>
                  <a:t>3</a:t>
                </a:r>
              </a:p>
            </p:txBody>
          </p:sp>
          <p:sp>
            <p:nvSpPr>
              <p:cNvPr id="93" name="Rectangle: Rounded Corners 80">
                <a:extLst>
                  <a:ext uri="{FF2B5EF4-FFF2-40B4-BE49-F238E27FC236}">
                    <a16:creationId xmlns:a16="http://schemas.microsoft.com/office/drawing/2014/main" id="{E399AD68-8D24-0380-474A-E6E90E1F2C2C}"/>
                  </a:ext>
                </a:extLst>
              </p:cNvPr>
              <p:cNvSpPr/>
              <p:nvPr/>
            </p:nvSpPr>
            <p:spPr>
              <a:xfrm>
                <a:off x="10571788" y="5662390"/>
                <a:ext cx="788973" cy="279065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8EEE9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292" b="1" dirty="0">
                    <a:solidFill>
                      <a:srgbClr val="FFFFFF"/>
                    </a:solidFill>
                    <a:latin typeface="+mn-ea"/>
                  </a:rPr>
                  <a:t>5~10</a:t>
                </a:r>
                <a:r>
                  <a:rPr lang="ko-KR" altLang="en-US" sz="1292" b="1" dirty="0">
                    <a:solidFill>
                      <a:srgbClr val="FFFFFF"/>
                    </a:solidFill>
                    <a:latin typeface="+mn-ea"/>
                  </a:rPr>
                  <a:t>억</a:t>
                </a:r>
                <a:endParaRPr lang="en-US" altLang="ko-KR" sz="1292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cxnSp>
          <p:nvCxnSpPr>
            <p:cNvPr id="94" name="Straight Connector 184">
              <a:extLst>
                <a:ext uri="{FF2B5EF4-FFF2-40B4-BE49-F238E27FC236}">
                  <a16:creationId xmlns:a16="http://schemas.microsoft.com/office/drawing/2014/main" id="{F622BAEA-8F6A-BEDA-3EA4-4818FBDBFA7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57804" y="5015341"/>
              <a:ext cx="214327" cy="0"/>
            </a:xfrm>
            <a:prstGeom prst="line">
              <a:avLst/>
            </a:prstGeom>
            <a:ln w="12700" cap="rnd" cmpd="sng" algn="ctr">
              <a:solidFill>
                <a:srgbClr val="FFFFFF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89">
              <a:extLst>
                <a:ext uri="{FF2B5EF4-FFF2-40B4-BE49-F238E27FC236}">
                  <a16:creationId xmlns:a16="http://schemas.microsoft.com/office/drawing/2014/main" id="{968117E0-5302-1A28-1E57-70D6F3D44EB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643223" y="5015341"/>
              <a:ext cx="214327" cy="0"/>
            </a:xfrm>
            <a:prstGeom prst="line">
              <a:avLst/>
            </a:prstGeom>
            <a:ln w="12700" cap="rnd" cmpd="sng" algn="ctr">
              <a:solidFill>
                <a:srgbClr val="FFFFFF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192">
              <a:extLst>
                <a:ext uri="{FF2B5EF4-FFF2-40B4-BE49-F238E27FC236}">
                  <a16:creationId xmlns:a16="http://schemas.microsoft.com/office/drawing/2014/main" id="{7A0A502B-1787-7434-8366-9A021614E07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531924" y="5015341"/>
              <a:ext cx="214327" cy="0"/>
            </a:xfrm>
            <a:prstGeom prst="line">
              <a:avLst/>
            </a:prstGeom>
            <a:ln w="12700" cap="rnd" cmpd="sng" algn="ctr">
              <a:solidFill>
                <a:srgbClr val="FFFFFF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196">
              <a:extLst>
                <a:ext uri="{FF2B5EF4-FFF2-40B4-BE49-F238E27FC236}">
                  <a16:creationId xmlns:a16="http://schemas.microsoft.com/office/drawing/2014/main" id="{E04C4029-8ECB-4EF6-09D9-6BF89F56384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402463" y="5015341"/>
              <a:ext cx="214327" cy="0"/>
            </a:xfrm>
            <a:prstGeom prst="line">
              <a:avLst/>
            </a:prstGeom>
            <a:ln w="12700" cap="rnd" cmpd="sng" algn="ctr">
              <a:solidFill>
                <a:srgbClr val="FFFFFF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Group 204">
              <a:extLst>
                <a:ext uri="{FF2B5EF4-FFF2-40B4-BE49-F238E27FC236}">
                  <a16:creationId xmlns:a16="http://schemas.microsoft.com/office/drawing/2014/main" id="{E8CE6BA4-6F52-33A0-614A-643970AE8460}"/>
                </a:ext>
              </a:extLst>
            </p:cNvPr>
            <p:cNvGrpSpPr/>
            <p:nvPr/>
          </p:nvGrpSpPr>
          <p:grpSpPr>
            <a:xfrm>
              <a:off x="1864968" y="5188469"/>
              <a:ext cx="2644659" cy="1881092"/>
              <a:chOff x="7878904" y="3755282"/>
              <a:chExt cx="2644659" cy="2157589"/>
            </a:xfrm>
          </p:grpSpPr>
          <p:cxnSp>
            <p:nvCxnSpPr>
              <p:cNvPr id="99" name="Straight Connector 185">
                <a:extLst>
                  <a:ext uri="{FF2B5EF4-FFF2-40B4-BE49-F238E27FC236}">
                    <a16:creationId xmlns:a16="http://schemas.microsoft.com/office/drawing/2014/main" id="{5CA7D312-BF26-0702-2B98-C522BC6FF05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00109" y="4834077"/>
                <a:ext cx="2157589" cy="0"/>
              </a:xfrm>
              <a:prstGeom prst="line">
                <a:avLst/>
              </a:prstGeom>
              <a:ln w="12700" cap="rnd" cmpd="sng" algn="ctr">
                <a:solidFill>
                  <a:srgbClr val="00746E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190">
                <a:extLst>
                  <a:ext uri="{FF2B5EF4-FFF2-40B4-BE49-F238E27FC236}">
                    <a16:creationId xmlns:a16="http://schemas.microsoft.com/office/drawing/2014/main" id="{6BF39E4A-DB9A-B04D-19D3-E721B72A7E8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685528" y="4834077"/>
                <a:ext cx="2157589" cy="0"/>
              </a:xfrm>
              <a:prstGeom prst="line">
                <a:avLst/>
              </a:prstGeom>
              <a:ln w="12700" cap="rnd" cmpd="sng" algn="ctr">
                <a:solidFill>
                  <a:srgbClr val="00746E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93">
                <a:extLst>
                  <a:ext uri="{FF2B5EF4-FFF2-40B4-BE49-F238E27FC236}">
                    <a16:creationId xmlns:a16="http://schemas.microsoft.com/office/drawing/2014/main" id="{3093C424-EA21-4121-0B15-66371405DEF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574229" y="4834077"/>
                <a:ext cx="2157589" cy="0"/>
              </a:xfrm>
              <a:prstGeom prst="line">
                <a:avLst/>
              </a:prstGeom>
              <a:ln w="12700" cap="rnd" cmpd="sng" algn="ctr">
                <a:solidFill>
                  <a:srgbClr val="00746E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97">
                <a:extLst>
                  <a:ext uri="{FF2B5EF4-FFF2-40B4-BE49-F238E27FC236}">
                    <a16:creationId xmlns:a16="http://schemas.microsoft.com/office/drawing/2014/main" id="{AC7A6218-3108-CA15-A845-FBC5084255F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444768" y="4834077"/>
                <a:ext cx="2157589" cy="0"/>
              </a:xfrm>
              <a:prstGeom prst="line">
                <a:avLst/>
              </a:prstGeom>
              <a:ln w="12700" cap="rnd" cmpd="sng" algn="ctr">
                <a:solidFill>
                  <a:srgbClr val="00746E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Group 205">
              <a:extLst>
                <a:ext uri="{FF2B5EF4-FFF2-40B4-BE49-F238E27FC236}">
                  <a16:creationId xmlns:a16="http://schemas.microsoft.com/office/drawing/2014/main" id="{766F6F81-FA57-7E6A-3653-F5C26BA4B43D}"/>
                </a:ext>
              </a:extLst>
            </p:cNvPr>
            <p:cNvGrpSpPr/>
            <p:nvPr/>
          </p:nvGrpSpPr>
          <p:grpSpPr>
            <a:xfrm>
              <a:off x="1864968" y="7146264"/>
              <a:ext cx="2644659" cy="187358"/>
              <a:chOff x="7878904" y="3755282"/>
              <a:chExt cx="2644659" cy="2157589"/>
            </a:xfrm>
          </p:grpSpPr>
          <p:cxnSp>
            <p:nvCxnSpPr>
              <p:cNvPr id="104" name="Straight Connector 206">
                <a:extLst>
                  <a:ext uri="{FF2B5EF4-FFF2-40B4-BE49-F238E27FC236}">
                    <a16:creationId xmlns:a16="http://schemas.microsoft.com/office/drawing/2014/main" id="{C58EAD2B-5DFC-6111-A37C-DC6B34CBF5E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00109" y="4834077"/>
                <a:ext cx="2157589" cy="0"/>
              </a:xfrm>
              <a:prstGeom prst="line">
                <a:avLst/>
              </a:prstGeom>
              <a:ln w="12700" cap="rnd" cmpd="sng" algn="ctr">
                <a:solidFill>
                  <a:srgbClr val="FFFFFF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207">
                <a:extLst>
                  <a:ext uri="{FF2B5EF4-FFF2-40B4-BE49-F238E27FC236}">
                    <a16:creationId xmlns:a16="http://schemas.microsoft.com/office/drawing/2014/main" id="{A2597250-8B25-15CD-4406-D78682F0877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685528" y="4834077"/>
                <a:ext cx="2157589" cy="0"/>
              </a:xfrm>
              <a:prstGeom prst="line">
                <a:avLst/>
              </a:prstGeom>
              <a:ln w="12700" cap="rnd" cmpd="sng" algn="ctr">
                <a:solidFill>
                  <a:srgbClr val="FFFFFF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208">
                <a:extLst>
                  <a:ext uri="{FF2B5EF4-FFF2-40B4-BE49-F238E27FC236}">
                    <a16:creationId xmlns:a16="http://schemas.microsoft.com/office/drawing/2014/main" id="{A55F6655-605F-8981-7CFD-6017B9CECF6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574229" y="4834077"/>
                <a:ext cx="2157589" cy="0"/>
              </a:xfrm>
              <a:prstGeom prst="line">
                <a:avLst/>
              </a:prstGeom>
              <a:ln w="12700" cap="rnd" cmpd="sng" algn="ctr">
                <a:solidFill>
                  <a:srgbClr val="FFFFFF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209">
                <a:extLst>
                  <a:ext uri="{FF2B5EF4-FFF2-40B4-BE49-F238E27FC236}">
                    <a16:creationId xmlns:a16="http://schemas.microsoft.com/office/drawing/2014/main" id="{999B62A9-59A6-92D6-287B-D30D848478F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444768" y="4834077"/>
                <a:ext cx="2157589" cy="0"/>
              </a:xfrm>
              <a:prstGeom prst="line">
                <a:avLst/>
              </a:prstGeom>
              <a:ln w="12700" cap="rnd" cmpd="sng" algn="ctr">
                <a:solidFill>
                  <a:srgbClr val="FFFFFF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379569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직사각형 79">
            <a:extLst>
              <a:ext uri="{FF2B5EF4-FFF2-40B4-BE49-F238E27FC236}">
                <a16:creationId xmlns:a16="http://schemas.microsoft.com/office/drawing/2014/main" id="{1215B85E-7D67-86FE-E3AF-548D910FF447}"/>
              </a:ext>
            </a:extLst>
          </p:cNvPr>
          <p:cNvSpPr/>
          <p:nvPr/>
        </p:nvSpPr>
        <p:spPr>
          <a:xfrm>
            <a:off x="813155" y="4280167"/>
            <a:ext cx="423440" cy="6854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8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B251A3-E672-5DCE-76E9-2805351A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F74692-AA34-FA37-1F63-B8D124D38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EB8928-4727-3A44-523B-674DF12C340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FBBC6A-3425-4C62-80BA-0DDE16A15D08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6DB781-4156-20D9-DB8B-AC1BED6C0FC5}"/>
              </a:ext>
            </a:extLst>
          </p:cNvPr>
          <p:cNvSpPr/>
          <p:nvPr/>
        </p:nvSpPr>
        <p:spPr>
          <a:xfrm>
            <a:off x="6263517" y="3585476"/>
            <a:ext cx="407910" cy="10015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67B3798-8068-7181-1207-C463891F28D4}"/>
              </a:ext>
            </a:extLst>
          </p:cNvPr>
          <p:cNvSpPr/>
          <p:nvPr/>
        </p:nvSpPr>
        <p:spPr>
          <a:xfrm>
            <a:off x="4800135" y="4665176"/>
            <a:ext cx="407910" cy="2926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66085D-FDF7-46C0-548B-10F104F0E385}"/>
              </a:ext>
            </a:extLst>
          </p:cNvPr>
          <p:cNvSpPr/>
          <p:nvPr/>
        </p:nvSpPr>
        <p:spPr>
          <a:xfrm>
            <a:off x="5531377" y="4355372"/>
            <a:ext cx="407910" cy="602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6A19BB-8503-FD47-8EBC-D56669F74F7B}"/>
              </a:ext>
            </a:extLst>
          </p:cNvPr>
          <p:cNvSpPr/>
          <p:nvPr/>
        </p:nvSpPr>
        <p:spPr>
          <a:xfrm>
            <a:off x="6263517" y="4211379"/>
            <a:ext cx="407910" cy="746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CE0A24-8CA5-CC04-5277-CFB4FC4EDA8B}"/>
              </a:ext>
            </a:extLst>
          </p:cNvPr>
          <p:cNvSpPr txBox="1"/>
          <p:nvPr/>
        </p:nvSpPr>
        <p:spPr>
          <a:xfrm>
            <a:off x="4758639" y="4426586"/>
            <a:ext cx="575505" cy="281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31" b="1" dirty="0"/>
              <a:t>222</a:t>
            </a:r>
            <a:endParaRPr lang="ko-KR" altLang="en-US" sz="1231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6C2B3A-023E-AE64-C603-D48BBBF3106C}"/>
              </a:ext>
            </a:extLst>
          </p:cNvPr>
          <p:cNvSpPr txBox="1"/>
          <p:nvPr/>
        </p:nvSpPr>
        <p:spPr>
          <a:xfrm>
            <a:off x="5474344" y="4114073"/>
            <a:ext cx="608375" cy="281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31" b="1" dirty="0"/>
              <a:t>333</a:t>
            </a:r>
            <a:endParaRPr lang="ko-KR" altLang="en-US" sz="1231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B63E56-DACB-04C7-01B7-336CBBEA37A4}"/>
              </a:ext>
            </a:extLst>
          </p:cNvPr>
          <p:cNvSpPr txBox="1"/>
          <p:nvPr/>
        </p:nvSpPr>
        <p:spPr>
          <a:xfrm>
            <a:off x="6222918" y="4202557"/>
            <a:ext cx="522577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8" b="1" dirty="0"/>
              <a:t>509</a:t>
            </a:r>
            <a:endParaRPr lang="ko-KR" altLang="en-US" sz="1108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7A64B6-4B39-9083-1D3E-929BA1578EB8}"/>
              </a:ext>
            </a:extLst>
          </p:cNvPr>
          <p:cNvSpPr txBox="1"/>
          <p:nvPr/>
        </p:nvSpPr>
        <p:spPr>
          <a:xfrm>
            <a:off x="6142121" y="3310076"/>
            <a:ext cx="688550" cy="281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 b="1">
                <a:solidFill>
                  <a:srgbClr val="00746E"/>
                </a:solidFill>
              </a:defRPr>
            </a:lvl1pPr>
          </a:lstStyle>
          <a:p>
            <a:r>
              <a:rPr lang="en-US" altLang="ko-KR" sz="1231" dirty="0">
                <a:solidFill>
                  <a:schemeClr val="accent6"/>
                </a:solidFill>
              </a:rPr>
              <a:t>2,000</a:t>
            </a:r>
            <a:endParaRPr lang="ko-KR" altLang="en-US" sz="1231" dirty="0">
              <a:solidFill>
                <a:schemeClr val="accent6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719CCA-E451-7B24-143A-0770BE35F43D}"/>
              </a:ext>
            </a:extLst>
          </p:cNvPr>
          <p:cNvSpPr txBox="1"/>
          <p:nvPr/>
        </p:nvSpPr>
        <p:spPr>
          <a:xfrm>
            <a:off x="6860756" y="3220054"/>
            <a:ext cx="688550" cy="281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31" b="1" dirty="0">
                <a:solidFill>
                  <a:schemeClr val="accent6"/>
                </a:solidFill>
              </a:rPr>
              <a:t>2,069</a:t>
            </a:r>
            <a:endParaRPr lang="ko-KR" altLang="en-US" sz="1231" b="1" dirty="0">
              <a:solidFill>
                <a:schemeClr val="accent6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22E3E5E-12D5-4200-C968-4848C406E18F}"/>
              </a:ext>
            </a:extLst>
          </p:cNvPr>
          <p:cNvGrpSpPr/>
          <p:nvPr/>
        </p:nvGrpSpPr>
        <p:grpSpPr>
          <a:xfrm>
            <a:off x="4680014" y="5026248"/>
            <a:ext cx="2873655" cy="170496"/>
            <a:chOff x="1630535" y="2230901"/>
            <a:chExt cx="2396133" cy="126531"/>
          </a:xfrm>
        </p:grpSpPr>
        <p:sp>
          <p:nvSpPr>
            <p:cNvPr id="15" name="내용 개체 틀 2">
              <a:extLst>
                <a:ext uri="{FF2B5EF4-FFF2-40B4-BE49-F238E27FC236}">
                  <a16:creationId xmlns:a16="http://schemas.microsoft.com/office/drawing/2014/main" id="{4EDBB26D-F134-6821-1150-4C20F6693821}"/>
                </a:ext>
              </a:extLst>
            </p:cNvPr>
            <p:cNvSpPr txBox="1">
              <a:spLocks/>
            </p:cNvSpPr>
            <p:nvPr/>
          </p:nvSpPr>
          <p:spPr>
            <a:xfrm>
              <a:off x="2221569" y="2230901"/>
              <a:ext cx="623030" cy="12653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108" b="1" spc="-37">
                  <a:latin typeface="+mn-ea"/>
                  <a:cs typeface="Pretendard" panose="02000503000000020004" pitchFamily="50" charset="-127"/>
                </a:rPr>
                <a:t>24</a:t>
              </a:r>
              <a:r>
                <a:rPr lang="ko-KR" altLang="en-US" sz="1108" b="1" spc="-37">
                  <a:latin typeface="+mn-ea"/>
                  <a:cs typeface="Pretendard" panose="02000503000000020004" pitchFamily="50" charset="-127"/>
                </a:rPr>
                <a:t>년</a:t>
              </a:r>
            </a:p>
          </p:txBody>
        </p:sp>
        <p:sp>
          <p:nvSpPr>
            <p:cNvPr id="16" name="내용 개체 틀 2">
              <a:extLst>
                <a:ext uri="{FF2B5EF4-FFF2-40B4-BE49-F238E27FC236}">
                  <a16:creationId xmlns:a16="http://schemas.microsoft.com/office/drawing/2014/main" id="{7010A1B8-4F29-4217-EBDB-068D39262311}"/>
                </a:ext>
              </a:extLst>
            </p:cNvPr>
            <p:cNvSpPr txBox="1">
              <a:spLocks/>
            </p:cNvSpPr>
            <p:nvPr/>
          </p:nvSpPr>
          <p:spPr>
            <a:xfrm>
              <a:off x="2812603" y="2230901"/>
              <a:ext cx="623030" cy="12653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108" b="1" spc="-37">
                  <a:latin typeface="+mn-ea"/>
                  <a:cs typeface="Pretendard" panose="02000503000000020004" pitchFamily="50" charset="-127"/>
                </a:rPr>
                <a:t>25</a:t>
              </a:r>
              <a:r>
                <a:rPr lang="ko-KR" altLang="en-US" sz="1108" b="1" spc="-37">
                  <a:latin typeface="+mn-ea"/>
                  <a:cs typeface="Pretendard" panose="02000503000000020004" pitchFamily="50" charset="-127"/>
                </a:rPr>
                <a:t>년</a:t>
              </a:r>
            </a:p>
          </p:txBody>
        </p:sp>
        <p:sp>
          <p:nvSpPr>
            <p:cNvPr id="17" name="내용 개체 틀 2">
              <a:extLst>
                <a:ext uri="{FF2B5EF4-FFF2-40B4-BE49-F238E27FC236}">
                  <a16:creationId xmlns:a16="http://schemas.microsoft.com/office/drawing/2014/main" id="{B0881955-58AF-3D86-B3EF-1ADAD2B652A6}"/>
                </a:ext>
              </a:extLst>
            </p:cNvPr>
            <p:cNvSpPr txBox="1">
              <a:spLocks/>
            </p:cNvSpPr>
            <p:nvPr/>
          </p:nvSpPr>
          <p:spPr>
            <a:xfrm>
              <a:off x="3403638" y="2230901"/>
              <a:ext cx="623030" cy="12653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108" b="1" spc="-37">
                  <a:latin typeface="+mn-ea"/>
                  <a:cs typeface="Pretendard" panose="02000503000000020004" pitchFamily="50" charset="-127"/>
                </a:rPr>
                <a:t>’26</a:t>
              </a:r>
              <a:r>
                <a:rPr lang="ko-KR" altLang="en-US" sz="1108" b="1" spc="-37">
                  <a:latin typeface="+mn-ea"/>
                  <a:cs typeface="Pretendard" panose="02000503000000020004" pitchFamily="50" charset="-127"/>
                </a:rPr>
                <a:t>년</a:t>
              </a:r>
            </a:p>
          </p:txBody>
        </p:sp>
        <p:sp>
          <p:nvSpPr>
            <p:cNvPr id="18" name="내용 개체 틀 2">
              <a:extLst>
                <a:ext uri="{FF2B5EF4-FFF2-40B4-BE49-F238E27FC236}">
                  <a16:creationId xmlns:a16="http://schemas.microsoft.com/office/drawing/2014/main" id="{1011C32A-1084-F878-540C-1443ED1FDE59}"/>
                </a:ext>
              </a:extLst>
            </p:cNvPr>
            <p:cNvSpPr txBox="1">
              <a:spLocks/>
            </p:cNvSpPr>
            <p:nvPr/>
          </p:nvSpPr>
          <p:spPr>
            <a:xfrm>
              <a:off x="1630535" y="2230901"/>
              <a:ext cx="623030" cy="12653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108" b="1" spc="-37">
                  <a:latin typeface="+mn-ea"/>
                  <a:cs typeface="Pretendard" panose="02000503000000020004" pitchFamily="50" charset="-127"/>
                </a:rPr>
                <a:t>23</a:t>
              </a:r>
              <a:r>
                <a:rPr lang="ko-KR" altLang="en-US" sz="1108" b="1" spc="-37">
                  <a:latin typeface="+mn-ea"/>
                  <a:cs typeface="Pretendard" panose="02000503000000020004" pitchFamily="50" charset="-127"/>
                </a:rPr>
                <a:t>년</a:t>
              </a: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B3FC1E1-3461-ACC3-7F04-D2E4CC5732DB}"/>
              </a:ext>
            </a:extLst>
          </p:cNvPr>
          <p:cNvSpPr/>
          <p:nvPr/>
        </p:nvSpPr>
        <p:spPr>
          <a:xfrm>
            <a:off x="4326376" y="1871866"/>
            <a:ext cx="3553714" cy="3514674"/>
          </a:xfrm>
          <a:prstGeom prst="rect">
            <a:avLst/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83A9C0D1-ADAA-56B0-5E01-21F55B3BC2A1}"/>
              </a:ext>
            </a:extLst>
          </p:cNvPr>
          <p:cNvSpPr txBox="1">
            <a:spLocks/>
          </p:cNvSpPr>
          <p:nvPr/>
        </p:nvSpPr>
        <p:spPr>
          <a:xfrm>
            <a:off x="7154280" y="2019169"/>
            <a:ext cx="650704" cy="1561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ko-KR"/>
            </a:defPPr>
            <a:lvl1pPr marL="174625" lvl="0" indent="-174625" latinLnBrk="0">
              <a:spcBef>
                <a:spcPts val="0"/>
              </a:spcBef>
              <a:buFont typeface="Wingdings" panose="05000000000000000000" pitchFamily="2" charset="2"/>
              <a:buChar char="§"/>
              <a:defRPr sz="1200">
                <a:latin typeface="+mj-lt"/>
                <a:cs typeface="Arial" panose="020B0604020202020204" pitchFamily="34" charset="0"/>
              </a:defRPr>
            </a:lvl1pPr>
            <a:lvl2pPr marL="363538" lvl="1" indent="-188913" latinLnBrk="0">
              <a:spcBef>
                <a:spcPts val="0"/>
              </a:spcBef>
              <a:buFont typeface="Arial" panose="020B0604020202020204" pitchFamily="34" charset="0"/>
              <a:buChar char="-"/>
              <a:defRPr sz="1200">
                <a:latin typeface="+mj-lt"/>
                <a:cs typeface="Arial" panose="020B0604020202020204" pitchFamily="34" charset="0"/>
              </a:defRPr>
            </a:lvl2pPr>
            <a:lvl3pPr marL="538163" lvl="2" indent="-174625" latinLnBrk="0">
              <a:spcBef>
                <a:spcPts val="0"/>
              </a:spcBef>
              <a:buFont typeface="바탕" panose="02030600000101010101" pitchFamily="18" charset="-127"/>
              <a:buChar char="∙"/>
              <a:defRPr sz="1200">
                <a:latin typeface="+mj-lt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indent="0">
              <a:lnSpc>
                <a:spcPct val="130000"/>
              </a:lnSpc>
              <a:spcAft>
                <a:spcPts val="738"/>
              </a:spcAft>
              <a:buNone/>
            </a:pPr>
            <a:r>
              <a:rPr lang="en-US" altLang="ko-KR" sz="862" spc="-37">
                <a:latin typeface="+mn-ea"/>
                <a:cs typeface="Pretendard" panose="02000503000000020004" pitchFamily="50" charset="-127"/>
              </a:rPr>
              <a:t>(</a:t>
            </a:r>
            <a:r>
              <a:rPr lang="ko-KR" altLang="en-US" sz="862" spc="-37">
                <a:latin typeface="+mn-ea"/>
                <a:cs typeface="Pretendard" panose="02000503000000020004" pitchFamily="50" charset="-127"/>
              </a:rPr>
              <a:t>단위</a:t>
            </a:r>
            <a:r>
              <a:rPr lang="en-US" altLang="ko-KR" sz="862" spc="-37">
                <a:latin typeface="+mn-ea"/>
                <a:cs typeface="Pretendard" panose="02000503000000020004" pitchFamily="50" charset="-127"/>
              </a:rPr>
              <a:t>: </a:t>
            </a:r>
            <a:r>
              <a:rPr lang="ko-KR" altLang="en-US" sz="862" spc="-37">
                <a:latin typeface="+mn-ea"/>
                <a:cs typeface="Pretendard" panose="02000503000000020004" pitchFamily="50" charset="-127"/>
              </a:rPr>
              <a:t>억 원</a:t>
            </a:r>
            <a:r>
              <a:rPr lang="en-US" altLang="ko-KR" sz="862" spc="-37">
                <a:latin typeface="+mn-ea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0E962422-4085-3685-46A0-346520F1772C}"/>
              </a:ext>
            </a:extLst>
          </p:cNvPr>
          <p:cNvSpPr txBox="1">
            <a:spLocks/>
          </p:cNvSpPr>
          <p:nvPr/>
        </p:nvSpPr>
        <p:spPr>
          <a:xfrm>
            <a:off x="5427204" y="1788501"/>
            <a:ext cx="1472444" cy="19883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marL="174625" lvl="0" indent="-174625" latinLnBrk="0">
              <a:spcBef>
                <a:spcPts val="0"/>
              </a:spcBef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63538" lvl="1" indent="-188913" latinLnBrk="0">
              <a:spcBef>
                <a:spcPts val="0"/>
              </a:spcBef>
              <a:buFont typeface="Arial" panose="020B0604020202020204" pitchFamily="34" charset="0"/>
              <a:buChar char="–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38163" lvl="2" indent="-174625" latinLnBrk="0">
              <a:spcBef>
                <a:spcPts val="0"/>
              </a:spcBef>
              <a:buFont typeface="바탕" panose="02030600000101010101" pitchFamily="18" charset="-127"/>
              <a:buChar char="∙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indent="0" algn="ctr">
              <a:buNone/>
            </a:pPr>
            <a:r>
              <a:rPr lang="en-US" altLang="ko-KR" sz="1292" b="1" spc="-37" dirty="0">
                <a:latin typeface="+mn-ea"/>
                <a:cs typeface="Pretendard" panose="02000503000000020004" pitchFamily="50" charset="-127"/>
              </a:rPr>
              <a:t>EBITDA </a:t>
            </a:r>
            <a:r>
              <a:rPr lang="en-US" altLang="ko-KR" sz="1292" b="1" spc="-37" baseline="30000" dirty="0">
                <a:latin typeface="+mn-ea"/>
                <a:cs typeface="Pretendard" panose="02000503000000020004" pitchFamily="50" charset="-127"/>
              </a:rPr>
              <a:t>XXX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7D58E9E-6B1E-85EA-4548-6AC9CED2828A}"/>
              </a:ext>
            </a:extLst>
          </p:cNvPr>
          <p:cNvSpPr/>
          <p:nvPr/>
        </p:nvSpPr>
        <p:spPr>
          <a:xfrm>
            <a:off x="9463161" y="3011255"/>
            <a:ext cx="407910" cy="985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90320F0-F0F3-8E69-4C9B-9B16B08B91F1}"/>
              </a:ext>
            </a:extLst>
          </p:cNvPr>
          <p:cNvSpPr/>
          <p:nvPr/>
        </p:nvSpPr>
        <p:spPr>
          <a:xfrm>
            <a:off x="8731021" y="3011255"/>
            <a:ext cx="407910" cy="13863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EC43FA4-141B-F7FE-766F-A967F3DB9B20}"/>
              </a:ext>
            </a:extLst>
          </p:cNvPr>
          <p:cNvSpPr/>
          <p:nvPr/>
        </p:nvSpPr>
        <p:spPr>
          <a:xfrm>
            <a:off x="8162672" y="1871866"/>
            <a:ext cx="3553714" cy="3514674"/>
          </a:xfrm>
          <a:prstGeom prst="rect">
            <a:avLst/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5E4F75DD-A3F3-FEB3-3A59-644C8A02562E}"/>
              </a:ext>
            </a:extLst>
          </p:cNvPr>
          <p:cNvSpPr txBox="1">
            <a:spLocks/>
          </p:cNvSpPr>
          <p:nvPr/>
        </p:nvSpPr>
        <p:spPr>
          <a:xfrm>
            <a:off x="10990575" y="2019169"/>
            <a:ext cx="650704" cy="1561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ko-KR"/>
            </a:defPPr>
            <a:lvl1pPr marL="174625" lvl="0" indent="-174625" latinLnBrk="0">
              <a:spcBef>
                <a:spcPts val="0"/>
              </a:spcBef>
              <a:buFont typeface="Wingdings" panose="05000000000000000000" pitchFamily="2" charset="2"/>
              <a:buChar char="§"/>
              <a:defRPr sz="1200">
                <a:latin typeface="+mj-lt"/>
                <a:cs typeface="Arial" panose="020B0604020202020204" pitchFamily="34" charset="0"/>
              </a:defRPr>
            </a:lvl1pPr>
            <a:lvl2pPr marL="363538" lvl="1" indent="-188913" latinLnBrk="0">
              <a:spcBef>
                <a:spcPts val="0"/>
              </a:spcBef>
              <a:buFont typeface="Arial" panose="020B0604020202020204" pitchFamily="34" charset="0"/>
              <a:buChar char="-"/>
              <a:defRPr sz="1200">
                <a:latin typeface="+mj-lt"/>
                <a:cs typeface="Arial" panose="020B0604020202020204" pitchFamily="34" charset="0"/>
              </a:defRPr>
            </a:lvl2pPr>
            <a:lvl3pPr marL="538163" lvl="2" indent="-174625" latinLnBrk="0">
              <a:spcBef>
                <a:spcPts val="0"/>
              </a:spcBef>
              <a:buFont typeface="바탕" panose="02030600000101010101" pitchFamily="18" charset="-127"/>
              <a:buChar char="∙"/>
              <a:defRPr sz="1200">
                <a:latin typeface="+mj-lt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indent="0">
              <a:lnSpc>
                <a:spcPct val="130000"/>
              </a:lnSpc>
              <a:spcAft>
                <a:spcPts val="738"/>
              </a:spcAft>
              <a:buNone/>
            </a:pPr>
            <a:r>
              <a:rPr lang="en-US" altLang="ko-KR" sz="862" spc="-37">
                <a:latin typeface="+mn-ea"/>
                <a:cs typeface="Pretendard" panose="02000503000000020004" pitchFamily="50" charset="-127"/>
              </a:rPr>
              <a:t>(</a:t>
            </a:r>
            <a:r>
              <a:rPr lang="ko-KR" altLang="en-US" sz="862" spc="-37">
                <a:latin typeface="+mn-ea"/>
                <a:cs typeface="Pretendard" panose="02000503000000020004" pitchFamily="50" charset="-127"/>
              </a:rPr>
              <a:t>단위</a:t>
            </a:r>
            <a:r>
              <a:rPr lang="en-US" altLang="ko-KR" sz="862" spc="-37">
                <a:latin typeface="+mn-ea"/>
                <a:cs typeface="Pretendard" panose="02000503000000020004" pitchFamily="50" charset="-127"/>
              </a:rPr>
              <a:t>: </a:t>
            </a:r>
            <a:r>
              <a:rPr lang="ko-KR" altLang="en-US" sz="862" spc="-37">
                <a:latin typeface="+mn-ea"/>
                <a:cs typeface="Pretendard" panose="02000503000000020004" pitchFamily="50" charset="-127"/>
              </a:rPr>
              <a:t>억 원</a:t>
            </a:r>
            <a:r>
              <a:rPr lang="en-US" altLang="ko-KR" sz="862" spc="-37">
                <a:latin typeface="+mn-ea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3B021798-7C13-3E35-CB21-DA1C6ACA411C}"/>
              </a:ext>
            </a:extLst>
          </p:cNvPr>
          <p:cNvSpPr txBox="1">
            <a:spLocks/>
          </p:cNvSpPr>
          <p:nvPr/>
        </p:nvSpPr>
        <p:spPr>
          <a:xfrm>
            <a:off x="9263500" y="1788501"/>
            <a:ext cx="1472444" cy="19883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marL="174625" lvl="0" indent="-174625" latinLnBrk="0">
              <a:spcBef>
                <a:spcPts val="0"/>
              </a:spcBef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63538" lvl="1" indent="-188913" latinLnBrk="0">
              <a:spcBef>
                <a:spcPts val="0"/>
              </a:spcBef>
              <a:buFont typeface="Arial" panose="020B0604020202020204" pitchFamily="34" charset="0"/>
              <a:buChar char="–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38163" lvl="2" indent="-174625" latinLnBrk="0">
              <a:spcBef>
                <a:spcPts val="0"/>
              </a:spcBef>
              <a:buFont typeface="바탕" panose="02030600000101010101" pitchFamily="18" charset="-127"/>
              <a:buChar char="∙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indent="0" algn="ctr">
              <a:buNone/>
            </a:pPr>
            <a:r>
              <a:rPr lang="ko-KR" altLang="en-US" sz="1292" b="1" spc="-37" dirty="0" err="1">
                <a:latin typeface="+mn-ea"/>
                <a:cs typeface="Pretendard" panose="02000503000000020004" pitchFamily="50" charset="-127"/>
              </a:rPr>
              <a:t>세전이익</a:t>
            </a:r>
            <a:r>
              <a:rPr lang="en-US" altLang="ko-KR" sz="1292" b="1" spc="-37" dirty="0">
                <a:latin typeface="+mn-ea"/>
                <a:cs typeface="Pretendard" panose="02000503000000020004" pitchFamily="50" charset="-127"/>
              </a:rPr>
              <a:t> </a:t>
            </a:r>
            <a:r>
              <a:rPr lang="en-US" altLang="ko-KR" sz="1292" b="1" spc="-37" baseline="30000" dirty="0">
                <a:latin typeface="+mn-ea"/>
                <a:cs typeface="Pretendard" panose="02000503000000020004" pitchFamily="50" charset="-127"/>
              </a:rPr>
              <a:t>XXXX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704944C-5774-7157-16A0-EC79A81954BB}"/>
              </a:ext>
            </a:extLst>
          </p:cNvPr>
          <p:cNvSpPr/>
          <p:nvPr/>
        </p:nvSpPr>
        <p:spPr>
          <a:xfrm>
            <a:off x="10195300" y="3011255"/>
            <a:ext cx="407910" cy="5333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652E5F1-533F-C84C-98EA-1A0D4B7286EA}"/>
              </a:ext>
            </a:extLst>
          </p:cNvPr>
          <p:cNvSpPr/>
          <p:nvPr/>
        </p:nvSpPr>
        <p:spPr>
          <a:xfrm>
            <a:off x="10921218" y="2901154"/>
            <a:ext cx="407910" cy="943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>
              <a:solidFill>
                <a:schemeClr val="accent6"/>
              </a:solidFill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8755D0D-CFA5-1AAF-FC0F-73ECA0829F7A}"/>
              </a:ext>
            </a:extLst>
          </p:cNvPr>
          <p:cNvCxnSpPr>
            <a:cxnSpLocks/>
          </p:cNvCxnSpPr>
          <p:nvPr/>
        </p:nvCxnSpPr>
        <p:spPr>
          <a:xfrm>
            <a:off x="8445436" y="3001469"/>
            <a:ext cx="317734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74571CC-26A3-BA92-5190-94ED1A279D5A}"/>
              </a:ext>
            </a:extLst>
          </p:cNvPr>
          <p:cNvGrpSpPr/>
          <p:nvPr/>
        </p:nvGrpSpPr>
        <p:grpSpPr>
          <a:xfrm>
            <a:off x="8555914" y="2599472"/>
            <a:ext cx="2944519" cy="170502"/>
            <a:chOff x="1618872" y="2071430"/>
            <a:chExt cx="2455221" cy="126535"/>
          </a:xfrm>
        </p:grpSpPr>
        <p:sp>
          <p:nvSpPr>
            <p:cNvPr id="31" name="내용 개체 틀 2">
              <a:extLst>
                <a:ext uri="{FF2B5EF4-FFF2-40B4-BE49-F238E27FC236}">
                  <a16:creationId xmlns:a16="http://schemas.microsoft.com/office/drawing/2014/main" id="{E19F9DFE-F296-4BD4-DCB4-3A4352CF430A}"/>
                </a:ext>
              </a:extLst>
            </p:cNvPr>
            <p:cNvSpPr txBox="1">
              <a:spLocks/>
            </p:cNvSpPr>
            <p:nvPr/>
          </p:nvSpPr>
          <p:spPr>
            <a:xfrm>
              <a:off x="2229453" y="2071433"/>
              <a:ext cx="623030" cy="12653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108" b="1" spc="-37">
                  <a:latin typeface="+mn-ea"/>
                  <a:cs typeface="Pretendard" panose="02000503000000020004" pitchFamily="50" charset="-127"/>
                </a:rPr>
                <a:t>24</a:t>
              </a:r>
              <a:r>
                <a:rPr lang="ko-KR" altLang="en-US" sz="1108" b="1" spc="-37">
                  <a:latin typeface="+mn-ea"/>
                  <a:cs typeface="Pretendard" panose="02000503000000020004" pitchFamily="50" charset="-127"/>
                </a:rPr>
                <a:t>년</a:t>
              </a:r>
            </a:p>
          </p:txBody>
        </p:sp>
        <p:sp>
          <p:nvSpPr>
            <p:cNvPr id="32" name="내용 개체 틀 2">
              <a:extLst>
                <a:ext uri="{FF2B5EF4-FFF2-40B4-BE49-F238E27FC236}">
                  <a16:creationId xmlns:a16="http://schemas.microsoft.com/office/drawing/2014/main" id="{F5ADE9FA-9CF4-A703-4BA0-A43D331086EC}"/>
                </a:ext>
              </a:extLst>
            </p:cNvPr>
            <p:cNvSpPr txBox="1">
              <a:spLocks/>
            </p:cNvSpPr>
            <p:nvPr/>
          </p:nvSpPr>
          <p:spPr>
            <a:xfrm>
              <a:off x="2843315" y="2071435"/>
              <a:ext cx="623030" cy="12653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108" b="1" spc="-37">
                  <a:latin typeface="+mn-ea"/>
                  <a:cs typeface="Pretendard" panose="02000503000000020004" pitchFamily="50" charset="-127"/>
                </a:rPr>
                <a:t>25</a:t>
              </a:r>
              <a:r>
                <a:rPr lang="ko-KR" altLang="en-US" sz="1108" b="1" spc="-37">
                  <a:latin typeface="+mn-ea"/>
                  <a:cs typeface="Pretendard" panose="02000503000000020004" pitchFamily="50" charset="-127"/>
                </a:rPr>
                <a:t>년</a:t>
              </a:r>
            </a:p>
          </p:txBody>
        </p:sp>
        <p:sp>
          <p:nvSpPr>
            <p:cNvPr id="33" name="내용 개체 틀 2">
              <a:extLst>
                <a:ext uri="{FF2B5EF4-FFF2-40B4-BE49-F238E27FC236}">
                  <a16:creationId xmlns:a16="http://schemas.microsoft.com/office/drawing/2014/main" id="{209B6E00-3723-9DC4-19FE-F82AFE6EB295}"/>
                </a:ext>
              </a:extLst>
            </p:cNvPr>
            <p:cNvSpPr txBox="1">
              <a:spLocks/>
            </p:cNvSpPr>
            <p:nvPr/>
          </p:nvSpPr>
          <p:spPr>
            <a:xfrm>
              <a:off x="3451063" y="2071432"/>
              <a:ext cx="623030" cy="12653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108" b="1" spc="-37">
                  <a:latin typeface="+mn-ea"/>
                  <a:cs typeface="Pretendard" panose="02000503000000020004" pitchFamily="50" charset="-127"/>
                </a:rPr>
                <a:t>26</a:t>
              </a:r>
              <a:r>
                <a:rPr lang="ko-KR" altLang="en-US" sz="1108" b="1" spc="-37">
                  <a:latin typeface="+mn-ea"/>
                  <a:cs typeface="Pretendard" panose="02000503000000020004" pitchFamily="50" charset="-127"/>
                </a:rPr>
                <a:t>년</a:t>
              </a:r>
            </a:p>
          </p:txBody>
        </p:sp>
        <p:sp>
          <p:nvSpPr>
            <p:cNvPr id="34" name="내용 개체 틀 2">
              <a:extLst>
                <a:ext uri="{FF2B5EF4-FFF2-40B4-BE49-F238E27FC236}">
                  <a16:creationId xmlns:a16="http://schemas.microsoft.com/office/drawing/2014/main" id="{E0E7360F-AA05-B4A1-C2B8-029017793D56}"/>
                </a:ext>
              </a:extLst>
            </p:cNvPr>
            <p:cNvSpPr txBox="1">
              <a:spLocks/>
            </p:cNvSpPr>
            <p:nvPr/>
          </p:nvSpPr>
          <p:spPr>
            <a:xfrm>
              <a:off x="1618872" y="2071430"/>
              <a:ext cx="623030" cy="12653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108" b="1" spc="-37">
                  <a:latin typeface="+mn-ea"/>
                  <a:cs typeface="Pretendard" panose="02000503000000020004" pitchFamily="50" charset="-127"/>
                </a:rPr>
                <a:t>23</a:t>
              </a:r>
              <a:r>
                <a:rPr lang="ko-KR" altLang="en-US" sz="1108" b="1" spc="-37">
                  <a:latin typeface="+mn-ea"/>
                  <a:cs typeface="Pretendard" panose="02000503000000020004" pitchFamily="50" charset="-127"/>
                </a:rPr>
                <a:t>년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B5F4BA45-FEB1-86DC-07E3-BE2DCEF2A376}"/>
              </a:ext>
            </a:extLst>
          </p:cNvPr>
          <p:cNvSpPr txBox="1"/>
          <p:nvPr/>
        </p:nvSpPr>
        <p:spPr>
          <a:xfrm>
            <a:off x="10921218" y="2764889"/>
            <a:ext cx="407910" cy="407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31" b="1" dirty="0">
                <a:solidFill>
                  <a:schemeClr val="accent6"/>
                </a:solidFill>
              </a:rPr>
              <a:t>0</a:t>
            </a:r>
          </a:p>
          <a:p>
            <a:pPr algn="ctr"/>
            <a:endParaRPr lang="ko-KR" altLang="en-US" sz="1231" b="1" baseline="30000" dirty="0">
              <a:solidFill>
                <a:schemeClr val="accent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AC3675-CC8D-B82F-9B6F-FF3590382A33}"/>
              </a:ext>
            </a:extLst>
          </p:cNvPr>
          <p:cNvSpPr txBox="1"/>
          <p:nvPr/>
        </p:nvSpPr>
        <p:spPr>
          <a:xfrm>
            <a:off x="8445436" y="4386555"/>
            <a:ext cx="850194" cy="281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231" b="1" dirty="0">
                <a:latin typeface="+mn-ea"/>
                <a:cs typeface="Calibri" panose="02000503000000020004" pitchFamily="2" charset="-127"/>
              </a:rPr>
              <a:t>△</a:t>
            </a:r>
            <a:r>
              <a:rPr kumimoji="1" lang="en-US" altLang="ko-KR" sz="1231" b="1" dirty="0">
                <a:latin typeface="+mn-ea"/>
                <a:cs typeface="Calibri" panose="02000503000000020004" pitchFamily="2" charset="-127"/>
              </a:rPr>
              <a:t>1,014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2FED17-CAFD-EBDE-1E97-714FB9342198}"/>
              </a:ext>
            </a:extLst>
          </p:cNvPr>
          <p:cNvSpPr txBox="1"/>
          <p:nvPr/>
        </p:nvSpPr>
        <p:spPr>
          <a:xfrm>
            <a:off x="9303107" y="3955043"/>
            <a:ext cx="694170" cy="281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231" b="1" dirty="0">
                <a:latin typeface="+mn-ea"/>
                <a:cs typeface="Calibri" panose="02000503000000020004" pitchFamily="2" charset="-127"/>
              </a:rPr>
              <a:t>△</a:t>
            </a:r>
            <a:r>
              <a:rPr kumimoji="1" lang="en-US" altLang="ko-KR" sz="1231" b="1" dirty="0">
                <a:latin typeface="+mn-ea"/>
                <a:cs typeface="Calibri" panose="02000503000000020004" pitchFamily="2" charset="-127"/>
              </a:rPr>
              <a:t>522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426999-9800-294D-AAF2-B5014F19CCB7}"/>
              </a:ext>
            </a:extLst>
          </p:cNvPr>
          <p:cNvSpPr txBox="1"/>
          <p:nvPr/>
        </p:nvSpPr>
        <p:spPr>
          <a:xfrm>
            <a:off x="10024376" y="3534474"/>
            <a:ext cx="690172" cy="281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231" b="1" dirty="0">
                <a:latin typeface="+mn-ea"/>
                <a:cs typeface="Calibri" panose="02000503000000020004" pitchFamily="2" charset="-127"/>
              </a:rPr>
              <a:t>△</a:t>
            </a:r>
            <a:r>
              <a:rPr kumimoji="1" lang="en-US" altLang="ko-KR" sz="1231" b="1" dirty="0">
                <a:latin typeface="+mn-ea"/>
                <a:cs typeface="Calibri" panose="02000503000000020004" pitchFamily="2" charset="-127"/>
              </a:rPr>
              <a:t>393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F6B5D2E-DA03-0A0C-3D3A-ED2E0C9CE658}"/>
              </a:ext>
            </a:extLst>
          </p:cNvPr>
          <p:cNvSpPr/>
          <p:nvPr/>
        </p:nvSpPr>
        <p:spPr>
          <a:xfrm>
            <a:off x="10197206" y="3009599"/>
            <a:ext cx="407910" cy="1098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7F91736-7387-72E5-760E-EF9E51EC57D0}"/>
              </a:ext>
            </a:extLst>
          </p:cNvPr>
          <p:cNvSpPr/>
          <p:nvPr/>
        </p:nvSpPr>
        <p:spPr>
          <a:xfrm>
            <a:off x="10922989" y="2987215"/>
            <a:ext cx="407910" cy="70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>
              <a:solidFill>
                <a:schemeClr val="accent6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B9ED9A1-5235-A57F-0E45-F167B54BF334}"/>
              </a:ext>
            </a:extLst>
          </p:cNvPr>
          <p:cNvSpPr/>
          <p:nvPr/>
        </p:nvSpPr>
        <p:spPr>
          <a:xfrm>
            <a:off x="6987196" y="3493424"/>
            <a:ext cx="407910" cy="10015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F98861E-D40A-3FCA-46A4-2D41F019FF26}"/>
              </a:ext>
            </a:extLst>
          </p:cNvPr>
          <p:cNvSpPr/>
          <p:nvPr/>
        </p:nvSpPr>
        <p:spPr>
          <a:xfrm>
            <a:off x="6987196" y="3731071"/>
            <a:ext cx="407910" cy="12267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7899C0-108C-92FD-C669-7CA85F52487E}"/>
              </a:ext>
            </a:extLst>
          </p:cNvPr>
          <p:cNvSpPr txBox="1"/>
          <p:nvPr/>
        </p:nvSpPr>
        <p:spPr>
          <a:xfrm>
            <a:off x="6987196" y="3687758"/>
            <a:ext cx="522576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8" b="1"/>
              <a:t>959</a:t>
            </a:r>
            <a:endParaRPr lang="ko-KR" altLang="en-US" sz="1108" b="1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34B27866-F953-BC64-B368-C0E3EA9E4480}"/>
              </a:ext>
            </a:extLst>
          </p:cNvPr>
          <p:cNvCxnSpPr>
            <a:cxnSpLocks/>
          </p:cNvCxnSpPr>
          <p:nvPr/>
        </p:nvCxnSpPr>
        <p:spPr>
          <a:xfrm>
            <a:off x="4513988" y="4957779"/>
            <a:ext cx="317734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4585A3CF-6FCD-167D-C591-AFFFEAE4DD71}"/>
              </a:ext>
            </a:extLst>
          </p:cNvPr>
          <p:cNvCxnSpPr>
            <a:cxnSpLocks/>
            <a:endCxn id="13" idx="0"/>
          </p:cNvCxnSpPr>
          <p:nvPr/>
        </p:nvCxnSpPr>
        <p:spPr>
          <a:xfrm flipV="1">
            <a:off x="5673295" y="3220054"/>
            <a:ext cx="1531736" cy="922480"/>
          </a:xfrm>
          <a:prstGeom prst="bentConnector4">
            <a:avLst>
              <a:gd name="adj1" fmla="val 38762"/>
              <a:gd name="adj2" fmla="val 12478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3D9A502-3402-A95A-C2FF-18C2FC686530}"/>
              </a:ext>
            </a:extLst>
          </p:cNvPr>
          <p:cNvSpPr txBox="1"/>
          <p:nvPr/>
        </p:nvSpPr>
        <p:spPr>
          <a:xfrm>
            <a:off x="6136027" y="2785073"/>
            <a:ext cx="736770" cy="2628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8" b="1" dirty="0">
                <a:solidFill>
                  <a:schemeClr val="accent6"/>
                </a:solidFill>
              </a:rPr>
              <a:t>+500</a:t>
            </a:r>
            <a:r>
              <a:rPr lang="ko-KR" altLang="en-US" sz="1108" b="1" dirty="0">
                <a:solidFill>
                  <a:schemeClr val="accent6"/>
                </a:solidFill>
              </a:rPr>
              <a:t>억 </a:t>
            </a: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53C4888E-38E0-EEEC-2DF0-0F5FA7064A0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880216" y="2966671"/>
            <a:ext cx="1040319" cy="1472444"/>
          </a:xfrm>
          <a:prstGeom prst="bentConnector3">
            <a:avLst>
              <a:gd name="adj1" fmla="val -190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5F5D9FD-16C5-2F26-8DB7-CC82F896C672}"/>
              </a:ext>
            </a:extLst>
          </p:cNvPr>
          <p:cNvSpPr txBox="1"/>
          <p:nvPr/>
        </p:nvSpPr>
        <p:spPr>
          <a:xfrm>
            <a:off x="10024376" y="4264300"/>
            <a:ext cx="773698" cy="2817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31" b="1" dirty="0">
                <a:solidFill>
                  <a:schemeClr val="accent6"/>
                </a:solidFill>
              </a:rPr>
              <a:t>+900</a:t>
            </a:r>
            <a:r>
              <a:rPr lang="ko-KR" altLang="en-US" sz="1231" b="1" dirty="0">
                <a:solidFill>
                  <a:schemeClr val="accent6"/>
                </a:solidFill>
              </a:rPr>
              <a:t>억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943671-C450-48AF-40E8-15115E51D6E5}"/>
              </a:ext>
            </a:extLst>
          </p:cNvPr>
          <p:cNvSpPr txBox="1"/>
          <p:nvPr/>
        </p:nvSpPr>
        <p:spPr>
          <a:xfrm>
            <a:off x="10097247" y="3093750"/>
            <a:ext cx="601452" cy="281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31" b="1" dirty="0">
                <a:solidFill>
                  <a:schemeClr val="accent6"/>
                </a:solidFill>
              </a:rPr>
              <a:t>△</a:t>
            </a:r>
            <a:r>
              <a:rPr lang="en-US" altLang="ko-KR" sz="1231" b="1" dirty="0">
                <a:solidFill>
                  <a:schemeClr val="accent6"/>
                </a:solidFill>
              </a:rPr>
              <a:t>45</a:t>
            </a:r>
            <a:endParaRPr lang="ko-KR" altLang="en-US" sz="1231" b="1" baseline="30000" dirty="0">
              <a:solidFill>
                <a:schemeClr val="accent6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C34CE61-B06D-AA20-6369-CC78314B4A94}"/>
              </a:ext>
            </a:extLst>
          </p:cNvPr>
          <p:cNvSpPr/>
          <p:nvPr/>
        </p:nvSpPr>
        <p:spPr>
          <a:xfrm>
            <a:off x="2277027" y="3494509"/>
            <a:ext cx="423440" cy="11304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8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CD10968-AE59-170E-12E3-764ED36EAF52}"/>
              </a:ext>
            </a:extLst>
          </p:cNvPr>
          <p:cNvSpPr/>
          <p:nvPr/>
        </p:nvSpPr>
        <p:spPr>
          <a:xfrm>
            <a:off x="3013777" y="3368723"/>
            <a:ext cx="423440" cy="12056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8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F1A6431-B540-8716-6EFC-E35CDD7B8401}"/>
              </a:ext>
            </a:extLst>
          </p:cNvPr>
          <p:cNvSpPr/>
          <p:nvPr/>
        </p:nvSpPr>
        <p:spPr>
          <a:xfrm>
            <a:off x="1517014" y="4003745"/>
            <a:ext cx="423440" cy="9678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8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A0E44CB-B739-A643-1836-C8C139746A9A}"/>
              </a:ext>
            </a:extLst>
          </p:cNvPr>
          <p:cNvSpPr/>
          <p:nvPr/>
        </p:nvSpPr>
        <p:spPr>
          <a:xfrm>
            <a:off x="2277027" y="3841164"/>
            <a:ext cx="423440" cy="11304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8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65212E0-3D5B-2573-2706-3D505CCFF464}"/>
              </a:ext>
            </a:extLst>
          </p:cNvPr>
          <p:cNvSpPr/>
          <p:nvPr/>
        </p:nvSpPr>
        <p:spPr>
          <a:xfrm>
            <a:off x="3013777" y="3569059"/>
            <a:ext cx="423440" cy="14025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8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C45D24-1583-AB25-4F30-90202CEE4655}"/>
              </a:ext>
            </a:extLst>
          </p:cNvPr>
          <p:cNvSpPr txBox="1"/>
          <p:nvPr/>
        </p:nvSpPr>
        <p:spPr>
          <a:xfrm>
            <a:off x="738618" y="4030388"/>
            <a:ext cx="651269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8" b="1" dirty="0"/>
              <a:t>4,710</a:t>
            </a:r>
            <a:endParaRPr lang="ko-KR" altLang="en-US" sz="1108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64FF50-39FF-A3AF-9F31-B4A211730F51}"/>
              </a:ext>
            </a:extLst>
          </p:cNvPr>
          <p:cNvSpPr txBox="1"/>
          <p:nvPr/>
        </p:nvSpPr>
        <p:spPr>
          <a:xfrm>
            <a:off x="1450662" y="3764505"/>
            <a:ext cx="631537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8" b="1"/>
              <a:t>5,611</a:t>
            </a:r>
            <a:endParaRPr lang="ko-KR" altLang="en-US" sz="1108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E74A06-6C22-6ABB-2CB0-299D2082163E}"/>
              </a:ext>
            </a:extLst>
          </p:cNvPr>
          <p:cNvSpPr txBox="1"/>
          <p:nvPr/>
        </p:nvSpPr>
        <p:spPr>
          <a:xfrm>
            <a:off x="2203750" y="3838735"/>
            <a:ext cx="649662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8" b="1" dirty="0"/>
              <a:t>6,251</a:t>
            </a:r>
            <a:endParaRPr lang="ko-KR" altLang="en-US" sz="1108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BA9C07-FF94-3F20-8186-1D8AC53AF8CA}"/>
              </a:ext>
            </a:extLst>
          </p:cNvPr>
          <p:cNvSpPr txBox="1"/>
          <p:nvPr/>
        </p:nvSpPr>
        <p:spPr>
          <a:xfrm>
            <a:off x="2922656" y="3532706"/>
            <a:ext cx="654570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8" b="1" dirty="0"/>
              <a:t>8,570</a:t>
            </a:r>
            <a:endParaRPr lang="ko-KR" altLang="en-US" sz="1108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569176-3846-B44B-DD7F-1AD8DB473842}"/>
              </a:ext>
            </a:extLst>
          </p:cNvPr>
          <p:cNvSpPr txBox="1"/>
          <p:nvPr/>
        </p:nvSpPr>
        <p:spPr>
          <a:xfrm>
            <a:off x="2197926" y="3237428"/>
            <a:ext cx="621022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 b="1">
                <a:solidFill>
                  <a:srgbClr val="00746E"/>
                </a:solidFill>
              </a:defRPr>
            </a:lvl1pPr>
          </a:lstStyle>
          <a:p>
            <a:r>
              <a:rPr lang="en-US" altLang="ko-KR" sz="1108" dirty="0">
                <a:solidFill>
                  <a:schemeClr val="accent6"/>
                </a:solidFill>
              </a:rPr>
              <a:t>9,742</a:t>
            </a:r>
            <a:endParaRPr lang="ko-KR" altLang="en-US" sz="1108" dirty="0">
              <a:solidFill>
                <a:schemeClr val="accent6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B114E5-5AC0-430D-E709-45072DBA30C6}"/>
              </a:ext>
            </a:extLst>
          </p:cNvPr>
          <p:cNvSpPr txBox="1"/>
          <p:nvPr/>
        </p:nvSpPr>
        <p:spPr>
          <a:xfrm>
            <a:off x="2842158" y="3112014"/>
            <a:ext cx="770773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8" b="1" dirty="0">
                <a:solidFill>
                  <a:schemeClr val="accent6"/>
                </a:solidFill>
              </a:rPr>
              <a:t>109,651</a:t>
            </a:r>
            <a:endParaRPr lang="ko-KR" altLang="en-US" sz="1108" b="1" dirty="0">
              <a:solidFill>
                <a:schemeClr val="accent6"/>
              </a:solidFill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1B28BA4-7E1E-4A7D-D0E6-6F5656A95DE8}"/>
              </a:ext>
            </a:extLst>
          </p:cNvPr>
          <p:cNvCxnSpPr>
            <a:cxnSpLocks/>
          </p:cNvCxnSpPr>
          <p:nvPr/>
        </p:nvCxnSpPr>
        <p:spPr>
          <a:xfrm>
            <a:off x="460891" y="4971601"/>
            <a:ext cx="32983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E7915217-608E-DEE7-1850-2553FB6DF125}"/>
              </a:ext>
            </a:extLst>
          </p:cNvPr>
          <p:cNvGrpSpPr/>
          <p:nvPr/>
        </p:nvGrpSpPr>
        <p:grpSpPr>
          <a:xfrm>
            <a:off x="634737" y="5017895"/>
            <a:ext cx="2983060" cy="170496"/>
            <a:chOff x="1630535" y="2230901"/>
            <a:chExt cx="2396133" cy="126764"/>
          </a:xfrm>
        </p:grpSpPr>
        <p:sp>
          <p:nvSpPr>
            <p:cNvPr id="65" name="내용 개체 틀 2">
              <a:extLst>
                <a:ext uri="{FF2B5EF4-FFF2-40B4-BE49-F238E27FC236}">
                  <a16:creationId xmlns:a16="http://schemas.microsoft.com/office/drawing/2014/main" id="{1987195B-254E-55BA-A392-E794EDD2E1A1}"/>
                </a:ext>
              </a:extLst>
            </p:cNvPr>
            <p:cNvSpPr txBox="1">
              <a:spLocks/>
            </p:cNvSpPr>
            <p:nvPr/>
          </p:nvSpPr>
          <p:spPr>
            <a:xfrm>
              <a:off x="2221569" y="2230901"/>
              <a:ext cx="623030" cy="12676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108" b="1" spc="-37">
                  <a:latin typeface="+mn-ea"/>
                  <a:cs typeface="Pretendard" panose="02000503000000020004" pitchFamily="50" charset="-127"/>
                </a:rPr>
                <a:t>24</a:t>
              </a:r>
              <a:r>
                <a:rPr lang="ko-KR" altLang="en-US" sz="1108" b="1" spc="-37">
                  <a:latin typeface="+mn-ea"/>
                  <a:cs typeface="Pretendard" panose="02000503000000020004" pitchFamily="50" charset="-127"/>
                </a:rPr>
                <a:t>년</a:t>
              </a:r>
            </a:p>
          </p:txBody>
        </p:sp>
        <p:sp>
          <p:nvSpPr>
            <p:cNvPr id="66" name="내용 개체 틀 2">
              <a:extLst>
                <a:ext uri="{FF2B5EF4-FFF2-40B4-BE49-F238E27FC236}">
                  <a16:creationId xmlns:a16="http://schemas.microsoft.com/office/drawing/2014/main" id="{5A78456F-FCEA-F30F-7EE2-14D08AC5B0EF}"/>
                </a:ext>
              </a:extLst>
            </p:cNvPr>
            <p:cNvSpPr txBox="1">
              <a:spLocks/>
            </p:cNvSpPr>
            <p:nvPr/>
          </p:nvSpPr>
          <p:spPr>
            <a:xfrm>
              <a:off x="2812603" y="2230901"/>
              <a:ext cx="623030" cy="12676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108" b="1" spc="-37">
                  <a:latin typeface="+mn-ea"/>
                  <a:cs typeface="Pretendard" panose="02000503000000020004" pitchFamily="50" charset="-127"/>
                </a:rPr>
                <a:t>25</a:t>
              </a:r>
              <a:r>
                <a:rPr lang="ko-KR" altLang="en-US" sz="1108" b="1" spc="-37">
                  <a:latin typeface="+mn-ea"/>
                  <a:cs typeface="Pretendard" panose="02000503000000020004" pitchFamily="50" charset="-127"/>
                </a:rPr>
                <a:t>년</a:t>
              </a:r>
            </a:p>
          </p:txBody>
        </p:sp>
        <p:sp>
          <p:nvSpPr>
            <p:cNvPr id="67" name="내용 개체 틀 2">
              <a:extLst>
                <a:ext uri="{FF2B5EF4-FFF2-40B4-BE49-F238E27FC236}">
                  <a16:creationId xmlns:a16="http://schemas.microsoft.com/office/drawing/2014/main" id="{D5248D17-A103-BF01-B2F7-611B7E1C46AF}"/>
                </a:ext>
              </a:extLst>
            </p:cNvPr>
            <p:cNvSpPr txBox="1">
              <a:spLocks/>
            </p:cNvSpPr>
            <p:nvPr/>
          </p:nvSpPr>
          <p:spPr>
            <a:xfrm>
              <a:off x="3403638" y="2230901"/>
              <a:ext cx="623030" cy="12676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108" b="1" spc="-37">
                  <a:latin typeface="+mn-ea"/>
                  <a:cs typeface="Pretendard" panose="02000503000000020004" pitchFamily="50" charset="-127"/>
                </a:rPr>
                <a:t>’26</a:t>
              </a:r>
              <a:r>
                <a:rPr lang="ko-KR" altLang="en-US" sz="1108" b="1" spc="-37">
                  <a:latin typeface="+mn-ea"/>
                  <a:cs typeface="Pretendard" panose="02000503000000020004" pitchFamily="50" charset="-127"/>
                </a:rPr>
                <a:t>년</a:t>
              </a:r>
            </a:p>
          </p:txBody>
        </p:sp>
        <p:sp>
          <p:nvSpPr>
            <p:cNvPr id="68" name="내용 개체 틀 2">
              <a:extLst>
                <a:ext uri="{FF2B5EF4-FFF2-40B4-BE49-F238E27FC236}">
                  <a16:creationId xmlns:a16="http://schemas.microsoft.com/office/drawing/2014/main" id="{EFE0DEFE-F1BE-409F-9140-3D2178C7F063}"/>
                </a:ext>
              </a:extLst>
            </p:cNvPr>
            <p:cNvSpPr txBox="1">
              <a:spLocks/>
            </p:cNvSpPr>
            <p:nvPr/>
          </p:nvSpPr>
          <p:spPr>
            <a:xfrm>
              <a:off x="1630535" y="2230901"/>
              <a:ext cx="623030" cy="12676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108" b="1" spc="-37">
                  <a:latin typeface="+mn-ea"/>
                  <a:cs typeface="Pretendard" panose="02000503000000020004" pitchFamily="50" charset="-127"/>
                </a:rPr>
                <a:t>23</a:t>
              </a:r>
              <a:r>
                <a:rPr lang="ko-KR" altLang="en-US" sz="1108" b="1" spc="-37">
                  <a:latin typeface="+mn-ea"/>
                  <a:cs typeface="Pretendard" panose="02000503000000020004" pitchFamily="50" charset="-127"/>
                </a:rPr>
                <a:t>년</a:t>
              </a:r>
            </a:p>
          </p:txBody>
        </p:sp>
      </p:grpSp>
      <p:sp>
        <p:nvSpPr>
          <p:cNvPr id="69" name="내용 개체 틀 2">
            <a:extLst>
              <a:ext uri="{FF2B5EF4-FFF2-40B4-BE49-F238E27FC236}">
                <a16:creationId xmlns:a16="http://schemas.microsoft.com/office/drawing/2014/main" id="{435C89E5-A2C0-543A-238D-CB6F9B7C7CB8}"/>
              </a:ext>
            </a:extLst>
          </p:cNvPr>
          <p:cNvSpPr txBox="1">
            <a:spLocks/>
          </p:cNvSpPr>
          <p:nvPr/>
        </p:nvSpPr>
        <p:spPr>
          <a:xfrm>
            <a:off x="3251908" y="2025375"/>
            <a:ext cx="675477" cy="1561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ko-KR"/>
            </a:defPPr>
            <a:lvl1pPr marL="174625" lvl="0" indent="-174625" latinLnBrk="0">
              <a:spcBef>
                <a:spcPts val="0"/>
              </a:spcBef>
              <a:buFont typeface="Wingdings" panose="05000000000000000000" pitchFamily="2" charset="2"/>
              <a:buChar char="§"/>
              <a:defRPr sz="1200">
                <a:latin typeface="+mj-lt"/>
                <a:cs typeface="Arial" panose="020B0604020202020204" pitchFamily="34" charset="0"/>
              </a:defRPr>
            </a:lvl1pPr>
            <a:lvl2pPr marL="363538" lvl="1" indent="-188913" latinLnBrk="0">
              <a:spcBef>
                <a:spcPts val="0"/>
              </a:spcBef>
              <a:buFont typeface="Arial" panose="020B0604020202020204" pitchFamily="34" charset="0"/>
              <a:buChar char="-"/>
              <a:defRPr sz="1200">
                <a:latin typeface="+mj-lt"/>
                <a:cs typeface="Arial" panose="020B0604020202020204" pitchFamily="34" charset="0"/>
              </a:defRPr>
            </a:lvl2pPr>
            <a:lvl3pPr marL="538163" lvl="2" indent="-174625" latinLnBrk="0">
              <a:spcBef>
                <a:spcPts val="0"/>
              </a:spcBef>
              <a:buFont typeface="바탕" panose="02030600000101010101" pitchFamily="18" charset="-127"/>
              <a:buChar char="∙"/>
              <a:defRPr sz="1200">
                <a:latin typeface="+mj-lt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indent="0">
              <a:lnSpc>
                <a:spcPct val="130000"/>
              </a:lnSpc>
              <a:spcAft>
                <a:spcPts val="738"/>
              </a:spcAft>
              <a:buNone/>
            </a:pPr>
            <a:r>
              <a:rPr lang="en-US" altLang="ko-KR" sz="862" spc="-37">
                <a:latin typeface="+mn-ea"/>
                <a:cs typeface="Pretendard" panose="02000503000000020004" pitchFamily="50" charset="-127"/>
              </a:rPr>
              <a:t>(</a:t>
            </a:r>
            <a:r>
              <a:rPr lang="ko-KR" altLang="en-US" sz="862" spc="-37">
                <a:latin typeface="+mn-ea"/>
                <a:cs typeface="Pretendard" panose="02000503000000020004" pitchFamily="50" charset="-127"/>
              </a:rPr>
              <a:t>단위</a:t>
            </a:r>
            <a:r>
              <a:rPr lang="en-US" altLang="ko-KR" sz="862" spc="-37">
                <a:latin typeface="+mn-ea"/>
                <a:cs typeface="Pretendard" panose="02000503000000020004" pitchFamily="50" charset="-127"/>
              </a:rPr>
              <a:t>: </a:t>
            </a:r>
            <a:r>
              <a:rPr lang="ko-KR" altLang="en-US" sz="862" spc="-37">
                <a:latin typeface="+mn-ea"/>
                <a:cs typeface="Pretendard" panose="02000503000000020004" pitchFamily="50" charset="-127"/>
              </a:rPr>
              <a:t>억 원</a:t>
            </a:r>
            <a:r>
              <a:rPr lang="en-US" altLang="ko-KR" sz="862" spc="-37">
                <a:latin typeface="+mn-ea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70" name="물결 69">
            <a:extLst>
              <a:ext uri="{FF2B5EF4-FFF2-40B4-BE49-F238E27FC236}">
                <a16:creationId xmlns:a16="http://schemas.microsoft.com/office/drawing/2014/main" id="{2252F0DC-BD12-F4AF-A804-440D3C345E15}"/>
              </a:ext>
            </a:extLst>
          </p:cNvPr>
          <p:cNvSpPr/>
          <p:nvPr/>
        </p:nvSpPr>
        <p:spPr>
          <a:xfrm flipV="1">
            <a:off x="749639" y="4749836"/>
            <a:ext cx="493754" cy="107126"/>
          </a:xfrm>
          <a:prstGeom prst="wave">
            <a:avLst>
              <a:gd name="adj1" fmla="val 2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>
              <a:solidFill>
                <a:schemeClr val="bg1"/>
              </a:solidFill>
            </a:endParaRPr>
          </a:p>
        </p:txBody>
      </p:sp>
      <p:sp>
        <p:nvSpPr>
          <p:cNvPr id="71" name="물결 70">
            <a:extLst>
              <a:ext uri="{FF2B5EF4-FFF2-40B4-BE49-F238E27FC236}">
                <a16:creationId xmlns:a16="http://schemas.microsoft.com/office/drawing/2014/main" id="{8E6CAC51-C07A-35B2-1C05-1B34CE701D0C}"/>
              </a:ext>
            </a:extLst>
          </p:cNvPr>
          <p:cNvSpPr/>
          <p:nvPr/>
        </p:nvSpPr>
        <p:spPr>
          <a:xfrm flipV="1">
            <a:off x="1463703" y="4749836"/>
            <a:ext cx="493754" cy="107126"/>
          </a:xfrm>
          <a:prstGeom prst="wave">
            <a:avLst>
              <a:gd name="adj1" fmla="val 2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>
              <a:solidFill>
                <a:schemeClr val="bg1"/>
              </a:solidFill>
            </a:endParaRPr>
          </a:p>
        </p:txBody>
      </p:sp>
      <p:sp>
        <p:nvSpPr>
          <p:cNvPr id="72" name="물결 71">
            <a:extLst>
              <a:ext uri="{FF2B5EF4-FFF2-40B4-BE49-F238E27FC236}">
                <a16:creationId xmlns:a16="http://schemas.microsoft.com/office/drawing/2014/main" id="{B67CCDB0-0CA4-BC71-515E-249118FFA9A7}"/>
              </a:ext>
            </a:extLst>
          </p:cNvPr>
          <p:cNvSpPr/>
          <p:nvPr/>
        </p:nvSpPr>
        <p:spPr>
          <a:xfrm flipV="1">
            <a:off x="2279124" y="4749836"/>
            <a:ext cx="493754" cy="107126"/>
          </a:xfrm>
          <a:prstGeom prst="wave">
            <a:avLst>
              <a:gd name="adj1" fmla="val 2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>
              <a:solidFill>
                <a:schemeClr val="bg1"/>
              </a:solidFill>
            </a:endParaRPr>
          </a:p>
        </p:txBody>
      </p:sp>
      <p:sp>
        <p:nvSpPr>
          <p:cNvPr id="73" name="물결 72">
            <a:extLst>
              <a:ext uri="{FF2B5EF4-FFF2-40B4-BE49-F238E27FC236}">
                <a16:creationId xmlns:a16="http://schemas.microsoft.com/office/drawing/2014/main" id="{6A517ED2-FCCF-19CC-64EF-1A1EBCADAB75}"/>
              </a:ext>
            </a:extLst>
          </p:cNvPr>
          <p:cNvSpPr/>
          <p:nvPr/>
        </p:nvSpPr>
        <p:spPr>
          <a:xfrm flipV="1">
            <a:off x="3012957" y="4749836"/>
            <a:ext cx="493754" cy="107126"/>
          </a:xfrm>
          <a:prstGeom prst="wave">
            <a:avLst>
              <a:gd name="adj1" fmla="val 2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>
              <a:solidFill>
                <a:schemeClr val="bg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81E203B-C2F7-CBB3-BAC9-E32602D2C911}"/>
              </a:ext>
            </a:extLst>
          </p:cNvPr>
          <p:cNvSpPr/>
          <p:nvPr/>
        </p:nvSpPr>
        <p:spPr>
          <a:xfrm>
            <a:off x="383290" y="1878342"/>
            <a:ext cx="3689009" cy="3508198"/>
          </a:xfrm>
          <a:prstGeom prst="rect">
            <a:avLst/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23"/>
          </a:p>
        </p:txBody>
      </p:sp>
      <p:sp>
        <p:nvSpPr>
          <p:cNvPr id="75" name="내용 개체 틀 2">
            <a:extLst>
              <a:ext uri="{FF2B5EF4-FFF2-40B4-BE49-F238E27FC236}">
                <a16:creationId xmlns:a16="http://schemas.microsoft.com/office/drawing/2014/main" id="{3BB05D61-573A-3B8A-CB4D-AF9F961651D5}"/>
              </a:ext>
            </a:extLst>
          </p:cNvPr>
          <p:cNvSpPr txBox="1">
            <a:spLocks/>
          </p:cNvSpPr>
          <p:nvPr/>
        </p:nvSpPr>
        <p:spPr>
          <a:xfrm>
            <a:off x="1396319" y="1795131"/>
            <a:ext cx="1528502" cy="19883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marL="174625" lvl="0" indent="-174625" latinLnBrk="0">
              <a:spcBef>
                <a:spcPts val="0"/>
              </a:spcBef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63538" lvl="1" indent="-188913" latinLnBrk="0">
              <a:spcBef>
                <a:spcPts val="0"/>
              </a:spcBef>
              <a:buFont typeface="Arial" panose="020B0604020202020204" pitchFamily="34" charset="0"/>
              <a:buChar char="–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38163" lvl="2" indent="-174625" latinLnBrk="0">
              <a:spcBef>
                <a:spcPts val="0"/>
              </a:spcBef>
              <a:buFont typeface="바탕" panose="02030600000101010101" pitchFamily="18" charset="-127"/>
              <a:buChar char="∙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indent="0" algn="ctr">
              <a:buNone/>
            </a:pPr>
            <a:r>
              <a:rPr lang="en-US" altLang="ko-KR" sz="1292" b="1" spc="-37" dirty="0">
                <a:latin typeface="+mn-ea"/>
                <a:cs typeface="Pretendard" panose="02000503000000020004" pitchFamily="50" charset="-127"/>
              </a:rPr>
              <a:t>Revenue </a:t>
            </a:r>
            <a:r>
              <a:rPr lang="en-US" altLang="ko-KR" sz="1292" b="1" spc="-37" baseline="30000" dirty="0">
                <a:latin typeface="+mn-ea"/>
                <a:cs typeface="Pretendard" panose="02000503000000020004" pitchFamily="50" charset="-127"/>
              </a:rPr>
              <a:t>XXX</a:t>
            </a:r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8F5B7C12-6129-28B1-4606-C58A34DE84E8}"/>
              </a:ext>
            </a:extLst>
          </p:cNvPr>
          <p:cNvCxnSpPr>
            <a:cxnSpLocks/>
          </p:cNvCxnSpPr>
          <p:nvPr/>
        </p:nvCxnSpPr>
        <p:spPr>
          <a:xfrm flipV="1">
            <a:off x="1698777" y="3112010"/>
            <a:ext cx="1577045" cy="675066"/>
          </a:xfrm>
          <a:prstGeom prst="bentConnector4">
            <a:avLst>
              <a:gd name="adj1" fmla="val -769"/>
              <a:gd name="adj2" fmla="val 14598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D8F734C-57DF-9B27-6A18-6573E3D6298E}"/>
              </a:ext>
            </a:extLst>
          </p:cNvPr>
          <p:cNvSpPr txBox="1"/>
          <p:nvPr/>
        </p:nvSpPr>
        <p:spPr>
          <a:xfrm>
            <a:off x="2045066" y="2670233"/>
            <a:ext cx="861471" cy="2628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8" b="1" dirty="0">
                <a:solidFill>
                  <a:schemeClr val="accent6"/>
                </a:solidFill>
              </a:rPr>
              <a:t>+2,040</a:t>
            </a:r>
            <a:r>
              <a:rPr lang="ko-KR" altLang="en-US" sz="1108" b="1" dirty="0">
                <a:solidFill>
                  <a:schemeClr val="accent6"/>
                </a:solidFill>
              </a:rPr>
              <a:t>억 </a:t>
            </a:r>
          </a:p>
        </p:txBody>
      </p:sp>
    </p:spTree>
    <p:extLst>
      <p:ext uri="{BB962C8B-B14F-4D97-AF65-F5344CB8AC3E}">
        <p14:creationId xmlns:p14="http://schemas.microsoft.com/office/powerpoint/2010/main" val="21138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782E4A57-705C-1E51-D599-43851C2CAE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7E11CB-DFC7-D519-EC2A-EE5E9B524683}"/>
              </a:ext>
            </a:extLst>
          </p:cNvPr>
          <p:cNvSpPr txBox="1"/>
          <p:nvPr/>
        </p:nvSpPr>
        <p:spPr bwMode="auto">
          <a:xfrm>
            <a:off x="988865" y="1344564"/>
            <a:ext cx="810000" cy="343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27001" tIns="27001" rIns="27001" bIns="27001" rtlCol="0" anchor="ctr">
            <a:noAutofit/>
          </a:bodyPr>
          <a:lstStyle/>
          <a:p>
            <a:pPr algn="ctr" defTabSz="685817" latinLnBrk="0">
              <a:lnSpc>
                <a:spcPct val="130000"/>
              </a:lnSpc>
              <a:spcBef>
                <a:spcPts val="450"/>
              </a:spcBef>
              <a:spcAft>
                <a:spcPts val="554"/>
              </a:spcAft>
              <a:buClr>
                <a:srgbClr val="C00000"/>
              </a:buClr>
              <a:buSzPct val="120000"/>
              <a:defRPr/>
            </a:pPr>
            <a:r>
              <a:rPr lang="en-US" altLang="ko-KR" sz="985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985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단위 </a:t>
            </a:r>
            <a:r>
              <a:rPr lang="en-US" altLang="ko-KR" sz="985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985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억원</a:t>
            </a:r>
            <a:r>
              <a:rPr lang="en-US" altLang="ko-KR" sz="985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23" name="양쪽 모서리가 둥근 사각형 16">
            <a:extLst>
              <a:ext uri="{FF2B5EF4-FFF2-40B4-BE49-F238E27FC236}">
                <a16:creationId xmlns:a16="http://schemas.microsoft.com/office/drawing/2014/main" id="{4EDFD019-2C7A-6B3E-9176-44062637F620}"/>
              </a:ext>
            </a:extLst>
          </p:cNvPr>
          <p:cNvSpPr/>
          <p:nvPr/>
        </p:nvSpPr>
        <p:spPr>
          <a:xfrm>
            <a:off x="2957555" y="1525237"/>
            <a:ext cx="538087" cy="235678"/>
          </a:xfrm>
          <a:prstGeom prst="round2SameRect">
            <a:avLst>
              <a:gd name="adj1" fmla="val 29071"/>
              <a:gd name="adj2" fmla="val 0"/>
            </a:avLst>
          </a:prstGeom>
          <a:solidFill>
            <a:schemeClr val="accent3"/>
          </a:solidFill>
          <a:ln w="63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17">
              <a:spcAft>
                <a:spcPts val="554"/>
              </a:spcAft>
              <a:defRPr/>
            </a:pPr>
            <a:r>
              <a:rPr lang="en-US" altLang="ko-KR" sz="1108" b="1" dirty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BU</a:t>
            </a:r>
            <a:r>
              <a:rPr lang="ko-KR" altLang="en-US" sz="1108" b="1" dirty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별도</a:t>
            </a:r>
            <a:endParaRPr lang="en-US" altLang="ko-KR" sz="1108" b="1" dirty="0">
              <a:solidFill>
                <a:prstClr val="whit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B55D59EF-1445-052B-FD1C-7DE9507695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4003" y="576391"/>
            <a:ext cx="162862" cy="2435758"/>
          </a:xfrm>
          <a:prstGeom prst="rect">
            <a:avLst/>
          </a:prstGeom>
        </p:spPr>
      </p:pic>
      <p:sp>
        <p:nvSpPr>
          <p:cNvPr id="25" name="양쪽 모서리가 둥근 사각형 16">
            <a:extLst>
              <a:ext uri="{FF2B5EF4-FFF2-40B4-BE49-F238E27FC236}">
                <a16:creationId xmlns:a16="http://schemas.microsoft.com/office/drawing/2014/main" id="{33EF3607-4DDC-A5C4-1B2C-A51A3733CD52}"/>
              </a:ext>
            </a:extLst>
          </p:cNvPr>
          <p:cNvSpPr/>
          <p:nvPr/>
        </p:nvSpPr>
        <p:spPr>
          <a:xfrm>
            <a:off x="4173106" y="1525238"/>
            <a:ext cx="614788" cy="235899"/>
          </a:xfrm>
          <a:prstGeom prst="round2SameRect">
            <a:avLst>
              <a:gd name="adj1" fmla="val 32892"/>
              <a:gd name="adj2" fmla="val 0"/>
            </a:avLst>
          </a:prstGeom>
          <a:solidFill>
            <a:schemeClr val="accent5"/>
          </a:solidFill>
          <a:ln w="63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17">
              <a:spcAft>
                <a:spcPts val="554"/>
              </a:spcAft>
              <a:defRPr/>
            </a:pPr>
            <a:r>
              <a:rPr lang="ko-KR" altLang="en-US" sz="1108" b="1" dirty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연결</a:t>
            </a:r>
            <a:endParaRPr lang="en-US" altLang="ko-KR" sz="862" dirty="0">
              <a:solidFill>
                <a:prstClr val="whit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양쪽 모서리가 둥근 사각형 16">
            <a:extLst>
              <a:ext uri="{FF2B5EF4-FFF2-40B4-BE49-F238E27FC236}">
                <a16:creationId xmlns:a16="http://schemas.microsoft.com/office/drawing/2014/main" id="{CBA187C6-58BF-2746-B583-AE42F9BF7531}"/>
              </a:ext>
            </a:extLst>
          </p:cNvPr>
          <p:cNvSpPr/>
          <p:nvPr/>
        </p:nvSpPr>
        <p:spPr>
          <a:xfrm>
            <a:off x="4857578" y="1525237"/>
            <a:ext cx="535734" cy="235678"/>
          </a:xfrm>
          <a:prstGeom prst="round2SameRect">
            <a:avLst>
              <a:gd name="adj1" fmla="val 27168"/>
              <a:gd name="adj2" fmla="val 0"/>
            </a:avLst>
          </a:prstGeom>
          <a:solidFill>
            <a:schemeClr val="accent6"/>
          </a:solidFill>
          <a:ln w="63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3323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17">
              <a:spcAft>
                <a:spcPts val="554"/>
              </a:spcAft>
              <a:defRPr/>
            </a:pPr>
            <a:r>
              <a:rPr lang="ko-KR" altLang="en-US" sz="1108" b="1" i="1" dirty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전년比</a:t>
            </a:r>
            <a:endParaRPr lang="en-US" altLang="ko-KR" sz="1108" b="1" i="1" dirty="0">
              <a:solidFill>
                <a:prstClr val="whit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양쪽 모서리가 둥근 사각형 16">
            <a:extLst>
              <a:ext uri="{FF2B5EF4-FFF2-40B4-BE49-F238E27FC236}">
                <a16:creationId xmlns:a16="http://schemas.microsoft.com/office/drawing/2014/main" id="{00BE1D6A-3E2C-C555-135C-507F0F12BEB6}"/>
              </a:ext>
            </a:extLst>
          </p:cNvPr>
          <p:cNvSpPr/>
          <p:nvPr/>
        </p:nvSpPr>
        <p:spPr>
          <a:xfrm>
            <a:off x="3565329" y="1525237"/>
            <a:ext cx="538087" cy="235678"/>
          </a:xfrm>
          <a:prstGeom prst="round2SameRect">
            <a:avLst>
              <a:gd name="adj1" fmla="val 29071"/>
              <a:gd name="adj2" fmla="val 0"/>
            </a:avLst>
          </a:prstGeom>
          <a:solidFill>
            <a:schemeClr val="accent4"/>
          </a:solidFill>
          <a:ln w="63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17">
              <a:spcAft>
                <a:spcPts val="554"/>
              </a:spcAft>
              <a:defRPr/>
            </a:pPr>
            <a:r>
              <a:rPr lang="ko-KR" altLang="en-US" sz="1108" b="1" dirty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자회사</a:t>
            </a:r>
            <a:endParaRPr lang="en-US" altLang="ko-KR" sz="1108" b="1" dirty="0">
              <a:solidFill>
                <a:prstClr val="whit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450455DC-53E9-033E-F065-6958E0547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738437"/>
              </p:ext>
            </p:extLst>
          </p:nvPr>
        </p:nvGraphicFramePr>
        <p:xfrm>
          <a:off x="1115538" y="1794384"/>
          <a:ext cx="4306799" cy="4389506"/>
        </p:xfrm>
        <a:graphic>
          <a:graphicData uri="http://schemas.openxmlformats.org/drawingml/2006/table">
            <a:tbl>
              <a:tblPr/>
              <a:tblGrid>
                <a:gridCol w="700007">
                  <a:extLst>
                    <a:ext uri="{9D8B030D-6E8A-4147-A177-3AD203B41FA5}">
                      <a16:colId xmlns:a16="http://schemas.microsoft.com/office/drawing/2014/main" val="3678679270"/>
                    </a:ext>
                  </a:extLst>
                </a:gridCol>
                <a:gridCol w="189106">
                  <a:extLst>
                    <a:ext uri="{9D8B030D-6E8A-4147-A177-3AD203B41FA5}">
                      <a16:colId xmlns:a16="http://schemas.microsoft.com/office/drawing/2014/main" val="2510469380"/>
                    </a:ext>
                  </a:extLst>
                </a:gridCol>
                <a:gridCol w="589381">
                  <a:extLst>
                    <a:ext uri="{9D8B030D-6E8A-4147-A177-3AD203B41FA5}">
                      <a16:colId xmlns:a16="http://schemas.microsoft.com/office/drawing/2014/main" val="258655293"/>
                    </a:ext>
                  </a:extLst>
                </a:gridCol>
                <a:gridCol w="171566">
                  <a:extLst>
                    <a:ext uri="{9D8B030D-6E8A-4147-A177-3AD203B41FA5}">
                      <a16:colId xmlns:a16="http://schemas.microsoft.com/office/drawing/2014/main" val="748606118"/>
                    </a:ext>
                  </a:extLst>
                </a:gridCol>
                <a:gridCol w="664185">
                  <a:extLst>
                    <a:ext uri="{9D8B030D-6E8A-4147-A177-3AD203B41FA5}">
                      <a16:colId xmlns:a16="http://schemas.microsoft.com/office/drawing/2014/main" val="3768353621"/>
                    </a:ext>
                  </a:extLst>
                </a:gridCol>
                <a:gridCol w="664185">
                  <a:extLst>
                    <a:ext uri="{9D8B030D-6E8A-4147-A177-3AD203B41FA5}">
                      <a16:colId xmlns:a16="http://schemas.microsoft.com/office/drawing/2014/main" val="1390838017"/>
                    </a:ext>
                  </a:extLst>
                </a:gridCol>
                <a:gridCol w="664185">
                  <a:extLst>
                    <a:ext uri="{9D8B030D-6E8A-4147-A177-3AD203B41FA5}">
                      <a16:colId xmlns:a16="http://schemas.microsoft.com/office/drawing/2014/main" val="2687840625"/>
                    </a:ext>
                  </a:extLst>
                </a:gridCol>
                <a:gridCol w="664185">
                  <a:extLst>
                    <a:ext uri="{9D8B030D-6E8A-4147-A177-3AD203B41FA5}">
                      <a16:colId xmlns:a16="http://schemas.microsoft.com/office/drawing/2014/main" val="2335352491"/>
                    </a:ext>
                  </a:extLst>
                </a:gridCol>
              </a:tblGrid>
              <a:tr h="211460">
                <a:tc gridSpan="3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매출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/>
                          <a:ea typeface="나눔바른고딕"/>
                          <a:cs typeface="Tahoma"/>
                        </a:rPr>
                        <a:t>매출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131</a:t>
                      </a:r>
                    </a:p>
                  </a:txBody>
                  <a:tcPr marL="49846" marR="49846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12,401</a:t>
                      </a:r>
                    </a:p>
                  </a:txBody>
                  <a:tcPr marL="49846" marR="49846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12,532</a:t>
                      </a:r>
                    </a:p>
                  </a:txBody>
                  <a:tcPr marL="49846" marR="49846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2,111</a:t>
                      </a:r>
                    </a:p>
                  </a:txBody>
                  <a:tcPr marL="49846" marR="49846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436495"/>
                  </a:ext>
                </a:extLst>
              </a:tr>
              <a:tr h="56271"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1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789080"/>
                  </a:ext>
                </a:extLst>
              </a:tr>
              <a:tr h="21146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매출이익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  <a:ea typeface="나눔바른고딕"/>
                          <a:cs typeface="Tahoma"/>
                        </a:rPr>
                        <a:t>매출이익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94 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2,048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2,142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347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35416"/>
                  </a:ext>
                </a:extLst>
              </a:tr>
              <a:tr h="56271">
                <a:tc gridSpan="2">
                  <a:txBody>
                    <a:bodyPr/>
                    <a:lstStyle/>
                    <a:p>
                      <a:pPr algn="ctr" fontAlgn="ctr"/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1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454820"/>
                  </a:ext>
                </a:extLst>
              </a:tr>
              <a:tr h="21146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판관비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  <a:ea typeface="나눔바른고딕"/>
                          <a:cs typeface="Tahoma"/>
                        </a:rPr>
                        <a:t>판관비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522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2,027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2,549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254</a:t>
                      </a:r>
                      <a:endParaRPr lang="en-US" altLang="ko-KR" sz="1100" b="0" i="0" u="none" strike="noStrike" kern="1200" baseline="300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789921"/>
                  </a:ext>
                </a:extLst>
              </a:tr>
              <a:tr h="56271">
                <a:tc gridSpan="2">
                  <a:txBody>
                    <a:bodyPr/>
                    <a:lstStyle/>
                    <a:p>
                      <a:pPr algn="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6646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400" b="0" i="0" u="none" strike="noStrike" kern="1200" baseline="300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1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871252"/>
                  </a:ext>
                </a:extLst>
              </a:tr>
              <a:tr h="56271">
                <a:tc gridSpan="2">
                  <a:txBody>
                    <a:bodyPr/>
                    <a:lstStyle/>
                    <a:p>
                      <a:pPr algn="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6646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400" b="0" i="0" u="none" strike="noStrike" kern="1200" baseline="300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1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237286"/>
                  </a:ext>
                </a:extLst>
              </a:tr>
              <a:tr h="21146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영업이익</a:t>
                      </a:r>
                      <a:endParaRPr lang="ko-KR" altLang="en-US" sz="12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A5C2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  <a:ea typeface="나눔바른고딕"/>
                          <a:cs typeface="Tahoma"/>
                        </a:rPr>
                        <a:t>영업이익</a:t>
                      </a:r>
                      <a:endParaRPr lang="ko-KR" altLang="en-US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Tahoma"/>
                        <a:ea typeface="나눔바른고딕"/>
                        <a:cs typeface="Tahom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A5C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428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A5C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21</a:t>
                      </a:r>
                      <a:endParaRPr lang="en-US" altLang="ko-KR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A5C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407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A5C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93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A5C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990539"/>
                  </a:ext>
                </a:extLst>
              </a:tr>
              <a:tr h="56271">
                <a:tc gridSpan="2">
                  <a:txBody>
                    <a:bodyPr/>
                    <a:lstStyle/>
                    <a:p>
                      <a:pPr algn="ctr" fontAlgn="ctr"/>
                      <a:endParaRPr lang="en-US" altLang="ko-KR" sz="400" b="0" i="1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400" b="0" i="1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42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1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748360"/>
                  </a:ext>
                </a:extLst>
              </a:tr>
              <a:tr h="214347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영업외</a:t>
                      </a:r>
                      <a:endParaRPr lang="ko-KR" altLang="en-US" sz="1200" b="1" i="0" u="none" strike="noStrike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F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baseline="0" err="1">
                          <a:solidFill>
                            <a:srgbClr val="000000"/>
                          </a:solidFill>
                          <a:effectLst/>
                          <a:latin typeface="Tahoma"/>
                          <a:ea typeface="나눔바른고딕"/>
                          <a:cs typeface="Tahoma"/>
                        </a:rPr>
                        <a:t>영업외</a:t>
                      </a:r>
                      <a:endParaRPr lang="ko-KR" altLang="en-US" sz="1100" b="1" i="0" u="none" strike="noStrike" baseline="0">
                        <a:solidFill>
                          <a:srgbClr val="000000"/>
                        </a:solidFill>
                        <a:effectLst/>
                        <a:latin typeface="Tahoma"/>
                        <a:ea typeface="나눔바른고딕"/>
                        <a:cs typeface="Tahom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841 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D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967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D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1,808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D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37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234985"/>
                  </a:ext>
                </a:extLst>
              </a:tr>
              <a:tr h="173012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사내차입금 금융비용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/>
                          <a:cs typeface="Tahoma"/>
                        </a:rPr>
                        <a:t>금융비용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840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840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61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118598"/>
                  </a:ext>
                </a:extLst>
              </a:tr>
              <a:tr h="173012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기타 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금융비용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지분법 등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 err="1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/>
                          <a:cs typeface="Tahoma"/>
                        </a:rPr>
                        <a:t>기타환차손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/>
                          <a:cs typeface="Tahoma"/>
                        </a:rPr>
                        <a:t> 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 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967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968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24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871455"/>
                  </a:ext>
                </a:extLst>
              </a:tr>
              <a:tr h="56271"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1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480072"/>
                  </a:ext>
                </a:extLst>
              </a:tr>
              <a:tr h="56271"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0" i="1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445355"/>
                  </a:ext>
                </a:extLst>
              </a:tr>
              <a:tr h="21146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세전이익</a:t>
                      </a:r>
                      <a:endParaRPr lang="ko-KR" altLang="en-US" sz="1200" b="1" i="0" u="none" strike="noStrike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baseline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나눔바른고딕" panose="020B0603020101020101" pitchFamily="50" charset="-127"/>
                          <a:cs typeface="Tahoma" panose="020B0604030504040204" pitchFamily="34" charset="0"/>
                        </a:rPr>
                        <a:t>세전이익</a:t>
                      </a:r>
                      <a:endParaRPr lang="ko-KR" altLang="en-US" sz="1100" b="1" i="0" u="none" strike="noStrike" baseline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나눔바른고딕" panose="020B0603020101020101" pitchFamily="50" charset="-127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1,269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946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2,215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130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450811"/>
                  </a:ext>
                </a:extLst>
              </a:tr>
              <a:tr h="56271"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400" b="1" i="0" u="none" strike="noStrike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1" i="0" u="none" strike="noStrike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750048"/>
                  </a:ext>
                </a:extLst>
              </a:tr>
              <a:tr h="21146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EBITDA</a:t>
                      </a:r>
                      <a:endParaRPr lang="ko-KR" altLang="en-US" sz="1200" b="1" i="0" u="none" strike="noStrike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F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baseline="0">
                          <a:solidFill>
                            <a:srgbClr val="000000"/>
                          </a:solidFill>
                          <a:effectLst/>
                          <a:latin typeface="Tahoma"/>
                          <a:ea typeface="Tahoma"/>
                          <a:cs typeface="Tahoma"/>
                        </a:rPr>
                        <a:t>EBITDA</a:t>
                      </a:r>
                      <a:endParaRPr lang="ko-KR" altLang="en-US" sz="1100" b="1" i="0" u="none" strike="noStrike" baseline="0">
                        <a:solidFill>
                          <a:srgbClr val="000000"/>
                        </a:solidFill>
                        <a:effectLst/>
                        <a:latin typeface="Tahoma"/>
                        <a:ea typeface="나눔바른고딕" panose="020B0603020101020101" pitchFamily="50" charset="-127"/>
                        <a:cs typeface="Tahom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370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D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1,475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D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1,105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D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214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379932"/>
                  </a:ext>
                </a:extLst>
              </a:tr>
              <a:tr h="2114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자회사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F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자회사 계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CE92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CE9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CE9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1,475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CE9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1,475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CE9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253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CE9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393616"/>
                  </a:ext>
                </a:extLst>
              </a:tr>
              <a:tr h="211460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ahoma"/>
                          <a:ea typeface="나눔바른고딕"/>
                          <a:cs typeface="Tahoma"/>
                        </a:rPr>
                        <a:t>자회사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TES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416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416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170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171235"/>
                  </a:ext>
                </a:extLst>
              </a:tr>
              <a:tr h="21146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ahoma"/>
                        <a:ea typeface="나눔바른고딕"/>
                        <a:cs typeface="Tahoma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EMC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633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633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81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444088"/>
                  </a:ext>
                </a:extLst>
              </a:tr>
              <a:tr h="21146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ahoma"/>
                        <a:ea typeface="나눔바른고딕"/>
                        <a:cs typeface="Tahoma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리뉴원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303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303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80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091927"/>
                  </a:ext>
                </a:extLst>
              </a:tr>
              <a:tr h="21146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Tahoma"/>
                        <a:ea typeface="나눔바른고딕"/>
                        <a:cs typeface="Tahoma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기타법인</a:t>
                      </a:r>
                      <a:r>
                        <a:rPr lang="en-US" altLang="ko-KR" sz="1100" b="0" i="0" u="none" strike="noStrike" kern="1200" baseline="300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ko-KR" altLang="en-US" sz="1100" b="0" i="0" u="none" strike="noStrike" kern="1200" baseline="300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123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123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84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371012"/>
                  </a:ext>
                </a:extLst>
              </a:tr>
              <a:tr h="21146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본사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F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D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370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D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D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370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D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39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714733"/>
                  </a:ext>
                </a:extLst>
              </a:tr>
              <a:tr h="56271"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1" i="0" u="none" strike="noStrike" baseline="0" dirty="0">
                        <a:solidFill>
                          <a:srgbClr val="C00000"/>
                        </a:solidFill>
                        <a:effectLst/>
                        <a:highlight>
                          <a:srgbClr val="FFFF00"/>
                        </a:highlight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1" i="0" u="none" strike="noStrike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1" i="0" u="none" strike="noStrike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1" i="1" u="none" strike="noStrike" baseline="0" dirty="0">
                        <a:solidFill>
                          <a:srgbClr val="C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619592"/>
                  </a:ext>
                </a:extLst>
              </a:tr>
              <a:tr h="56271"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1" i="0" u="none" strike="noStrike" baseline="0" dirty="0">
                        <a:solidFill>
                          <a:srgbClr val="C00000"/>
                        </a:solidFill>
                        <a:effectLst/>
                        <a:highlight>
                          <a:srgbClr val="FFFF00"/>
                        </a:highlight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1" i="0" u="none" strike="noStrike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1" i="0" u="none" strike="noStrike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400" b="1" i="1" u="none" strike="noStrike" baseline="0" dirty="0">
                        <a:solidFill>
                          <a:srgbClr val="C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375283"/>
                  </a:ext>
                </a:extLst>
              </a:tr>
              <a:tr h="344442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OCF</a:t>
                      </a:r>
                      <a:endParaRPr lang="ko-KR" altLang="en-US" sz="1200" b="1" i="0" u="none" strike="noStrike" baseline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Tahoma"/>
                          <a:ea typeface="나눔바른고딕"/>
                          <a:cs typeface="Tahoma"/>
                        </a:rPr>
                        <a:t>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ko-KR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cs typeface="Pretendard" panose="02000503000000020004" pitchFamily="50" charset="-127"/>
                        </a:rPr>
                        <a:t>1,210</a:t>
                      </a:r>
                      <a:endParaRPr lang="ko-KR" alt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879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cs typeface="Pretendard" panose="02000503000000020004" pitchFamily="50" charset="-127"/>
                        </a:rPr>
                        <a:t>469</a:t>
                      </a:r>
                      <a:endParaRPr lang="ko-KR" altLang="en-US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879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cs typeface="Pretendard" panose="02000503000000020004" pitchFamily="50" charset="-127"/>
                        </a:rPr>
                        <a:t>741</a:t>
                      </a:r>
                      <a:endParaRPr lang="ko-KR" altLang="en-US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879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cs typeface="Pretendard" panose="02000503000000020004" pitchFamily="50" charset="-127"/>
                        </a:rPr>
                        <a:t>203</a:t>
                      </a:r>
                      <a:endParaRPr lang="ko-KR" altLang="en-US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879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433337"/>
                  </a:ext>
                </a:extLst>
              </a:tr>
              <a:tr h="192235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투자</a:t>
                      </a: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>
                          <a:solidFill>
                            <a:srgbClr val="000000"/>
                          </a:solidFill>
                          <a:effectLst/>
                          <a:latin typeface="Tahoma"/>
                          <a:ea typeface="Tahoma"/>
                          <a:cs typeface="Tahoma"/>
                        </a:rPr>
                        <a:t>OCF</a:t>
                      </a:r>
                      <a:endParaRPr lang="ko-KR" altLang="en-US" sz="1000" b="0" i="0" u="none" strike="noStrike" baseline="0">
                        <a:solidFill>
                          <a:srgbClr val="000000"/>
                        </a:solidFill>
                        <a:effectLst/>
                        <a:latin typeface="Tahoma"/>
                        <a:ea typeface="나눔바른고딕" panose="020B0603020101020101" pitchFamily="50" charset="-127"/>
                        <a:cs typeface="Tahom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cs typeface="Pretendard" panose="02000503000000020004" pitchFamily="50" charset="-127"/>
                        </a:rPr>
                        <a:t>570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879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2,423</a:t>
                      </a:r>
                    </a:p>
                  </a:txBody>
                  <a:tcPr marL="49846" marR="49846" marT="879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cs typeface="Pretendard" panose="02000503000000020004" pitchFamily="50" charset="-127"/>
                        </a:rPr>
                        <a:t>2,993</a:t>
                      </a:r>
                      <a:endParaRPr lang="ko-KR" alt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879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740</a:t>
                      </a:r>
                    </a:p>
                  </a:txBody>
                  <a:tcPr marL="49846" marR="49846" marT="879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473429"/>
                  </a:ext>
                </a:extLst>
              </a:tr>
              <a:tr h="192235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FCF</a:t>
                      </a:r>
                      <a:endParaRPr lang="ko-KR" alt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>
                          <a:solidFill>
                            <a:srgbClr val="000000"/>
                          </a:solidFill>
                          <a:effectLst/>
                          <a:latin typeface="Tahoma"/>
                          <a:ea typeface="Tahoma"/>
                          <a:cs typeface="Tahoma"/>
                        </a:rPr>
                        <a:t>FCF</a:t>
                      </a:r>
                      <a:endParaRPr lang="ko-KR" altLang="en-US" sz="1000" b="0" i="0" u="none" strike="noStrike" baseline="0">
                        <a:solidFill>
                          <a:srgbClr val="000000"/>
                        </a:solidFill>
                        <a:effectLst/>
                        <a:latin typeface="Tahoma"/>
                        <a:ea typeface="나눔바른고딕" panose="020B0603020101020101" pitchFamily="50" charset="-127"/>
                        <a:cs typeface="Tahom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cs typeface="Pretendard" panose="02000503000000020004" pitchFamily="50" charset="-127"/>
                        </a:rPr>
                        <a:t>1,780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879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1,954</a:t>
                      </a:r>
                    </a:p>
                  </a:txBody>
                  <a:tcPr marL="49846" marR="49846" marT="879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cs typeface="Pretendard" panose="02000503000000020004" pitchFamily="50" charset="-127"/>
                        </a:rPr>
                        <a:t>3,734</a:t>
                      </a:r>
                      <a:endParaRPr lang="ko-KR" alt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49846" marR="49846" marT="879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</a:t>
                      </a:r>
                      <a:r>
                        <a:rPr lang="en-US" altLang="ko-KR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537</a:t>
                      </a:r>
                    </a:p>
                  </a:txBody>
                  <a:tcPr marL="49846" marR="49846" marT="879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812356"/>
                  </a:ext>
                </a:extLst>
              </a:tr>
            </a:tbl>
          </a:graphicData>
        </a:graphic>
      </p:graphicFrame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2797768-A523-1715-F72E-C688534FB9FB}"/>
              </a:ext>
            </a:extLst>
          </p:cNvPr>
          <p:cNvSpPr/>
          <p:nvPr/>
        </p:nvSpPr>
        <p:spPr>
          <a:xfrm>
            <a:off x="1086512" y="904742"/>
            <a:ext cx="4335825" cy="367871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b="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’24</a:t>
            </a:r>
            <a:r>
              <a:rPr lang="ko-KR" altLang="en-US" sz="1477" b="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년 </a:t>
            </a:r>
            <a:r>
              <a:rPr lang="en-US" altLang="ko-KR" sz="1477" b="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X</a:t>
            </a:r>
            <a:r>
              <a:rPr lang="ko-KR" altLang="en-US" sz="1477" b="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월 실적 현황 </a:t>
            </a: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8E572EED-2620-FBF5-7C32-CFB890D3BD1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1884" y="7325653"/>
            <a:ext cx="364956" cy="151580"/>
          </a:xfrm>
        </p:spPr>
        <p:txBody>
          <a:bodyPr/>
          <a:lstStyle/>
          <a:p>
            <a:fld id="{3DFBBC6A-3425-4C62-80BA-0DDE16A15D08}" type="slidenum">
              <a:rPr lang="ko-KR" altLang="en-US" sz="985"/>
              <a:pPr/>
              <a:t>46</a:t>
            </a:fld>
            <a:endParaRPr lang="ko-KR" altLang="en-US" sz="985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828383BF-A6FC-53EC-22D5-904F24094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D4083701-1537-0544-DD2F-503CB2B79D24}"/>
              </a:ext>
            </a:extLst>
          </p:cNvPr>
          <p:cNvSpPr/>
          <p:nvPr/>
        </p:nvSpPr>
        <p:spPr>
          <a:xfrm>
            <a:off x="6997665" y="1060937"/>
            <a:ext cx="1348704" cy="4173937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158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endParaRPr lang="ko-KR" altLang="en-US" sz="2215">
              <a:solidFill>
                <a:prstClr val="white"/>
              </a:solidFill>
              <a:latin typeface="Pretendard"/>
              <a:ea typeface="Pretendard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9427316E-1AAE-AF50-4F49-A30AFED12DFE}"/>
              </a:ext>
            </a:extLst>
          </p:cNvPr>
          <p:cNvSpPr/>
          <p:nvPr/>
        </p:nvSpPr>
        <p:spPr>
          <a:xfrm>
            <a:off x="8380091" y="1060937"/>
            <a:ext cx="2784759" cy="4173937"/>
          </a:xfrm>
          <a:prstGeom prst="rect">
            <a:avLst/>
          </a:prstGeom>
          <a:solidFill>
            <a:schemeClr val="accent2"/>
          </a:solidFill>
          <a:ln w="158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endParaRPr lang="ko-KR" altLang="en-US" sz="2215">
              <a:solidFill>
                <a:prstClr val="white"/>
              </a:solidFill>
              <a:latin typeface="Pretendard"/>
              <a:ea typeface="Pretendard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A8972A27-D940-AB9C-2FBA-BB494ABFE7E3}"/>
              </a:ext>
            </a:extLst>
          </p:cNvPr>
          <p:cNvSpPr/>
          <p:nvPr/>
        </p:nvSpPr>
        <p:spPr>
          <a:xfrm>
            <a:off x="9028244" y="1062235"/>
            <a:ext cx="2129998" cy="2103099"/>
          </a:xfrm>
          <a:prstGeom prst="rect">
            <a:avLst/>
          </a:prstGeom>
          <a:solidFill>
            <a:schemeClr val="accent1">
              <a:alpha val="54000"/>
            </a:schemeClr>
          </a:solidFill>
          <a:ln w="158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endParaRPr lang="ko-KR" altLang="en-US" sz="2215">
              <a:solidFill>
                <a:prstClr val="white"/>
              </a:solidFill>
              <a:latin typeface="Pretendard"/>
              <a:ea typeface="Pretendard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D8F16B58-0B1E-0B94-9E13-4561DAF1AD68}"/>
              </a:ext>
            </a:extLst>
          </p:cNvPr>
          <p:cNvSpPr/>
          <p:nvPr/>
        </p:nvSpPr>
        <p:spPr>
          <a:xfrm rot="5400000">
            <a:off x="5521240" y="3099692"/>
            <a:ext cx="1550769" cy="124294"/>
          </a:xfrm>
          <a:prstGeom prst="rect">
            <a:avLst/>
          </a:prstGeom>
          <a:solidFill>
            <a:srgbClr val="ADD0DD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844083" latinLnBrk="0"/>
            <a:endParaRPr lang="ko-KR" altLang="en-US" sz="1662" kern="0">
              <a:solidFill>
                <a:prstClr val="white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6C06C84B-7211-CA80-5BD9-2FB2CD11906E}"/>
              </a:ext>
            </a:extLst>
          </p:cNvPr>
          <p:cNvSpPr/>
          <p:nvPr/>
        </p:nvSpPr>
        <p:spPr>
          <a:xfrm>
            <a:off x="8558392" y="5987558"/>
            <a:ext cx="1110310" cy="124294"/>
          </a:xfrm>
          <a:prstGeom prst="rect">
            <a:avLst/>
          </a:prstGeom>
          <a:solidFill>
            <a:srgbClr val="ADD0DD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844083" latinLnBrk="0"/>
            <a:endParaRPr lang="ko-KR" altLang="en-US" sz="1662" kern="0">
              <a:solidFill>
                <a:prstClr val="white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14" name="직사각형 150">
            <a:extLst>
              <a:ext uri="{FF2B5EF4-FFF2-40B4-BE49-F238E27FC236}">
                <a16:creationId xmlns:a16="http://schemas.microsoft.com/office/drawing/2014/main" id="{4F7CB9CA-E65E-323A-3567-5B2578D53067}"/>
              </a:ext>
            </a:extLst>
          </p:cNvPr>
          <p:cNvSpPr/>
          <p:nvPr/>
        </p:nvSpPr>
        <p:spPr>
          <a:xfrm>
            <a:off x="8628091" y="5906085"/>
            <a:ext cx="910492" cy="27780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88615" tIns="88615" rIns="88615" bIns="88615" rtlCol="0" anchor="ctr" anchorCtr="0">
            <a:noAutofit/>
          </a:bodyPr>
          <a:lstStyle/>
          <a:p>
            <a:pPr algn="ctr" defTabSz="1125444" latinLnBrk="0">
              <a:lnSpc>
                <a:spcPct val="50000"/>
              </a:lnSpc>
              <a:spcBef>
                <a:spcPts val="492"/>
              </a:spcBef>
              <a:defRPr/>
            </a:pPr>
            <a:r>
              <a:rPr lang="en-US" altLang="ko-KR" sz="1723" b="1" kern="0" spc="-123" dirty="0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Y axis Subject</a:t>
            </a:r>
            <a:endParaRPr lang="ko-KR" altLang="en-US" sz="1723" b="1" kern="0" spc="-123" dirty="0">
              <a:solidFill>
                <a:prstClr val="black"/>
              </a:solidFill>
              <a:latin typeface="Pretendard"/>
              <a:ea typeface="Pretendard"/>
              <a:cs typeface="Pretendard" panose="02000503000000020004" pitchFamily="50" charset="-127"/>
            </a:endParaRPr>
          </a:p>
        </p:txBody>
      </p:sp>
      <p:sp>
        <p:nvSpPr>
          <p:cNvPr id="115" name="직사각형 150">
            <a:extLst>
              <a:ext uri="{FF2B5EF4-FFF2-40B4-BE49-F238E27FC236}">
                <a16:creationId xmlns:a16="http://schemas.microsoft.com/office/drawing/2014/main" id="{1FA6F5BB-0107-4F49-8C11-79F905DFE7DD}"/>
              </a:ext>
            </a:extLst>
          </p:cNvPr>
          <p:cNvSpPr/>
          <p:nvPr/>
        </p:nvSpPr>
        <p:spPr>
          <a:xfrm rot="16200000">
            <a:off x="5824400" y="3036397"/>
            <a:ext cx="910492" cy="27780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88615" tIns="88615" rIns="88615" bIns="88615" rtlCol="0" anchor="ctr" anchorCtr="0">
            <a:noAutofit/>
          </a:bodyPr>
          <a:lstStyle/>
          <a:p>
            <a:pPr algn="ctr" defTabSz="1125444" latinLnBrk="0">
              <a:lnSpc>
                <a:spcPct val="50000"/>
              </a:lnSpc>
              <a:spcBef>
                <a:spcPts val="492"/>
              </a:spcBef>
              <a:defRPr/>
            </a:pPr>
            <a:r>
              <a:rPr lang="en-US" altLang="ko-KR" sz="1723" b="1" kern="0" spc="-123" dirty="0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Vision Alignment</a:t>
            </a: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E0E73EEF-9C94-0F3E-1E5D-70A5ECF91AC7}"/>
              </a:ext>
            </a:extLst>
          </p:cNvPr>
          <p:cNvGrpSpPr/>
          <p:nvPr/>
        </p:nvGrpSpPr>
        <p:grpSpPr>
          <a:xfrm rot="16200000">
            <a:off x="4565116" y="2932710"/>
            <a:ext cx="4262401" cy="470183"/>
            <a:chOff x="6045165" y="4861305"/>
            <a:chExt cx="3819913" cy="382024"/>
          </a:xfrm>
        </p:grpSpPr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536068D8-7644-340A-E936-AA6AAE29BF78}"/>
                </a:ext>
              </a:extLst>
            </p:cNvPr>
            <p:cNvSpPr/>
            <p:nvPr/>
          </p:nvSpPr>
          <p:spPr>
            <a:xfrm>
              <a:off x="6045165" y="4861305"/>
              <a:ext cx="1242977" cy="38202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5444">
                <a:defRPr/>
              </a:pPr>
              <a:r>
                <a:rPr lang="en-US" altLang="ko-KR" sz="1477" b="1">
                  <a:solidFill>
                    <a:prstClr val="black"/>
                  </a:solidFill>
                  <a:latin typeface="Pretendard"/>
                  <a:ea typeface="Pretendard"/>
                  <a:cs typeface="Pretendard" panose="02000503000000020004" pitchFamily="50" charset="-127"/>
                </a:rPr>
                <a:t>LOW</a:t>
              </a:r>
              <a:endParaRPr lang="ko-KR" altLang="en-US" sz="1477" b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endParaRPr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9C61AEE7-BE31-16AE-F15D-58F92C794912}"/>
                </a:ext>
              </a:extLst>
            </p:cNvPr>
            <p:cNvSpPr/>
            <p:nvPr/>
          </p:nvSpPr>
          <p:spPr>
            <a:xfrm>
              <a:off x="7333633" y="4861305"/>
              <a:ext cx="1242977" cy="38202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5444">
                <a:defRPr/>
              </a:pPr>
              <a:r>
                <a:rPr lang="en-US" altLang="ko-KR" sz="1477" b="1">
                  <a:solidFill>
                    <a:prstClr val="black"/>
                  </a:solidFill>
                  <a:latin typeface="Pretendard"/>
                  <a:ea typeface="Pretendard"/>
                  <a:cs typeface="Pretendard" panose="02000503000000020004" pitchFamily="50" charset="-127"/>
                </a:rPr>
                <a:t>MEDIUM</a:t>
              </a:r>
              <a:endParaRPr lang="ko-KR" altLang="en-US" sz="1477" b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endParaRP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881D3F94-0762-A0C5-D1AB-277E7490D1F5}"/>
                </a:ext>
              </a:extLst>
            </p:cNvPr>
            <p:cNvSpPr/>
            <p:nvPr/>
          </p:nvSpPr>
          <p:spPr>
            <a:xfrm>
              <a:off x="8622101" y="4861305"/>
              <a:ext cx="1242977" cy="38202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25444">
                <a:defRPr/>
              </a:pPr>
              <a:r>
                <a:rPr lang="en-US" altLang="ko-KR" sz="1477" b="1">
                  <a:solidFill>
                    <a:prstClr val="black"/>
                  </a:solidFill>
                  <a:latin typeface="Pretendard"/>
                  <a:ea typeface="Pretendard"/>
                  <a:cs typeface="Pretendard" panose="02000503000000020004" pitchFamily="50" charset="-127"/>
                </a:rPr>
                <a:t>HIGH</a:t>
              </a:r>
              <a:endParaRPr lang="ko-KR" altLang="en-US" sz="1477" b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endParaRPr>
            </a:p>
          </p:txBody>
        </p:sp>
      </p:grpSp>
      <p:cxnSp>
        <p:nvCxnSpPr>
          <p:cNvPr id="120" name="Straight Connector 91">
            <a:extLst>
              <a:ext uri="{FF2B5EF4-FFF2-40B4-BE49-F238E27FC236}">
                <a16:creationId xmlns:a16="http://schemas.microsoft.com/office/drawing/2014/main" id="{772B4759-95A6-67B2-0130-6DBFF20770B1}"/>
              </a:ext>
            </a:extLst>
          </p:cNvPr>
          <p:cNvCxnSpPr>
            <a:cxnSpLocks/>
          </p:cNvCxnSpPr>
          <p:nvPr/>
        </p:nvCxnSpPr>
        <p:spPr>
          <a:xfrm flipV="1">
            <a:off x="11168409" y="1073268"/>
            <a:ext cx="0" cy="413996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</a:ln>
          <a:effectLst/>
        </p:spPr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2C240D4B-7AA6-6DB8-90E7-C56C06E7C205}"/>
              </a:ext>
            </a:extLst>
          </p:cNvPr>
          <p:cNvSpPr/>
          <p:nvPr/>
        </p:nvSpPr>
        <p:spPr>
          <a:xfrm>
            <a:off x="9871628" y="3293073"/>
            <a:ext cx="1177669" cy="407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r>
              <a:rPr lang="ko-KR" altLang="en-US" sz="1477" b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일반 </a:t>
            </a:r>
            <a:r>
              <a:rPr lang="en-US" altLang="ko-KR" sz="1477" b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ITAD</a:t>
            </a:r>
            <a:endParaRPr lang="ko-KR" altLang="en-US" sz="1477" b="1">
              <a:solidFill>
                <a:prstClr val="black"/>
              </a:solidFill>
              <a:latin typeface="Pretendard"/>
              <a:ea typeface="Pretendard"/>
              <a:cs typeface="Pretendard" panose="02000503000000020004" pitchFamily="50" charset="-127"/>
            </a:endParaRPr>
          </a:p>
        </p:txBody>
      </p:sp>
      <p:cxnSp>
        <p:nvCxnSpPr>
          <p:cNvPr id="122" name="Straight Connector 91">
            <a:extLst>
              <a:ext uri="{FF2B5EF4-FFF2-40B4-BE49-F238E27FC236}">
                <a16:creationId xmlns:a16="http://schemas.microsoft.com/office/drawing/2014/main" id="{D16B1806-C70C-BD5D-ECE6-4D5198998C91}"/>
              </a:ext>
            </a:extLst>
          </p:cNvPr>
          <p:cNvCxnSpPr>
            <a:cxnSpLocks/>
          </p:cNvCxnSpPr>
          <p:nvPr/>
        </p:nvCxnSpPr>
        <p:spPr>
          <a:xfrm flipV="1">
            <a:off x="8348795" y="1073269"/>
            <a:ext cx="0" cy="414701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</a:ln>
          <a:effectLst/>
        </p:spPr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FA4EE54C-400D-22CB-49DE-592AF61B3074}"/>
              </a:ext>
            </a:extLst>
          </p:cNvPr>
          <p:cNvSpPr/>
          <p:nvPr/>
        </p:nvSpPr>
        <p:spPr>
          <a:xfrm>
            <a:off x="6943876" y="5283240"/>
            <a:ext cx="1386831" cy="4701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r>
              <a:rPr lang="en-US" altLang="ko-KR" sz="1477" b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Exit</a:t>
            </a:r>
            <a:endParaRPr lang="ko-KR" altLang="en-US" sz="1477" b="1">
              <a:solidFill>
                <a:prstClr val="black"/>
              </a:solidFill>
              <a:latin typeface="Pretendard"/>
              <a:ea typeface="Pretendard"/>
              <a:cs typeface="Pretendard" panose="02000503000000020004" pitchFamily="50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A8ACB32C-82F6-74EC-47BF-ED1D968B3B69}"/>
              </a:ext>
            </a:extLst>
          </p:cNvPr>
          <p:cNvSpPr/>
          <p:nvPr/>
        </p:nvSpPr>
        <p:spPr>
          <a:xfrm>
            <a:off x="8380090" y="5283240"/>
            <a:ext cx="1386831" cy="4701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r>
              <a:rPr lang="ko-KR" altLang="en-US" sz="1477" b="1" dirty="0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유지 </a:t>
            </a:r>
            <a:r>
              <a:rPr lang="en-US" altLang="ko-KR" sz="1477" b="1" dirty="0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or</a:t>
            </a:r>
          </a:p>
          <a:p>
            <a:pPr algn="ctr" defTabSz="1125444">
              <a:defRPr/>
            </a:pPr>
            <a:r>
              <a:rPr lang="en-US" altLang="ko-KR" sz="1477" b="1" dirty="0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 </a:t>
            </a:r>
            <a:r>
              <a:rPr lang="ko-KR" altLang="en-US" sz="1477" b="1" dirty="0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조건부 육성</a:t>
            </a:r>
          </a:p>
        </p:txBody>
      </p:sp>
      <p:cxnSp>
        <p:nvCxnSpPr>
          <p:cNvPr id="125" name="Straight Connector 91">
            <a:extLst>
              <a:ext uri="{FF2B5EF4-FFF2-40B4-BE49-F238E27FC236}">
                <a16:creationId xmlns:a16="http://schemas.microsoft.com/office/drawing/2014/main" id="{5BCEBD4B-A52C-F97F-0EC5-7E9C53617275}"/>
              </a:ext>
            </a:extLst>
          </p:cNvPr>
          <p:cNvCxnSpPr>
            <a:cxnSpLocks/>
          </p:cNvCxnSpPr>
          <p:nvPr/>
        </p:nvCxnSpPr>
        <p:spPr>
          <a:xfrm>
            <a:off x="6928310" y="3885210"/>
            <a:ext cx="4240725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</a:ln>
          <a:effectLst/>
        </p:spPr>
      </p:cxnSp>
      <p:cxnSp>
        <p:nvCxnSpPr>
          <p:cNvPr id="126" name="Straight Connector 91">
            <a:extLst>
              <a:ext uri="{FF2B5EF4-FFF2-40B4-BE49-F238E27FC236}">
                <a16:creationId xmlns:a16="http://schemas.microsoft.com/office/drawing/2014/main" id="{F0E13434-A184-AC9B-D7AD-7D9AA6E58CF9}"/>
              </a:ext>
            </a:extLst>
          </p:cNvPr>
          <p:cNvCxnSpPr>
            <a:cxnSpLocks/>
          </p:cNvCxnSpPr>
          <p:nvPr/>
        </p:nvCxnSpPr>
        <p:spPr>
          <a:xfrm>
            <a:off x="6928309" y="2548926"/>
            <a:ext cx="4240246" cy="1386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</a:ln>
          <a:effectLst/>
        </p:spPr>
      </p:cxnSp>
      <p:cxnSp>
        <p:nvCxnSpPr>
          <p:cNvPr id="127" name="Straight Connector 91">
            <a:extLst>
              <a:ext uri="{FF2B5EF4-FFF2-40B4-BE49-F238E27FC236}">
                <a16:creationId xmlns:a16="http://schemas.microsoft.com/office/drawing/2014/main" id="{25FE7B43-02E1-7C44-8DF2-FB30D816BD8B}"/>
              </a:ext>
            </a:extLst>
          </p:cNvPr>
          <p:cNvCxnSpPr>
            <a:cxnSpLocks/>
          </p:cNvCxnSpPr>
          <p:nvPr/>
        </p:nvCxnSpPr>
        <p:spPr>
          <a:xfrm flipV="1">
            <a:off x="6928309" y="1058679"/>
            <a:ext cx="4205998" cy="1459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</a:ln>
          <a:effectLst/>
        </p:spPr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40F1FF35-044E-C0E7-75E2-E82C1D046415}"/>
              </a:ext>
            </a:extLst>
          </p:cNvPr>
          <p:cNvSpPr/>
          <p:nvPr/>
        </p:nvSpPr>
        <p:spPr>
          <a:xfrm>
            <a:off x="7137931" y="4545023"/>
            <a:ext cx="1053317" cy="407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r>
              <a:rPr lang="ko-KR" altLang="en-US" sz="1477" b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폐수</a:t>
            </a:r>
            <a:r>
              <a:rPr lang="en-US" altLang="ko-KR" sz="1477" b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/</a:t>
            </a:r>
            <a:r>
              <a:rPr lang="ko-KR" altLang="en-US" sz="1477" b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폐유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DF9F8FB9-D117-004B-6C84-5173623798DE}"/>
              </a:ext>
            </a:extLst>
          </p:cNvPr>
          <p:cNvSpPr/>
          <p:nvPr/>
        </p:nvSpPr>
        <p:spPr>
          <a:xfrm>
            <a:off x="8357404" y="3293073"/>
            <a:ext cx="917638" cy="407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r>
              <a:rPr lang="ko-KR" altLang="en-US" sz="1477" b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소각</a:t>
            </a:r>
            <a:br>
              <a:rPr lang="en-US" altLang="ko-KR" sz="1477" b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</a:br>
            <a:r>
              <a:rPr lang="en-US" altLang="ko-KR" sz="123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(</a:t>
            </a:r>
            <a:r>
              <a:rPr lang="en-US" altLang="ko-KR" sz="1231" err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WtE</a:t>
            </a:r>
            <a:r>
              <a:rPr lang="en-US" altLang="ko-KR" sz="123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)</a:t>
            </a:r>
            <a:endParaRPr lang="ko-KR" altLang="en-US" sz="1231">
              <a:solidFill>
                <a:prstClr val="black"/>
              </a:solidFill>
              <a:latin typeface="Pretendard"/>
              <a:ea typeface="Pretendard"/>
              <a:cs typeface="Pretendard" panose="02000503000000020004" pitchFamily="50" charset="-127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F68470E9-1545-E371-5540-516EB8C0C548}"/>
              </a:ext>
            </a:extLst>
          </p:cNvPr>
          <p:cNvSpPr/>
          <p:nvPr/>
        </p:nvSpPr>
        <p:spPr>
          <a:xfrm>
            <a:off x="8621903" y="4602427"/>
            <a:ext cx="917638" cy="407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r>
              <a:rPr lang="ko-KR" altLang="en-US" sz="1477" b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매립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1B0AA1A-DD13-E46C-8BCA-42F457EABDF0}"/>
              </a:ext>
            </a:extLst>
          </p:cNvPr>
          <p:cNvSpPr/>
          <p:nvPr/>
        </p:nvSpPr>
        <p:spPr>
          <a:xfrm>
            <a:off x="7034085" y="1609578"/>
            <a:ext cx="1168122" cy="407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r>
              <a:rPr lang="en-US" altLang="ko-KR" sz="1477" b="1" dirty="0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1</a:t>
            </a:r>
            <a:r>
              <a:rPr lang="ko-KR" altLang="en-US" sz="1477" b="1" dirty="0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번 사업</a:t>
            </a:r>
            <a:endParaRPr lang="en-US" altLang="ko-KR" sz="1477" b="1" dirty="0">
              <a:solidFill>
                <a:prstClr val="black"/>
              </a:solidFill>
              <a:latin typeface="Pretendard"/>
              <a:ea typeface="Pretendard"/>
              <a:cs typeface="Pretendard" panose="02000503000000020004" pitchFamily="50" charset="-127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4FDCBAFF-AA77-A072-E53F-2690780F0606}"/>
              </a:ext>
            </a:extLst>
          </p:cNvPr>
          <p:cNvSpPr/>
          <p:nvPr/>
        </p:nvSpPr>
        <p:spPr>
          <a:xfrm>
            <a:off x="8330707" y="3944603"/>
            <a:ext cx="1370566" cy="407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r>
              <a:rPr lang="ko-KR" altLang="en-US" sz="1477" b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수처리</a:t>
            </a:r>
            <a:br>
              <a:rPr lang="en-US" altLang="ko-KR" sz="1477" b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</a:br>
            <a:r>
              <a:rPr lang="en-US" altLang="ko-KR" sz="123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(O&amp;M)</a:t>
            </a:r>
          </a:p>
        </p:txBody>
      </p:sp>
      <p:cxnSp>
        <p:nvCxnSpPr>
          <p:cNvPr id="135" name="Straight Connector 91">
            <a:extLst>
              <a:ext uri="{FF2B5EF4-FFF2-40B4-BE49-F238E27FC236}">
                <a16:creationId xmlns:a16="http://schemas.microsoft.com/office/drawing/2014/main" id="{EEC0D117-F961-73C6-E34F-E7EEE2E60F4A}"/>
              </a:ext>
            </a:extLst>
          </p:cNvPr>
          <p:cNvCxnSpPr>
            <a:cxnSpLocks/>
          </p:cNvCxnSpPr>
          <p:nvPr/>
        </p:nvCxnSpPr>
        <p:spPr>
          <a:xfrm flipV="1">
            <a:off x="9786449" y="1073268"/>
            <a:ext cx="0" cy="413996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</a:ln>
          <a:effectLst/>
        </p:spPr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F56E1AA-80E3-0E83-2450-68DE4140A06D}"/>
              </a:ext>
            </a:extLst>
          </p:cNvPr>
          <p:cNvSpPr/>
          <p:nvPr/>
        </p:nvSpPr>
        <p:spPr>
          <a:xfrm>
            <a:off x="9816305" y="5283240"/>
            <a:ext cx="1386831" cy="4701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r>
              <a:rPr lang="ko-KR" altLang="en-US" sz="1477" b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체계적</a:t>
            </a:r>
            <a:endParaRPr lang="en-US" altLang="ko-KR" sz="1477" b="1">
              <a:solidFill>
                <a:prstClr val="black"/>
              </a:solidFill>
              <a:latin typeface="Pretendard"/>
              <a:ea typeface="Pretendard"/>
              <a:cs typeface="Pretendard" panose="02000503000000020004" pitchFamily="50" charset="-127"/>
            </a:endParaRPr>
          </a:p>
          <a:p>
            <a:pPr algn="ctr" defTabSz="1125444">
              <a:defRPr/>
            </a:pPr>
            <a:r>
              <a:rPr lang="ko-KR" altLang="en-US" sz="1477" b="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육성</a:t>
            </a:r>
          </a:p>
        </p:txBody>
      </p:sp>
      <p:sp>
        <p:nvSpPr>
          <p:cNvPr id="138" name="Text Box 85">
            <a:extLst>
              <a:ext uri="{FF2B5EF4-FFF2-40B4-BE49-F238E27FC236}">
                <a16:creationId xmlns:a16="http://schemas.microsoft.com/office/drawing/2014/main" id="{641B2E7E-833F-7A24-DDE3-F0775914A99A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039343" y="1087884"/>
            <a:ext cx="1279217" cy="422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defTabSz="1125444">
              <a:defRPr/>
            </a:pPr>
            <a:r>
              <a:rPr lang="ko-KR" altLang="en-US" sz="1477">
                <a:solidFill>
                  <a:schemeClr val="bg1"/>
                </a:solidFill>
                <a:highlight>
                  <a:srgbClr val="01497C"/>
                </a:highlight>
                <a:latin typeface="Pretendard"/>
                <a:ea typeface="Pretendard"/>
                <a:sym typeface="맑은 고딕" panose="020B0503020000020004" pitchFamily="50" charset="-127"/>
              </a:rPr>
              <a:t>유지 </a:t>
            </a:r>
            <a:endParaRPr lang="en-US" altLang="ko-KR" sz="1477">
              <a:solidFill>
                <a:schemeClr val="bg1"/>
              </a:solidFill>
              <a:highlight>
                <a:srgbClr val="01497C"/>
              </a:highlight>
              <a:latin typeface="Pretendard"/>
              <a:ea typeface="Pretendard"/>
              <a:sym typeface="맑은 고딕" panose="020B0503020000020004" pitchFamily="50" charset="-127"/>
            </a:endParaRPr>
          </a:p>
        </p:txBody>
      </p:sp>
      <p:sp>
        <p:nvSpPr>
          <p:cNvPr id="139" name="Text Box 85">
            <a:extLst>
              <a:ext uri="{FF2B5EF4-FFF2-40B4-BE49-F238E27FC236}">
                <a16:creationId xmlns:a16="http://schemas.microsoft.com/office/drawing/2014/main" id="{DBEA9723-CEF5-05F3-1991-8CF188F098D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85964" y="1087884"/>
            <a:ext cx="1279217" cy="422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defTabSz="1125444">
              <a:defRPr/>
            </a:pPr>
            <a:r>
              <a:rPr lang="en-US" altLang="ko-KR" sz="1477">
                <a:solidFill>
                  <a:schemeClr val="bg1"/>
                </a:solidFill>
                <a:highlight>
                  <a:srgbClr val="01497C"/>
                </a:highlight>
                <a:latin typeface="Pretendard"/>
                <a:ea typeface="Pretendard"/>
                <a:sym typeface="맑은 고딕" panose="020B0503020000020004" pitchFamily="50" charset="-127"/>
              </a:rPr>
              <a:t>Exit</a:t>
            </a:r>
          </a:p>
        </p:txBody>
      </p:sp>
      <p:sp>
        <p:nvSpPr>
          <p:cNvPr id="140" name="Text Box 85">
            <a:extLst>
              <a:ext uri="{FF2B5EF4-FFF2-40B4-BE49-F238E27FC236}">
                <a16:creationId xmlns:a16="http://schemas.microsoft.com/office/drawing/2014/main" id="{1BF4FDBD-9AAE-8C01-DDB1-24D28707F40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447861" y="1071741"/>
            <a:ext cx="1279217" cy="422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defTabSz="1125444">
              <a:defRPr/>
            </a:pPr>
            <a:r>
              <a:rPr lang="ko-KR" altLang="en-US" sz="1477" dirty="0">
                <a:solidFill>
                  <a:schemeClr val="bg1"/>
                </a:solidFill>
                <a:highlight>
                  <a:srgbClr val="01497C"/>
                </a:highlight>
                <a:latin typeface="Pretendard"/>
                <a:ea typeface="Pretendard"/>
                <a:sym typeface="맑은 고딕" panose="020B0503020000020004" pitchFamily="50" charset="-127"/>
              </a:rPr>
              <a:t>육성 </a:t>
            </a:r>
            <a:endParaRPr lang="en-US" altLang="ko-KR" sz="1477" dirty="0">
              <a:solidFill>
                <a:schemeClr val="bg1"/>
              </a:solidFill>
              <a:highlight>
                <a:srgbClr val="01497C"/>
              </a:highlight>
              <a:latin typeface="Pretendard"/>
              <a:ea typeface="Pretendard"/>
              <a:sym typeface="맑은 고딕" panose="020B0503020000020004" pitchFamily="50" charset="-127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786ADE3-43C1-D548-FF95-F77062E99A01}"/>
              </a:ext>
            </a:extLst>
          </p:cNvPr>
          <p:cNvSpPr/>
          <p:nvPr/>
        </p:nvSpPr>
        <p:spPr>
          <a:xfrm>
            <a:off x="9041761" y="1609578"/>
            <a:ext cx="1221616" cy="407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r>
              <a:rPr lang="en-US" altLang="ko-KR" sz="1477" b="1" dirty="0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2</a:t>
            </a:r>
            <a:r>
              <a:rPr lang="ko-KR" altLang="en-US" sz="1477" b="1" dirty="0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번 사업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C81626B9-E2BE-77DD-12D4-7A986E8E510F}"/>
              </a:ext>
            </a:extLst>
          </p:cNvPr>
          <p:cNvSpPr/>
          <p:nvPr/>
        </p:nvSpPr>
        <p:spPr>
          <a:xfrm>
            <a:off x="9005157" y="2391623"/>
            <a:ext cx="1392231" cy="407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r>
              <a:rPr lang="ko-KR" altLang="en-US" sz="1477" b="1" dirty="0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디지털</a:t>
            </a:r>
            <a:endParaRPr lang="en-US" altLang="ko-KR" sz="1477" b="1">
              <a:solidFill>
                <a:prstClr val="black"/>
              </a:solidFill>
              <a:latin typeface="Pretendard"/>
              <a:ea typeface="Pretendard"/>
              <a:cs typeface="Pretendard" panose="02000503000000020004" pitchFamily="50" charset="-127"/>
            </a:endParaRPr>
          </a:p>
          <a:p>
            <a:pPr algn="ctr" defTabSz="1125444">
              <a:defRPr/>
            </a:pPr>
            <a:r>
              <a:rPr lang="en-US" altLang="ko-KR" sz="1231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(</a:t>
            </a:r>
            <a:r>
              <a:rPr lang="ko-KR" altLang="en-US" sz="1231" dirty="0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기술 시스템</a:t>
            </a:r>
            <a:r>
              <a:rPr lang="en-US" altLang="ko-KR" sz="1231" baseline="30000" dirty="0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1</a:t>
            </a:r>
            <a:r>
              <a:rPr lang="en-US" altLang="ko-KR" sz="1231" dirty="0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)</a:t>
            </a:r>
            <a:endParaRPr lang="ko-KR" altLang="en-US" sz="1231" dirty="0">
              <a:solidFill>
                <a:prstClr val="black"/>
              </a:solidFill>
              <a:latin typeface="Pretendard"/>
              <a:ea typeface="Pretendard"/>
              <a:cs typeface="Pretendard" panose="02000503000000020004" pitchFamily="50" charset="-127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C4101A19-AC14-EA83-3FD1-F1D7D8AB1637}"/>
              </a:ext>
            </a:extLst>
          </p:cNvPr>
          <p:cNvSpPr/>
          <p:nvPr/>
        </p:nvSpPr>
        <p:spPr>
          <a:xfrm>
            <a:off x="10229570" y="1609578"/>
            <a:ext cx="917638" cy="407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5444">
              <a:defRPr/>
            </a:pPr>
            <a:r>
              <a:rPr lang="ko-KR" altLang="en-US" sz="1477" b="1" dirty="0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핵심</a:t>
            </a:r>
            <a:endParaRPr lang="en-US" altLang="ko-KR" sz="1477" b="1" dirty="0">
              <a:solidFill>
                <a:prstClr val="black"/>
              </a:solidFill>
              <a:latin typeface="Pretendard"/>
              <a:ea typeface="Pretendard"/>
              <a:cs typeface="Pretendard" panose="02000503000000020004" pitchFamily="50" charset="-127"/>
            </a:endParaRPr>
          </a:p>
          <a:p>
            <a:pPr algn="ctr" defTabSz="1125444">
              <a:defRPr/>
            </a:pPr>
            <a:r>
              <a:rPr lang="ko-KR" altLang="en-US" sz="1477" b="1" dirty="0">
                <a:solidFill>
                  <a:prstClr val="black"/>
                </a:solidFill>
                <a:latin typeface="Pretendard"/>
                <a:ea typeface="Pretendard"/>
                <a:cs typeface="Pretendard" panose="02000503000000020004" pitchFamily="50" charset="-127"/>
              </a:rPr>
              <a:t>사업</a:t>
            </a:r>
          </a:p>
        </p:txBody>
      </p:sp>
    </p:spTree>
    <p:extLst>
      <p:ext uri="{BB962C8B-B14F-4D97-AF65-F5344CB8AC3E}">
        <p14:creationId xmlns:p14="http://schemas.microsoft.com/office/powerpoint/2010/main" val="31416259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782E4A57-705C-1E51-D599-43851C2CAE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9B30AF-36F8-9E07-433E-B903F46E4E36}"/>
              </a:ext>
            </a:extLst>
          </p:cNvPr>
          <p:cNvSpPr/>
          <p:nvPr/>
        </p:nvSpPr>
        <p:spPr>
          <a:xfrm>
            <a:off x="408623" y="1380266"/>
            <a:ext cx="1337103" cy="9235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b="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DT</a:t>
            </a:r>
            <a:r>
              <a:rPr lang="ko-KR" altLang="en-US" sz="1477" b="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솔루션팀</a:t>
            </a:r>
            <a:endParaRPr lang="en-US" altLang="ko-KR" sz="1477" b="1" dirty="0">
              <a:solidFill>
                <a:schemeClr val="accent6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DC51804-FF15-0F0A-3F13-08C44A555687}"/>
              </a:ext>
            </a:extLst>
          </p:cNvPr>
          <p:cNvSpPr/>
          <p:nvPr/>
        </p:nvSpPr>
        <p:spPr>
          <a:xfrm>
            <a:off x="408623" y="2420843"/>
            <a:ext cx="1337103" cy="9235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b="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IT</a:t>
            </a:r>
            <a:r>
              <a:rPr lang="ko-KR" altLang="en-US" sz="1477" b="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솔루션팀</a:t>
            </a:r>
            <a:endParaRPr lang="en-US" altLang="ko-KR" sz="1477" b="1" dirty="0">
              <a:solidFill>
                <a:schemeClr val="accent6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A9CE299-6E04-5E5C-15E4-1B2FB1DCE8AD}"/>
              </a:ext>
            </a:extLst>
          </p:cNvPr>
          <p:cNvSpPr/>
          <p:nvPr/>
        </p:nvSpPr>
        <p:spPr>
          <a:xfrm>
            <a:off x="408623" y="3455327"/>
            <a:ext cx="1337103" cy="9235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b="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WAYBLE</a:t>
            </a:r>
            <a:r>
              <a:rPr lang="ko-KR" altLang="en-US" sz="1477" b="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팀</a:t>
            </a:r>
            <a:endParaRPr lang="en-US" altLang="ko-KR" sz="1477" b="1" dirty="0">
              <a:solidFill>
                <a:schemeClr val="accent6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5EB250D-1E3F-E115-029C-1046D36EE8CA}"/>
              </a:ext>
            </a:extLst>
          </p:cNvPr>
          <p:cNvSpPr/>
          <p:nvPr/>
        </p:nvSpPr>
        <p:spPr>
          <a:xfrm>
            <a:off x="408623" y="4512953"/>
            <a:ext cx="1337103" cy="9235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b="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AI</a:t>
            </a:r>
            <a:r>
              <a:rPr lang="ko-KR" altLang="en-US" sz="1477" b="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팀</a:t>
            </a:r>
            <a:endParaRPr lang="en-US" altLang="ko-KR" sz="1477" b="1" dirty="0">
              <a:solidFill>
                <a:schemeClr val="accent6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95A9BB9B-160D-CECA-2C1B-78EE4708880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1884" y="7325653"/>
            <a:ext cx="364956" cy="151580"/>
          </a:xfrm>
        </p:spPr>
        <p:txBody>
          <a:bodyPr/>
          <a:lstStyle/>
          <a:p>
            <a:fld id="{3DFBBC6A-3425-4C62-80BA-0DDE16A15D08}" type="slidenum">
              <a:rPr lang="ko-KR" altLang="en-US" sz="985"/>
              <a:pPr/>
              <a:t>47</a:t>
            </a:fld>
            <a:endParaRPr lang="ko-KR" altLang="en-US" sz="985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2981931F-7CDB-A3BF-A817-D5F89E2DA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8A65AA6B-85AC-620E-90E1-BC89CE756098}"/>
              </a:ext>
            </a:extLst>
          </p:cNvPr>
          <p:cNvSpPr txBox="1">
            <a:spLocks/>
          </p:cNvSpPr>
          <p:nvPr/>
        </p:nvSpPr>
        <p:spPr>
          <a:xfrm>
            <a:off x="408623" y="7307415"/>
            <a:ext cx="7371737" cy="15158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ko-KR"/>
            </a:defPPr>
            <a:lvl1pPr marL="0" algn="l" defTabSz="914400" rtl="0" eaLnBrk="1" latinLnBrk="0" hangingPunct="1">
              <a:spcBef>
                <a:spcPts val="0"/>
              </a:spcBef>
              <a:defRPr sz="900" kern="120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Arial" panose="020B0604020202020204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 </a:t>
            </a:r>
            <a:r>
              <a:rPr lang="ko-KR" altLang="en-US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각주에 대한 설명   </a:t>
            </a:r>
            <a:r>
              <a:rPr lang="en-US" altLang="ko-KR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 </a:t>
            </a:r>
            <a:r>
              <a:rPr lang="ko-KR" altLang="en-US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각주에 대한 설명   </a:t>
            </a:r>
            <a:r>
              <a:rPr lang="en-US" altLang="ko-KR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 </a:t>
            </a:r>
            <a:r>
              <a:rPr lang="ko-KR" altLang="en-US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각주에 대한 설명</a:t>
            </a:r>
          </a:p>
        </p:txBody>
      </p:sp>
      <p:sp>
        <p:nvSpPr>
          <p:cNvPr id="10" name="바닥글 개체 틀 4">
            <a:extLst>
              <a:ext uri="{FF2B5EF4-FFF2-40B4-BE49-F238E27FC236}">
                <a16:creationId xmlns:a16="http://schemas.microsoft.com/office/drawing/2014/main" id="{3216DFD2-D356-3C72-06AB-1A506C6A8B0A}"/>
              </a:ext>
            </a:extLst>
          </p:cNvPr>
          <p:cNvSpPr txBox="1">
            <a:spLocks/>
          </p:cNvSpPr>
          <p:nvPr/>
        </p:nvSpPr>
        <p:spPr>
          <a:xfrm>
            <a:off x="408623" y="7443729"/>
            <a:ext cx="7371737" cy="15158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ko-KR"/>
            </a:defPPr>
            <a:lvl1pPr marL="0" algn="l" defTabSz="914400" rtl="0" eaLnBrk="1" latinLnBrk="0" hangingPunct="1">
              <a:spcBef>
                <a:spcPts val="0"/>
              </a:spcBef>
              <a:defRPr sz="900" kern="120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Arial" panose="020B0604020202020204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 </a:t>
            </a:r>
            <a:r>
              <a:rPr lang="ko-KR" altLang="en-US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각주에 대한 설명   </a:t>
            </a:r>
            <a:r>
              <a:rPr lang="en-US" altLang="ko-KR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 </a:t>
            </a:r>
            <a:r>
              <a:rPr lang="ko-KR" altLang="en-US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각주에 대한 설명   </a:t>
            </a:r>
            <a:r>
              <a:rPr lang="en-US" altLang="ko-KR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 </a:t>
            </a:r>
            <a:r>
              <a:rPr lang="ko-KR" altLang="en-US" sz="985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각주에 대한 설명</a:t>
            </a: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02FFBE4A-2C8F-296E-A4C3-DD7E7B6FFDD1}"/>
              </a:ext>
            </a:extLst>
          </p:cNvPr>
          <p:cNvSpPr txBox="1">
            <a:spLocks/>
          </p:cNvSpPr>
          <p:nvPr/>
        </p:nvSpPr>
        <p:spPr>
          <a:xfrm>
            <a:off x="1951458" y="1512325"/>
            <a:ext cx="3024375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C1B5282D-68ED-38CC-160D-338EC6C38D65}"/>
              </a:ext>
            </a:extLst>
          </p:cNvPr>
          <p:cNvSpPr txBox="1">
            <a:spLocks/>
          </p:cNvSpPr>
          <p:nvPr/>
        </p:nvSpPr>
        <p:spPr>
          <a:xfrm>
            <a:off x="1951458" y="2500177"/>
            <a:ext cx="3024375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99BDA016-7D06-7A86-8B5F-EB85A1F0903A}"/>
              </a:ext>
            </a:extLst>
          </p:cNvPr>
          <p:cNvSpPr txBox="1">
            <a:spLocks/>
          </p:cNvSpPr>
          <p:nvPr/>
        </p:nvSpPr>
        <p:spPr>
          <a:xfrm>
            <a:off x="1951458" y="3558973"/>
            <a:ext cx="3024375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83621A10-8C3F-602D-150D-8433027326CF}"/>
              </a:ext>
            </a:extLst>
          </p:cNvPr>
          <p:cNvSpPr txBox="1">
            <a:spLocks/>
          </p:cNvSpPr>
          <p:nvPr/>
        </p:nvSpPr>
        <p:spPr>
          <a:xfrm>
            <a:off x="1951458" y="4617770"/>
            <a:ext cx="3024375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C297D58-AE1D-453A-1751-42A60AE0B217}"/>
              </a:ext>
            </a:extLst>
          </p:cNvPr>
          <p:cNvGrpSpPr/>
          <p:nvPr/>
        </p:nvGrpSpPr>
        <p:grpSpPr>
          <a:xfrm>
            <a:off x="1951458" y="1057285"/>
            <a:ext cx="2933626" cy="264671"/>
            <a:chOff x="1833384" y="1555473"/>
            <a:chExt cx="3178095" cy="286728"/>
          </a:xfrm>
        </p:grpSpPr>
        <p:sp>
          <p:nvSpPr>
            <p:cNvPr id="16" name="내용 개체 틀 2">
              <a:extLst>
                <a:ext uri="{FF2B5EF4-FFF2-40B4-BE49-F238E27FC236}">
                  <a16:creationId xmlns:a16="http://schemas.microsoft.com/office/drawing/2014/main" id="{6F48EDD4-660F-E6AC-D1D4-D622DF0440DC}"/>
                </a:ext>
              </a:extLst>
            </p:cNvPr>
            <p:cNvSpPr txBox="1">
              <a:spLocks/>
            </p:cNvSpPr>
            <p:nvPr/>
          </p:nvSpPr>
          <p:spPr>
            <a:xfrm>
              <a:off x="1843915" y="1555473"/>
              <a:ext cx="3167564" cy="24624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477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12 Point </a:t>
              </a:r>
              <a:r>
                <a:rPr lang="ko-KR" altLang="en-US" sz="1477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로 작성</a:t>
              </a: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C271B324-5DC2-221C-436F-A81F93D704E7}"/>
                </a:ext>
              </a:extLst>
            </p:cNvPr>
            <p:cNvCxnSpPr/>
            <p:nvPr/>
          </p:nvCxnSpPr>
          <p:spPr>
            <a:xfrm>
              <a:off x="1833384" y="1842201"/>
              <a:ext cx="316756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85099A4-FF09-B0E0-92E2-1092672E7891}"/>
              </a:ext>
            </a:extLst>
          </p:cNvPr>
          <p:cNvGrpSpPr/>
          <p:nvPr/>
        </p:nvGrpSpPr>
        <p:grpSpPr>
          <a:xfrm>
            <a:off x="5015949" y="1057285"/>
            <a:ext cx="2933626" cy="264671"/>
            <a:chOff x="1833384" y="1555473"/>
            <a:chExt cx="3178095" cy="286728"/>
          </a:xfrm>
        </p:grpSpPr>
        <p:sp>
          <p:nvSpPr>
            <p:cNvPr id="30" name="내용 개체 틀 2">
              <a:extLst>
                <a:ext uri="{FF2B5EF4-FFF2-40B4-BE49-F238E27FC236}">
                  <a16:creationId xmlns:a16="http://schemas.microsoft.com/office/drawing/2014/main" id="{219F6079-A9BD-DD14-6C1D-DC7F5FFE2E90}"/>
                </a:ext>
              </a:extLst>
            </p:cNvPr>
            <p:cNvSpPr txBox="1">
              <a:spLocks/>
            </p:cNvSpPr>
            <p:nvPr/>
          </p:nvSpPr>
          <p:spPr>
            <a:xfrm>
              <a:off x="1843915" y="1555473"/>
              <a:ext cx="3167564" cy="24624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ko-KR" altLang="en-US" sz="1477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목표</a:t>
              </a: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C0BBB5FE-059B-B786-A4E8-DBB771E468D9}"/>
                </a:ext>
              </a:extLst>
            </p:cNvPr>
            <p:cNvCxnSpPr/>
            <p:nvPr/>
          </p:nvCxnSpPr>
          <p:spPr>
            <a:xfrm>
              <a:off x="1833384" y="1842201"/>
              <a:ext cx="316756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ECA4865-5E36-4CEC-6428-032098A07A93}"/>
              </a:ext>
            </a:extLst>
          </p:cNvPr>
          <p:cNvGrpSpPr/>
          <p:nvPr/>
        </p:nvGrpSpPr>
        <p:grpSpPr>
          <a:xfrm>
            <a:off x="8068700" y="1057285"/>
            <a:ext cx="3543183" cy="264671"/>
            <a:chOff x="1833384" y="1555473"/>
            <a:chExt cx="3178095" cy="286728"/>
          </a:xfrm>
        </p:grpSpPr>
        <p:sp>
          <p:nvSpPr>
            <p:cNvPr id="44" name="내용 개체 틀 2">
              <a:extLst>
                <a:ext uri="{FF2B5EF4-FFF2-40B4-BE49-F238E27FC236}">
                  <a16:creationId xmlns:a16="http://schemas.microsoft.com/office/drawing/2014/main" id="{D10F8541-6DE9-FA34-5D6A-33D80265D15C}"/>
                </a:ext>
              </a:extLst>
            </p:cNvPr>
            <p:cNvSpPr txBox="1">
              <a:spLocks/>
            </p:cNvSpPr>
            <p:nvPr/>
          </p:nvSpPr>
          <p:spPr>
            <a:xfrm>
              <a:off x="1843915" y="1555473"/>
              <a:ext cx="3167564" cy="24624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marL="174625" lvl="0" indent="-174625" latinLnBrk="0">
                <a:spcBef>
                  <a:spcPts val="0"/>
                </a:spcBef>
                <a:buFont typeface="Wingdings" panose="05000000000000000000" pitchFamily="2" charset="2"/>
                <a:buChar char="§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363538" lvl="1" indent="-188913" latinLnBrk="0">
                <a:spcBef>
                  <a:spcPts val="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38163" lvl="2" indent="-174625" latinLnBrk="0">
                <a:spcBef>
                  <a:spcPts val="0"/>
                </a:spcBef>
                <a:buFont typeface="바탕" panose="02030600000101010101" pitchFamily="18" charset="-127"/>
                <a:buChar char="∙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 marL="0" indent="0" algn="ctr">
                <a:buNone/>
              </a:pPr>
              <a:r>
                <a:rPr lang="en-US" altLang="ko-KR" sz="1477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Progress</a:t>
              </a:r>
              <a:endParaRPr lang="ko-KR" altLang="en-US" sz="1477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F439D972-8346-BA3C-487D-7BBA4831B57F}"/>
                </a:ext>
              </a:extLst>
            </p:cNvPr>
            <p:cNvCxnSpPr/>
            <p:nvPr/>
          </p:nvCxnSpPr>
          <p:spPr>
            <a:xfrm>
              <a:off x="1833384" y="1842201"/>
              <a:ext cx="316756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CFF1BB-7987-1A54-3284-CB375BF9DD09}"/>
              </a:ext>
            </a:extLst>
          </p:cNvPr>
          <p:cNvSpPr/>
          <p:nvPr/>
        </p:nvSpPr>
        <p:spPr>
          <a:xfrm>
            <a:off x="408623" y="5570578"/>
            <a:ext cx="1337103" cy="9235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77" b="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ERP</a:t>
            </a:r>
            <a:r>
              <a:rPr lang="ko-KR" altLang="en-US" sz="1477" b="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1477" b="1" dirty="0">
                <a:solidFill>
                  <a:schemeClr val="accent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TF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7CA7BF-B8E6-E298-41C8-412F73C89B9D}"/>
              </a:ext>
            </a:extLst>
          </p:cNvPr>
          <p:cNvSpPr txBox="1">
            <a:spLocks/>
          </p:cNvSpPr>
          <p:nvPr/>
        </p:nvSpPr>
        <p:spPr>
          <a:xfrm>
            <a:off x="1951458" y="5691291"/>
            <a:ext cx="3024375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B9768A85-1A29-4B5A-4333-24DEA38D37CD}"/>
              </a:ext>
            </a:extLst>
          </p:cNvPr>
          <p:cNvSpPr txBox="1">
            <a:spLocks/>
          </p:cNvSpPr>
          <p:nvPr/>
        </p:nvSpPr>
        <p:spPr>
          <a:xfrm>
            <a:off x="5025670" y="1512325"/>
            <a:ext cx="2923905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35F1C7CF-3C8F-B98C-6E36-8437E0546D3E}"/>
              </a:ext>
            </a:extLst>
          </p:cNvPr>
          <p:cNvSpPr txBox="1">
            <a:spLocks/>
          </p:cNvSpPr>
          <p:nvPr/>
        </p:nvSpPr>
        <p:spPr>
          <a:xfrm>
            <a:off x="5025670" y="2500177"/>
            <a:ext cx="2923905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2D1DCC6B-802A-D4B7-1994-A1C1B1FAA871}"/>
              </a:ext>
            </a:extLst>
          </p:cNvPr>
          <p:cNvSpPr txBox="1">
            <a:spLocks/>
          </p:cNvSpPr>
          <p:nvPr/>
        </p:nvSpPr>
        <p:spPr>
          <a:xfrm>
            <a:off x="5025670" y="3558973"/>
            <a:ext cx="2923905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85451678-E455-DD1A-EC88-6FFF08413874}"/>
              </a:ext>
            </a:extLst>
          </p:cNvPr>
          <p:cNvSpPr txBox="1">
            <a:spLocks/>
          </p:cNvSpPr>
          <p:nvPr/>
        </p:nvSpPr>
        <p:spPr>
          <a:xfrm>
            <a:off x="5025670" y="4617770"/>
            <a:ext cx="2923905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5DB2B140-FC84-3267-7B13-6435C24F0C5B}"/>
              </a:ext>
            </a:extLst>
          </p:cNvPr>
          <p:cNvSpPr txBox="1">
            <a:spLocks/>
          </p:cNvSpPr>
          <p:nvPr/>
        </p:nvSpPr>
        <p:spPr>
          <a:xfrm>
            <a:off x="5025670" y="5691291"/>
            <a:ext cx="2923905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58812AF8-D5D2-508B-0DED-9932DEB3D18F}"/>
              </a:ext>
            </a:extLst>
          </p:cNvPr>
          <p:cNvSpPr txBox="1">
            <a:spLocks/>
          </p:cNvSpPr>
          <p:nvPr/>
        </p:nvSpPr>
        <p:spPr>
          <a:xfrm>
            <a:off x="8080441" y="1512324"/>
            <a:ext cx="3531442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4F0C1F61-CE13-CE68-5299-A73F3B462112}"/>
              </a:ext>
            </a:extLst>
          </p:cNvPr>
          <p:cNvSpPr txBox="1">
            <a:spLocks/>
          </p:cNvSpPr>
          <p:nvPr/>
        </p:nvSpPr>
        <p:spPr>
          <a:xfrm>
            <a:off x="8080441" y="2500176"/>
            <a:ext cx="3531442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760015DD-DB3C-10C3-B908-30631E9807C2}"/>
              </a:ext>
            </a:extLst>
          </p:cNvPr>
          <p:cNvSpPr txBox="1">
            <a:spLocks/>
          </p:cNvSpPr>
          <p:nvPr/>
        </p:nvSpPr>
        <p:spPr>
          <a:xfrm>
            <a:off x="8080441" y="3558973"/>
            <a:ext cx="3531442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55EF85F1-965F-DD7F-2ADD-51892FCFF5BC}"/>
              </a:ext>
            </a:extLst>
          </p:cNvPr>
          <p:cNvSpPr txBox="1">
            <a:spLocks/>
          </p:cNvSpPr>
          <p:nvPr/>
        </p:nvSpPr>
        <p:spPr>
          <a:xfrm>
            <a:off x="8080441" y="4617769"/>
            <a:ext cx="3531442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  <p:sp>
        <p:nvSpPr>
          <p:cNvPr id="31" name="텍스트 개체 틀 2">
            <a:extLst>
              <a:ext uri="{FF2B5EF4-FFF2-40B4-BE49-F238E27FC236}">
                <a16:creationId xmlns:a16="http://schemas.microsoft.com/office/drawing/2014/main" id="{0295D685-81FD-5E18-196C-9F5937A84DF6}"/>
              </a:ext>
            </a:extLst>
          </p:cNvPr>
          <p:cNvSpPr txBox="1">
            <a:spLocks/>
          </p:cNvSpPr>
          <p:nvPr/>
        </p:nvSpPr>
        <p:spPr>
          <a:xfrm>
            <a:off x="8080441" y="5691290"/>
            <a:ext cx="3531442" cy="6819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130969" indent="-130969" algn="l" defTabSz="685800" rtl="0" eaLnBrk="1" latinLnBrk="0" hangingPunct="1">
              <a:spcBef>
                <a:spcPts val="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272654" indent="-141685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-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 marL="403622" indent="-130969" algn="l" defTabSz="685800" rtl="0" eaLnBrk="1" latinLnBrk="0" hangingPunct="1">
              <a:spcBef>
                <a:spcPts val="0"/>
              </a:spcBef>
              <a:buFont typeface="바탕" panose="02030600000101010101" pitchFamily="18" charset="-127"/>
              <a:buChar char="∙"/>
              <a:defRPr sz="1200" kern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 marL="12001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77" dirty="0"/>
              <a:t>마스터 텍스트 스타일을 편집합니다</a:t>
            </a:r>
          </a:p>
          <a:p>
            <a:pPr lvl="1"/>
            <a:r>
              <a:rPr lang="ko-KR" altLang="en-US" sz="1477" dirty="0"/>
              <a:t>둘째 수준</a:t>
            </a:r>
          </a:p>
          <a:p>
            <a:pPr lvl="2"/>
            <a:r>
              <a:rPr lang="ko-KR" altLang="en-US" sz="1477" dirty="0"/>
              <a:t>셋째 수준</a:t>
            </a:r>
          </a:p>
        </p:txBody>
      </p:sp>
    </p:spTree>
    <p:extLst>
      <p:ext uri="{BB962C8B-B14F-4D97-AF65-F5344CB8AC3E}">
        <p14:creationId xmlns:p14="http://schemas.microsoft.com/office/powerpoint/2010/main" val="7534098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2F07E1-2930-50FC-46FD-6F4E08FE6D1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17924" y="7332785"/>
            <a:ext cx="674076" cy="128954"/>
          </a:xfrm>
        </p:spPr>
        <p:txBody>
          <a:bodyPr/>
          <a:lstStyle/>
          <a:p>
            <a:fld id="{3DFBBC6A-3425-4C62-80BA-0DDE16A15D08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ED6DCF-53AE-8080-31B3-A5C4DA5BE981}"/>
              </a:ext>
            </a:extLst>
          </p:cNvPr>
          <p:cNvSpPr txBox="1"/>
          <p:nvPr/>
        </p:nvSpPr>
        <p:spPr>
          <a:xfrm>
            <a:off x="378161" y="-428174"/>
            <a:ext cx="2249334" cy="559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295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CONTENTS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31E0E-A72F-2E0C-CE09-C9A89C452F0A}"/>
              </a:ext>
            </a:extLst>
          </p:cNvPr>
          <p:cNvSpPr txBox="1"/>
          <p:nvPr/>
        </p:nvSpPr>
        <p:spPr>
          <a:xfrm>
            <a:off x="378161" y="1161281"/>
            <a:ext cx="2196242" cy="758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ko-KR" altLang="en-US" sz="1969" spc="-49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끊임없는 혁신을 위한</a:t>
            </a:r>
            <a:endParaRPr lang="en-US" altLang="ko-KR" sz="1969" spc="-49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l">
              <a:lnSpc>
                <a:spcPct val="114000"/>
              </a:lnSpc>
            </a:pPr>
            <a:r>
              <a:rPr lang="ko-KR" altLang="en-US" sz="1969" spc="-49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신 재생 에너지 개발</a:t>
            </a:r>
            <a:endParaRPr lang="en-US" sz="1969" spc="-49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86CE71-ABEC-69C6-043D-672E43898053}"/>
              </a:ext>
            </a:extLst>
          </p:cNvPr>
          <p:cNvSpPr/>
          <p:nvPr/>
        </p:nvSpPr>
        <p:spPr>
          <a:xfrm>
            <a:off x="498232" y="723750"/>
            <a:ext cx="322273" cy="32227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85" spc="25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01</a:t>
            </a:r>
          </a:p>
        </p:txBody>
      </p:sp>
      <p:pic>
        <p:nvPicPr>
          <p:cNvPr id="8" name="Picture 2" descr="낮에는 흰색 콘크리트 건물">
            <a:extLst>
              <a:ext uri="{FF2B5EF4-FFF2-40B4-BE49-F238E27FC236}">
                <a16:creationId xmlns:a16="http://schemas.microsoft.com/office/drawing/2014/main" id="{F93736DE-D06C-4F56-1643-A5B4CCD3F5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7500"/>
          <a:stretch/>
        </p:blipFill>
        <p:spPr bwMode="auto">
          <a:xfrm>
            <a:off x="498231" y="3381504"/>
            <a:ext cx="3278950" cy="290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6B4E90-8FB5-A63F-BC01-F3B0674C814A}"/>
              </a:ext>
            </a:extLst>
          </p:cNvPr>
          <p:cNvSpPr txBox="1"/>
          <p:nvPr/>
        </p:nvSpPr>
        <p:spPr>
          <a:xfrm>
            <a:off x="378162" y="2056082"/>
            <a:ext cx="1189749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31" spc="-25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풍력 발전 에너지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596C2E-5717-B61C-7FCA-DAF9B89EAFE4}"/>
              </a:ext>
            </a:extLst>
          </p:cNvPr>
          <p:cNvSpPr txBox="1"/>
          <p:nvPr/>
        </p:nvSpPr>
        <p:spPr>
          <a:xfrm>
            <a:off x="378161" y="2427751"/>
            <a:ext cx="1322798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31" spc="-25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태양광 </a:t>
            </a:r>
            <a:r>
              <a:rPr lang="ko-KR" altLang="en-US" sz="1231" spc="-25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발전 에너지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F777FE-C99E-6CF5-2E6D-A2ECF41E0411}"/>
              </a:ext>
            </a:extLst>
          </p:cNvPr>
          <p:cNvSpPr txBox="1"/>
          <p:nvPr/>
        </p:nvSpPr>
        <p:spPr>
          <a:xfrm>
            <a:off x="378162" y="2799421"/>
            <a:ext cx="1189749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31" spc="-25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화학 발전 에너지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10E5E13-8E49-B188-9277-EB3872F5ED55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567911" y="2196954"/>
            <a:ext cx="1885013" cy="106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E075820-914E-01AC-1DE1-19380585B94E}"/>
              </a:ext>
            </a:extLst>
          </p:cNvPr>
          <p:cNvSpPr txBox="1"/>
          <p:nvPr/>
        </p:nvSpPr>
        <p:spPr>
          <a:xfrm>
            <a:off x="3487259" y="2056082"/>
            <a:ext cx="370614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31" spc="-25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ko-KR" altLang="en-US" sz="1231" spc="-25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1B9B20-646F-F506-3C36-A0FD5EBE6EBA}"/>
              </a:ext>
            </a:extLst>
          </p:cNvPr>
          <p:cNvSpPr txBox="1"/>
          <p:nvPr/>
        </p:nvSpPr>
        <p:spPr>
          <a:xfrm>
            <a:off x="3493178" y="2427752"/>
            <a:ext cx="359394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31" spc="-25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07</a:t>
            </a:r>
            <a:endParaRPr lang="ko-KR" altLang="en-US" sz="1231" spc="-25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43FD9A-14A1-22B1-0ED3-47CFC1F075F5}"/>
              </a:ext>
            </a:extLst>
          </p:cNvPr>
          <p:cNvSpPr txBox="1"/>
          <p:nvPr/>
        </p:nvSpPr>
        <p:spPr>
          <a:xfrm>
            <a:off x="3488245" y="2799421"/>
            <a:ext cx="369012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31" spc="-25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09</a:t>
            </a:r>
            <a:endParaRPr lang="ko-KR" altLang="en-US" sz="1231" spc="-25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7D098A2-0AD5-E558-383B-67DCBD890AB1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700959" y="2568623"/>
            <a:ext cx="1751964" cy="106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BF28AEA-7777-7D22-874B-F2C505DF48B0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567911" y="2940293"/>
            <a:ext cx="1885013" cy="106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5E375A5-87DB-7D56-005B-8934FB31F2C1}"/>
              </a:ext>
            </a:extLst>
          </p:cNvPr>
          <p:cNvSpPr txBox="1"/>
          <p:nvPr/>
        </p:nvSpPr>
        <p:spPr>
          <a:xfrm>
            <a:off x="389139" y="135432"/>
            <a:ext cx="3425938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 spc="-2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sz="1231" dirty="0"/>
              <a:t>누구나 함께 누릴 수 </a:t>
            </a:r>
            <a:r>
              <a:rPr lang="ko-KR" altLang="en-US" sz="1231"/>
              <a:t>있는 에너지의 </a:t>
            </a:r>
            <a:r>
              <a:rPr lang="ko-KR" altLang="en-US" sz="1231" dirty="0"/>
              <a:t>리더가 되겠습니다</a:t>
            </a:r>
            <a:r>
              <a:rPr lang="en-US" altLang="ko-KR" sz="1231" dirty="0"/>
              <a:t>.</a:t>
            </a:r>
            <a:endParaRPr lang="ko-KR" altLang="en-US" sz="1231" dirty="0"/>
          </a:p>
        </p:txBody>
      </p:sp>
      <p:pic>
        <p:nvPicPr>
          <p:cNvPr id="19" name="그림 18" descr="컴퓨터 모니터 앞에서 웃고 있는 두 여자">
            <a:extLst>
              <a:ext uri="{FF2B5EF4-FFF2-40B4-BE49-F238E27FC236}">
                <a16:creationId xmlns:a16="http://schemas.microsoft.com/office/drawing/2014/main" id="{761C310E-3E90-90BE-866D-C14C363A1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49"/>
          <a:stretch>
            <a:fillRect/>
          </a:stretch>
        </p:blipFill>
        <p:spPr bwMode="auto">
          <a:xfrm>
            <a:off x="8264395" y="3876276"/>
            <a:ext cx="3278945" cy="2445706"/>
          </a:xfrm>
          <a:custGeom>
            <a:avLst/>
            <a:gdLst>
              <a:gd name="connsiteX0" fmla="*/ 0 w 2664143"/>
              <a:gd name="connsiteY0" fmla="*/ 0 h 1987136"/>
              <a:gd name="connsiteX1" fmla="*/ 2664143 w 2664143"/>
              <a:gd name="connsiteY1" fmla="*/ 0 h 1987136"/>
              <a:gd name="connsiteX2" fmla="*/ 2664143 w 2664143"/>
              <a:gd name="connsiteY2" fmla="*/ 1987136 h 1987136"/>
              <a:gd name="connsiteX3" fmla="*/ 0 w 2664143"/>
              <a:gd name="connsiteY3" fmla="*/ 1987136 h 198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4143" h="1987136">
                <a:moveTo>
                  <a:pt x="0" y="0"/>
                </a:moveTo>
                <a:lnTo>
                  <a:pt x="2664143" y="0"/>
                </a:lnTo>
                <a:lnTo>
                  <a:pt x="2664143" y="1987136"/>
                </a:lnTo>
                <a:lnTo>
                  <a:pt x="0" y="198713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7EEC86C-6327-052F-38B9-FCB157F3C324}"/>
              </a:ext>
            </a:extLst>
          </p:cNvPr>
          <p:cNvSpPr txBox="1"/>
          <p:nvPr/>
        </p:nvSpPr>
        <p:spPr>
          <a:xfrm>
            <a:off x="8150113" y="1379564"/>
            <a:ext cx="2249270" cy="758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ko-KR" altLang="en-US" sz="1969" spc="-49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인류의 더 나은 친환경</a:t>
            </a:r>
            <a:endParaRPr lang="en-US" altLang="ko-KR" sz="1969" spc="-49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l">
              <a:lnSpc>
                <a:spcPct val="114000"/>
              </a:lnSpc>
            </a:pPr>
            <a:r>
              <a:rPr lang="ko-KR" altLang="en-US" sz="1969" spc="-49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미래를 개발하는 회사</a:t>
            </a:r>
            <a:endParaRPr lang="en-US" sz="1969" spc="-49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82C50FA-9D2F-037C-8333-6768249AD954}"/>
              </a:ext>
            </a:extLst>
          </p:cNvPr>
          <p:cNvSpPr/>
          <p:nvPr/>
        </p:nvSpPr>
        <p:spPr>
          <a:xfrm>
            <a:off x="8270184" y="942033"/>
            <a:ext cx="322273" cy="32227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85" spc="25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39C6CB-4D54-204E-DA4A-28E57C94CB2A}"/>
              </a:ext>
            </a:extLst>
          </p:cNvPr>
          <p:cNvSpPr txBox="1"/>
          <p:nvPr/>
        </p:nvSpPr>
        <p:spPr>
          <a:xfrm>
            <a:off x="8160562" y="2266284"/>
            <a:ext cx="1625766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31" spc="-25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보유중인 선박 종류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644C1A-6B2A-28A3-C6EE-3E0A99506791}"/>
              </a:ext>
            </a:extLst>
          </p:cNvPr>
          <p:cNvSpPr txBox="1"/>
          <p:nvPr/>
        </p:nvSpPr>
        <p:spPr>
          <a:xfrm>
            <a:off x="8160563" y="2631685"/>
            <a:ext cx="1832553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31" spc="-25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나라별 운송 및 사업 현황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1B42A3-1A55-A780-C762-2ABB728BB153}"/>
              </a:ext>
            </a:extLst>
          </p:cNvPr>
          <p:cNvSpPr txBox="1"/>
          <p:nvPr/>
        </p:nvSpPr>
        <p:spPr>
          <a:xfrm>
            <a:off x="11255043" y="2266284"/>
            <a:ext cx="373820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31" spc="-25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44</a:t>
            </a:r>
            <a:endParaRPr lang="ko-KR" altLang="en-US" sz="1231" spc="-25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5263BA-6F80-C8EB-D424-A12BFD97D2B7}"/>
              </a:ext>
            </a:extLst>
          </p:cNvPr>
          <p:cNvSpPr txBox="1"/>
          <p:nvPr/>
        </p:nvSpPr>
        <p:spPr>
          <a:xfrm>
            <a:off x="11257016" y="2631685"/>
            <a:ext cx="372218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31" spc="-25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48</a:t>
            </a:r>
            <a:endParaRPr lang="ko-KR" altLang="en-US" sz="1231" spc="-25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9381376-6CB2-D469-D54D-82E017CF2A30}"/>
              </a:ext>
            </a:extLst>
          </p:cNvPr>
          <p:cNvCxnSpPr>
            <a:cxnSpLocks/>
          </p:cNvCxnSpPr>
          <p:nvPr/>
        </p:nvCxnSpPr>
        <p:spPr>
          <a:xfrm flipV="1">
            <a:off x="9826502" y="2417804"/>
            <a:ext cx="1469590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FF68AE9-1C5E-3C95-5B80-5A03B021E353}"/>
              </a:ext>
            </a:extLst>
          </p:cNvPr>
          <p:cNvCxnSpPr>
            <a:cxnSpLocks/>
          </p:cNvCxnSpPr>
          <p:nvPr/>
        </p:nvCxnSpPr>
        <p:spPr>
          <a:xfrm>
            <a:off x="10032082" y="2780073"/>
            <a:ext cx="1264011" cy="62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5E915F8-1043-59F1-7256-9FFE7976E485}"/>
              </a:ext>
            </a:extLst>
          </p:cNvPr>
          <p:cNvSpPr txBox="1"/>
          <p:nvPr/>
        </p:nvSpPr>
        <p:spPr>
          <a:xfrm>
            <a:off x="8163041" y="2997086"/>
            <a:ext cx="1928733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31" spc="-25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국제 환경보전 기구 이례 사항</a:t>
            </a:r>
            <a:endParaRPr lang="ko-KR" altLang="en-US" sz="1231" spc="-25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A2C14C-28C6-2B61-2F55-2176F33B7F2A}"/>
              </a:ext>
            </a:extLst>
          </p:cNvPr>
          <p:cNvSpPr txBox="1"/>
          <p:nvPr/>
        </p:nvSpPr>
        <p:spPr>
          <a:xfrm>
            <a:off x="8163041" y="3362488"/>
            <a:ext cx="2231701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31" spc="-25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등록되어 있는 환경 보호 기전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44C12F-C7F6-BC4A-39F6-B0D40861C10F}"/>
              </a:ext>
            </a:extLst>
          </p:cNvPr>
          <p:cNvSpPr txBox="1"/>
          <p:nvPr/>
        </p:nvSpPr>
        <p:spPr>
          <a:xfrm>
            <a:off x="11288582" y="2997086"/>
            <a:ext cx="341760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31" spc="-25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51</a:t>
            </a:r>
            <a:endParaRPr lang="ko-KR" altLang="en-US" sz="1231" spc="-25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09BBBE-8E77-4A1C-55C3-1E649489EB6B}"/>
              </a:ext>
            </a:extLst>
          </p:cNvPr>
          <p:cNvSpPr txBox="1"/>
          <p:nvPr/>
        </p:nvSpPr>
        <p:spPr>
          <a:xfrm>
            <a:off x="11260961" y="3362488"/>
            <a:ext cx="370614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31" spc="-25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53</a:t>
            </a:r>
            <a:endParaRPr lang="ko-KR" altLang="en-US" sz="1231" spc="-25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404274F4-108B-F92B-EC4F-9C41FC953881}"/>
              </a:ext>
            </a:extLst>
          </p:cNvPr>
          <p:cNvCxnSpPr>
            <a:cxnSpLocks/>
          </p:cNvCxnSpPr>
          <p:nvPr/>
        </p:nvCxnSpPr>
        <p:spPr>
          <a:xfrm flipV="1">
            <a:off x="10131232" y="3145472"/>
            <a:ext cx="1167338" cy="627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4695E47-CCDD-156D-F5ED-AE610BA80C8E}"/>
              </a:ext>
            </a:extLst>
          </p:cNvPr>
          <p:cNvCxnSpPr>
            <a:cxnSpLocks/>
          </p:cNvCxnSpPr>
          <p:nvPr/>
        </p:nvCxnSpPr>
        <p:spPr>
          <a:xfrm flipV="1">
            <a:off x="10433484" y="3514008"/>
            <a:ext cx="865086" cy="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5797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32A7CF-F874-3323-8570-CAFBAFEF3E59}"/>
              </a:ext>
            </a:extLst>
          </p:cNvPr>
          <p:cNvSpPr txBox="1"/>
          <p:nvPr/>
        </p:nvSpPr>
        <p:spPr>
          <a:xfrm>
            <a:off x="2333542" y="1073742"/>
            <a:ext cx="7651782" cy="85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인류의 더 나은 친환경 미래를 위하여 전세계적으로 신재생에너지 개발에 대한 관심이 높아지고 있습니다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글로벌 </a:t>
            </a:r>
            <a:r>
              <a:rPr lang="ko-KR" altLang="en-US" sz="1231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신생재에너지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시장은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2021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년에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8,817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억 달러 규모로 매년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8.5%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씩 급속히 성장하여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2030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년에는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천억 달러에 이를 것으로 전망됩니다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저희는 이러한 신재생에너지 흐름속에서 대한민국에 신재생에너지 강국이라는 이념을 실현하고자 다양한 사업을 개발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운영하고 있습니다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DE27D4-3E2B-D838-7BF1-FB6358B84D85}"/>
              </a:ext>
            </a:extLst>
          </p:cNvPr>
          <p:cNvSpPr txBox="1"/>
          <p:nvPr/>
        </p:nvSpPr>
        <p:spPr>
          <a:xfrm>
            <a:off x="2875636" y="484129"/>
            <a:ext cx="5051126" cy="481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끊임없는 혁신을 위한</a:t>
            </a:r>
            <a:r>
              <a:rPr lang="en-US" altLang="ko-KR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신 재생 에너지 개발</a:t>
            </a:r>
            <a:endParaRPr lang="en-US" sz="2462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6D0058-49F9-10EE-8C0A-2C7FCED44ACE}"/>
              </a:ext>
            </a:extLst>
          </p:cNvPr>
          <p:cNvSpPr/>
          <p:nvPr/>
        </p:nvSpPr>
        <p:spPr>
          <a:xfrm>
            <a:off x="2452362" y="567608"/>
            <a:ext cx="354501" cy="3545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latin typeface="Montserrat ExtraBold" panose="00000900000000000000" pitchFamily="2" charset="0"/>
              </a:rPr>
              <a:t>01</a:t>
            </a:r>
          </a:p>
        </p:txBody>
      </p:sp>
      <p:pic>
        <p:nvPicPr>
          <p:cNvPr id="5" name="그림 4" descr="전구에 떨어지는 물">
            <a:extLst>
              <a:ext uri="{FF2B5EF4-FFF2-40B4-BE49-F238E27FC236}">
                <a16:creationId xmlns:a16="http://schemas.microsoft.com/office/drawing/2014/main" id="{94DB28CA-7411-9A60-8DA9-F1A256FF21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" t="23498"/>
          <a:stretch/>
        </p:blipFill>
        <p:spPr bwMode="auto">
          <a:xfrm>
            <a:off x="7600258" y="2157779"/>
            <a:ext cx="2297441" cy="2734609"/>
          </a:xfrm>
          <a:custGeom>
            <a:avLst/>
            <a:gdLst>
              <a:gd name="connsiteX0" fmla="*/ 0 w 1935761"/>
              <a:gd name="connsiteY0" fmla="*/ 0 h 2304107"/>
              <a:gd name="connsiteX1" fmla="*/ 1935761 w 1935761"/>
              <a:gd name="connsiteY1" fmla="*/ 0 h 2304107"/>
              <a:gd name="connsiteX2" fmla="*/ 1935761 w 1935761"/>
              <a:gd name="connsiteY2" fmla="*/ 2304107 h 2304107"/>
              <a:gd name="connsiteX3" fmla="*/ 0 w 1935761"/>
              <a:gd name="connsiteY3" fmla="*/ 2304107 h 2304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5761" h="2304107">
                <a:moveTo>
                  <a:pt x="0" y="0"/>
                </a:moveTo>
                <a:lnTo>
                  <a:pt x="1935761" y="0"/>
                </a:lnTo>
                <a:lnTo>
                  <a:pt x="1935761" y="2304107"/>
                </a:lnTo>
                <a:lnTo>
                  <a:pt x="0" y="23041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 descr="낮 사진 촬영 중 흰색과 회색 콘크리트 구조 아래에 있는 사람">
            <a:extLst>
              <a:ext uri="{FF2B5EF4-FFF2-40B4-BE49-F238E27FC236}">
                <a16:creationId xmlns:a16="http://schemas.microsoft.com/office/drawing/2014/main" id="{9DD6CE60-77E4-F33A-6AFD-9A822BCAB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" t="3475" b="1600"/>
          <a:stretch>
            <a:fillRect/>
          </a:stretch>
        </p:blipFill>
        <p:spPr bwMode="auto">
          <a:xfrm>
            <a:off x="5026310" y="2157780"/>
            <a:ext cx="2297441" cy="2734609"/>
          </a:xfrm>
          <a:custGeom>
            <a:avLst/>
            <a:gdLst>
              <a:gd name="connsiteX0" fmla="*/ 0 w 1935761"/>
              <a:gd name="connsiteY0" fmla="*/ 0 h 2304107"/>
              <a:gd name="connsiteX1" fmla="*/ 1935761 w 1935761"/>
              <a:gd name="connsiteY1" fmla="*/ 0 h 2304107"/>
              <a:gd name="connsiteX2" fmla="*/ 1935761 w 1935761"/>
              <a:gd name="connsiteY2" fmla="*/ 2304107 h 2304107"/>
              <a:gd name="connsiteX3" fmla="*/ 0 w 1935761"/>
              <a:gd name="connsiteY3" fmla="*/ 2304107 h 2304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5761" h="2304107">
                <a:moveTo>
                  <a:pt x="0" y="0"/>
                </a:moveTo>
                <a:lnTo>
                  <a:pt x="1935761" y="0"/>
                </a:lnTo>
                <a:lnTo>
                  <a:pt x="1935761" y="2304107"/>
                </a:lnTo>
                <a:lnTo>
                  <a:pt x="0" y="23041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 descr="낮에는 세 개의 흰색 풍차가 있습니다.">
            <a:extLst>
              <a:ext uri="{FF2B5EF4-FFF2-40B4-BE49-F238E27FC236}">
                <a16:creationId xmlns:a16="http://schemas.microsoft.com/office/drawing/2014/main" id="{94302B0B-A54F-5770-8607-F0B9DDF8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" t="6229" b="6672"/>
          <a:stretch>
            <a:fillRect/>
          </a:stretch>
        </p:blipFill>
        <p:spPr bwMode="auto">
          <a:xfrm>
            <a:off x="2452363" y="2157782"/>
            <a:ext cx="2297441" cy="2734609"/>
          </a:xfrm>
          <a:custGeom>
            <a:avLst/>
            <a:gdLst>
              <a:gd name="connsiteX0" fmla="*/ 0 w 1935761"/>
              <a:gd name="connsiteY0" fmla="*/ 0 h 2304107"/>
              <a:gd name="connsiteX1" fmla="*/ 1935761 w 1935761"/>
              <a:gd name="connsiteY1" fmla="*/ 0 h 2304107"/>
              <a:gd name="connsiteX2" fmla="*/ 1935761 w 1935761"/>
              <a:gd name="connsiteY2" fmla="*/ 2304107 h 2304107"/>
              <a:gd name="connsiteX3" fmla="*/ 0 w 1935761"/>
              <a:gd name="connsiteY3" fmla="*/ 2304107 h 2304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5761" h="2304107">
                <a:moveTo>
                  <a:pt x="0" y="0"/>
                </a:moveTo>
                <a:lnTo>
                  <a:pt x="1935761" y="0"/>
                </a:lnTo>
                <a:lnTo>
                  <a:pt x="1935761" y="2304107"/>
                </a:lnTo>
                <a:lnTo>
                  <a:pt x="0" y="23041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4D5575-D833-F1A5-2413-9633DA5A09C4}"/>
              </a:ext>
            </a:extLst>
          </p:cNvPr>
          <p:cNvSpPr txBox="1"/>
          <p:nvPr/>
        </p:nvSpPr>
        <p:spPr>
          <a:xfrm>
            <a:off x="2334186" y="5076629"/>
            <a:ext cx="781624" cy="3064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풍력 발전</a:t>
            </a:r>
            <a:endParaRPr lang="en-US" sz="1354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3D93705-3966-E6E1-0B5A-231345DCF5A1}"/>
              </a:ext>
            </a:extLst>
          </p:cNvPr>
          <p:cNvCxnSpPr>
            <a:cxnSpLocks/>
          </p:cNvCxnSpPr>
          <p:nvPr/>
        </p:nvCxnSpPr>
        <p:spPr>
          <a:xfrm flipV="1">
            <a:off x="2452362" y="5489789"/>
            <a:ext cx="229956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63C4589-B885-59F6-B649-A7F7E55EB838}"/>
              </a:ext>
            </a:extLst>
          </p:cNvPr>
          <p:cNvSpPr txBox="1"/>
          <p:nvPr/>
        </p:nvSpPr>
        <p:spPr>
          <a:xfrm>
            <a:off x="4903204" y="5076629"/>
            <a:ext cx="922817" cy="3064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태양광 발전</a:t>
            </a:r>
            <a:endParaRPr lang="en-US" sz="1354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8D96340-1929-2F0D-171A-E79F53A28F8C}"/>
              </a:ext>
            </a:extLst>
          </p:cNvPr>
          <p:cNvCxnSpPr>
            <a:cxnSpLocks/>
          </p:cNvCxnSpPr>
          <p:nvPr/>
        </p:nvCxnSpPr>
        <p:spPr>
          <a:xfrm flipV="1">
            <a:off x="5026310" y="5489789"/>
            <a:ext cx="229956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2828CCC-EC62-409F-DC40-43DF33AE597D}"/>
              </a:ext>
            </a:extLst>
          </p:cNvPr>
          <p:cNvSpPr txBox="1"/>
          <p:nvPr/>
        </p:nvSpPr>
        <p:spPr>
          <a:xfrm>
            <a:off x="7457867" y="5076629"/>
            <a:ext cx="781624" cy="3064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354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수력 발전</a:t>
            </a:r>
            <a:endParaRPr lang="en-US" sz="1354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FE52C35-3DE7-95F9-DBE8-0ABBF6A5392B}"/>
              </a:ext>
            </a:extLst>
          </p:cNvPr>
          <p:cNvCxnSpPr>
            <a:cxnSpLocks/>
          </p:cNvCxnSpPr>
          <p:nvPr/>
        </p:nvCxnSpPr>
        <p:spPr>
          <a:xfrm flipV="1">
            <a:off x="7598129" y="5489789"/>
            <a:ext cx="229956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FB17457-8525-2F38-1AFB-5F9F006CEC71}"/>
              </a:ext>
            </a:extLst>
          </p:cNvPr>
          <p:cNvSpPr txBox="1"/>
          <p:nvPr/>
        </p:nvSpPr>
        <p:spPr>
          <a:xfrm>
            <a:off x="2333543" y="5599824"/>
            <a:ext cx="2418389" cy="689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풍력 사업에 대한 적극적인 투자를 통해 전남 신안군 </a:t>
            </a:r>
            <a:r>
              <a:rPr lang="ko-KR" altLang="en-US" sz="1108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안좌도에</a:t>
            </a:r>
            <a:r>
              <a:rPr lang="ko-KR" alt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태양광 발전 </a:t>
            </a:r>
            <a:r>
              <a:rPr lang="en-US" altLang="ko-KR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288MW</a:t>
            </a:r>
            <a:r>
              <a:rPr lang="ko-KR" alt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준공 완료하여 </a:t>
            </a:r>
            <a:r>
              <a:rPr lang="ko-KR" altLang="en-US" sz="1108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상업전운</a:t>
            </a:r>
            <a:r>
              <a:rPr lang="ko-KR" alt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개시 중입니다</a:t>
            </a:r>
            <a:r>
              <a:rPr lang="en-US" altLang="ko-KR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63CEF7-C978-23E8-4915-96CEFDA33CEF}"/>
              </a:ext>
            </a:extLst>
          </p:cNvPr>
          <p:cNvSpPr txBox="1"/>
          <p:nvPr/>
        </p:nvSpPr>
        <p:spPr>
          <a:xfrm>
            <a:off x="4904617" y="5599824"/>
            <a:ext cx="2510577" cy="689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일련의 발전사업 개발체계를 구축하여 신안 지역에 국내 최대 규모 </a:t>
            </a:r>
            <a:r>
              <a:rPr lang="en-US" altLang="ko-KR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96MW ESS </a:t>
            </a:r>
            <a:r>
              <a:rPr lang="ko-KR" alt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연계 태양광 발전소를 건설하였습니다</a:t>
            </a:r>
            <a:r>
              <a:rPr lang="en-US" altLang="ko-KR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ACB391-1D00-A332-DE1C-6B66921557EA}"/>
              </a:ext>
            </a:extLst>
          </p:cNvPr>
          <p:cNvSpPr txBox="1"/>
          <p:nvPr/>
        </p:nvSpPr>
        <p:spPr>
          <a:xfrm>
            <a:off x="7473498" y="5599824"/>
            <a:ext cx="2600143" cy="689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전통적인 에너지원이 수력발전은 기력과 원자력에 밀리고는 있으나 영농</a:t>
            </a:r>
            <a:r>
              <a:rPr lang="en-US" altLang="ko-KR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치수</a:t>
            </a:r>
            <a:r>
              <a:rPr lang="en-US" altLang="ko-KR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용수원 등 </a:t>
            </a:r>
            <a:r>
              <a:rPr lang="ko-KR" altLang="en-US" sz="1108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다목적적인</a:t>
            </a:r>
            <a:r>
              <a:rPr lang="ko-KR" alt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효용 때문에 그 중요성은 여전하다</a:t>
            </a:r>
            <a:r>
              <a:rPr lang="en-US" altLang="ko-KR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88005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F9792FC-66BD-D42A-1E4E-5321066C72E8}"/>
              </a:ext>
            </a:extLst>
          </p:cNvPr>
          <p:cNvGrpSpPr/>
          <p:nvPr/>
        </p:nvGrpSpPr>
        <p:grpSpPr>
          <a:xfrm>
            <a:off x="1153019" y="-51195"/>
            <a:ext cx="5421374" cy="481542"/>
            <a:chOff x="404813" y="6002926"/>
            <a:chExt cx="4404866" cy="39125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3FFE738-B727-09D9-731D-43B641CAF239}"/>
                </a:ext>
              </a:extLst>
            </p:cNvPr>
            <p:cNvSpPr txBox="1"/>
            <p:nvPr/>
          </p:nvSpPr>
          <p:spPr>
            <a:xfrm>
              <a:off x="748723" y="6002926"/>
              <a:ext cx="4060956" cy="3912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2462" spc="-74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경쟁력있는</a:t>
              </a:r>
              <a:r>
                <a:rPr lang="ko-KR" altLang="en-US" sz="2462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해운사로의 발돋움</a:t>
              </a:r>
              <a:r>
                <a:rPr lang="en-US" altLang="ko-KR" sz="2462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, </a:t>
              </a:r>
              <a:r>
                <a:rPr lang="ko-KR" altLang="en-US" sz="2462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해운 사업</a:t>
              </a:r>
              <a:endParaRPr 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97B7DC7-7201-734D-EC6B-566E4C6BD49C}"/>
                </a:ext>
              </a:extLst>
            </p:cNvPr>
            <p:cNvSpPr/>
            <p:nvPr/>
          </p:nvSpPr>
          <p:spPr>
            <a:xfrm>
              <a:off x="404813" y="6070753"/>
              <a:ext cx="288032" cy="28803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31" spc="25" dirty="0">
                  <a:latin typeface="Montserrat ExtraBold" panose="00000900000000000000" pitchFamily="2" charset="0"/>
                </a:rPr>
                <a:t>02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9541D26-0031-3700-7058-52ED68AF25E2}"/>
              </a:ext>
            </a:extLst>
          </p:cNvPr>
          <p:cNvSpPr txBox="1"/>
          <p:nvPr/>
        </p:nvSpPr>
        <p:spPr>
          <a:xfrm>
            <a:off x="1034199" y="546206"/>
            <a:ext cx="7651782" cy="85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우리의 석탄은 우리의 손으로 운반한다 ’는 모토로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CAPE SIZE </a:t>
            </a:r>
            <a:r>
              <a:rPr lang="ko-KR" altLang="en-US" sz="1231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벌크선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척을 현대중공업에서 건조하며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2009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 자회사 코리안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해운을 설립하였습니다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이후 에너지사업과의 시너지 효과를 발휘하여 한국전력공사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POSCO 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 우량 화주와의 계약을 성공리에 수행함으로써 경쟁력 있는 해운사로 발돋움하였습니다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C18440A-B861-2BC4-0411-0A291FA6695A}"/>
              </a:ext>
            </a:extLst>
          </p:cNvPr>
          <p:cNvCxnSpPr>
            <a:cxnSpLocks/>
          </p:cNvCxnSpPr>
          <p:nvPr/>
        </p:nvCxnSpPr>
        <p:spPr>
          <a:xfrm flipV="1">
            <a:off x="1153020" y="1761247"/>
            <a:ext cx="351308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B20775F-E880-65D5-5475-47EE6D83A6C0}"/>
              </a:ext>
            </a:extLst>
          </p:cNvPr>
          <p:cNvCxnSpPr>
            <a:cxnSpLocks/>
          </p:cNvCxnSpPr>
          <p:nvPr/>
        </p:nvCxnSpPr>
        <p:spPr>
          <a:xfrm flipV="1">
            <a:off x="5085274" y="1761247"/>
            <a:ext cx="351308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575DF11-7C15-389A-8FB1-70DD8405D73E}"/>
              </a:ext>
            </a:extLst>
          </p:cNvPr>
          <p:cNvSpPr txBox="1"/>
          <p:nvPr/>
        </p:nvSpPr>
        <p:spPr>
          <a:xfrm>
            <a:off x="1034844" y="1949378"/>
            <a:ext cx="1005403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71450" indent="-171450">
              <a:lnSpc>
                <a:spcPct val="110000"/>
              </a:lnSpc>
              <a:buFont typeface="Wingdings" panose="05000000000000000000" pitchFamily="2" charset="2"/>
              <a:buChar char="§"/>
              <a:defRPr sz="1200" spc="-8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ko-KR" altLang="en-US" sz="1477"/>
              <a:t>자산 규모</a:t>
            </a:r>
            <a:endParaRPr lang="en-US" sz="147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F0B570-35FA-570E-5219-BC9B427B2D2E}"/>
              </a:ext>
            </a:extLst>
          </p:cNvPr>
          <p:cNvSpPr txBox="1"/>
          <p:nvPr/>
        </p:nvSpPr>
        <p:spPr>
          <a:xfrm>
            <a:off x="4967183" y="1949378"/>
            <a:ext cx="817531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71450" indent="-171450">
              <a:lnSpc>
                <a:spcPct val="110000"/>
              </a:lnSpc>
              <a:buFont typeface="Wingdings" panose="05000000000000000000" pitchFamily="2" charset="2"/>
              <a:buChar char="§"/>
              <a:defRPr sz="1200" spc="-8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ko-KR" altLang="en-US" sz="1477"/>
              <a:t>매출액</a:t>
            </a:r>
            <a:endParaRPr lang="en-US" sz="1477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8A18C0-CE66-89FC-6D60-F8F21A962BCB}"/>
              </a:ext>
            </a:extLst>
          </p:cNvPr>
          <p:cNvSpPr txBox="1"/>
          <p:nvPr/>
        </p:nvSpPr>
        <p:spPr>
          <a:xfrm>
            <a:off x="2059282" y="1962479"/>
            <a:ext cx="910506" cy="2803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단위 </a:t>
            </a:r>
            <a:r>
              <a:rPr lang="en-US" altLang="ko-KR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천억원</a:t>
            </a:r>
            <a:r>
              <a:rPr lang="en-US" altLang="ko-KR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DE4E91-4AA2-C410-1D77-04A2DCD588D3}"/>
              </a:ext>
            </a:extLst>
          </p:cNvPr>
          <p:cNvSpPr txBox="1"/>
          <p:nvPr/>
        </p:nvSpPr>
        <p:spPr>
          <a:xfrm>
            <a:off x="5840297" y="1962479"/>
            <a:ext cx="910506" cy="2803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단위 </a:t>
            </a:r>
            <a:r>
              <a:rPr lang="en-US" altLang="ko-KR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천억원</a:t>
            </a:r>
            <a:r>
              <a:rPr lang="en-US" altLang="ko-KR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D06DD1C-769A-E168-DF1E-1DE2CF39E516}"/>
              </a:ext>
            </a:extLst>
          </p:cNvPr>
          <p:cNvSpPr/>
          <p:nvPr/>
        </p:nvSpPr>
        <p:spPr>
          <a:xfrm>
            <a:off x="8014884" y="2696189"/>
            <a:ext cx="174207" cy="13160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39951F-5BFD-4319-7F31-281826E123F0}"/>
              </a:ext>
            </a:extLst>
          </p:cNvPr>
          <p:cNvSpPr txBox="1"/>
          <p:nvPr/>
        </p:nvSpPr>
        <p:spPr>
          <a:xfrm>
            <a:off x="7845485" y="4065408"/>
            <a:ext cx="519693" cy="280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108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  <a:ea typeface="Pretendard" panose="02000503000000020004" pitchFamily="50" charset="-127"/>
                <a:cs typeface="Pretendard" panose="02000503000000020004" pitchFamily="50" charset="-127"/>
              </a:rPr>
              <a:t>2023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EFC01C-5273-50A7-95B5-8BEA797370FC}"/>
              </a:ext>
            </a:extLst>
          </p:cNvPr>
          <p:cNvSpPr txBox="1"/>
          <p:nvPr/>
        </p:nvSpPr>
        <p:spPr>
          <a:xfrm>
            <a:off x="7863920" y="2275929"/>
            <a:ext cx="482824" cy="301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3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anose="00000700000000000000" pitchFamily="2" charset="0"/>
                <a:ea typeface="Pretendard" panose="02000503000000020004" pitchFamily="50" charset="-127"/>
                <a:cs typeface="Pretendard" panose="02000503000000020004" pitchFamily="50" charset="-127"/>
              </a:rPr>
              <a:t>10.5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F448EE-FC94-EBE9-4358-4A247CC05623}"/>
              </a:ext>
            </a:extLst>
          </p:cNvPr>
          <p:cNvSpPr/>
          <p:nvPr/>
        </p:nvSpPr>
        <p:spPr>
          <a:xfrm>
            <a:off x="7149530" y="2985783"/>
            <a:ext cx="174207" cy="1026466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D44774-3E34-2C43-E805-201C2275799C}"/>
              </a:ext>
            </a:extLst>
          </p:cNvPr>
          <p:cNvSpPr txBox="1"/>
          <p:nvPr/>
        </p:nvSpPr>
        <p:spPr>
          <a:xfrm>
            <a:off x="6971603" y="4065408"/>
            <a:ext cx="519693" cy="280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108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  <a:ea typeface="Pretendard" panose="02000503000000020004" pitchFamily="50" charset="-127"/>
                <a:cs typeface="Pretendard" panose="02000503000000020004" pitchFamily="50" charset="-127"/>
              </a:rPr>
              <a:t>2022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732357-85C1-2705-354E-9FB336543027}"/>
              </a:ext>
            </a:extLst>
          </p:cNvPr>
          <p:cNvSpPr txBox="1"/>
          <p:nvPr/>
        </p:nvSpPr>
        <p:spPr>
          <a:xfrm>
            <a:off x="7031362" y="2572834"/>
            <a:ext cx="417101" cy="301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3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anose="00000700000000000000" pitchFamily="2" charset="0"/>
                <a:ea typeface="Pretendard" panose="02000503000000020004" pitchFamily="50" charset="-127"/>
                <a:cs typeface="Pretendard" panose="02000503000000020004" pitchFamily="50" charset="-127"/>
              </a:rPr>
              <a:t>8.3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EFEB5F1-4506-94F7-59A6-4BDDAA695FFD}"/>
              </a:ext>
            </a:extLst>
          </p:cNvPr>
          <p:cNvSpPr/>
          <p:nvPr/>
        </p:nvSpPr>
        <p:spPr>
          <a:xfrm>
            <a:off x="6284179" y="2890885"/>
            <a:ext cx="174207" cy="1121365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B9DB9F-8FA9-078A-DF23-A30D3154D3BC}"/>
              </a:ext>
            </a:extLst>
          </p:cNvPr>
          <p:cNvSpPr txBox="1"/>
          <p:nvPr/>
        </p:nvSpPr>
        <p:spPr>
          <a:xfrm>
            <a:off x="6126946" y="4065408"/>
            <a:ext cx="490839" cy="280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108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  <a:ea typeface="Pretendard" panose="02000503000000020004" pitchFamily="50" charset="-127"/>
                <a:cs typeface="Pretendard" panose="02000503000000020004" pitchFamily="50" charset="-127"/>
              </a:rPr>
              <a:t>2021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918FBA-E265-6545-088E-962D37DF5E53}"/>
              </a:ext>
            </a:extLst>
          </p:cNvPr>
          <p:cNvSpPr txBox="1"/>
          <p:nvPr/>
        </p:nvSpPr>
        <p:spPr>
          <a:xfrm>
            <a:off x="6167549" y="2476638"/>
            <a:ext cx="413895" cy="301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3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anose="00000700000000000000" pitchFamily="2" charset="0"/>
                <a:ea typeface="Pretendard" panose="02000503000000020004" pitchFamily="50" charset="-127"/>
                <a:cs typeface="Pretendard" panose="02000503000000020004" pitchFamily="50" charset="-127"/>
              </a:rPr>
              <a:t>9.2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393138-8896-6240-4F19-66329088C619}"/>
              </a:ext>
            </a:extLst>
          </p:cNvPr>
          <p:cNvSpPr/>
          <p:nvPr/>
        </p:nvSpPr>
        <p:spPr>
          <a:xfrm>
            <a:off x="5418828" y="3365189"/>
            <a:ext cx="174207" cy="64706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F60AD3-5EBB-8A7F-386A-D224C0FC45BA}"/>
              </a:ext>
            </a:extLst>
          </p:cNvPr>
          <p:cNvSpPr txBox="1"/>
          <p:nvPr/>
        </p:nvSpPr>
        <p:spPr>
          <a:xfrm>
            <a:off x="5239316" y="4065408"/>
            <a:ext cx="534121" cy="280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108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  <a:ea typeface="Pretendard" panose="02000503000000020004" pitchFamily="50" charset="-127"/>
                <a:cs typeface="Pretendard" panose="02000503000000020004" pitchFamily="50" charset="-127"/>
              </a:rPr>
              <a:t>2020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21D4F2-F0B6-1ABB-C928-2F7F99C1C2BA}"/>
              </a:ext>
            </a:extLst>
          </p:cNvPr>
          <p:cNvSpPr txBox="1"/>
          <p:nvPr/>
        </p:nvSpPr>
        <p:spPr>
          <a:xfrm>
            <a:off x="5295468" y="2950832"/>
            <a:ext cx="415498" cy="301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3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anose="00000700000000000000" pitchFamily="2" charset="0"/>
                <a:ea typeface="Pretendard" panose="02000503000000020004" pitchFamily="50" charset="-127"/>
                <a:cs typeface="Pretendard" panose="02000503000000020004" pitchFamily="50" charset="-127"/>
              </a:rPr>
              <a:t>5.9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CAB29E-8D0D-7F81-5537-3FB39398A333}"/>
              </a:ext>
            </a:extLst>
          </p:cNvPr>
          <p:cNvSpPr/>
          <p:nvPr/>
        </p:nvSpPr>
        <p:spPr>
          <a:xfrm>
            <a:off x="4122042" y="2890885"/>
            <a:ext cx="174207" cy="11213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DDFAD4-9D09-4C85-C106-ED1C7F09162C}"/>
              </a:ext>
            </a:extLst>
          </p:cNvPr>
          <p:cNvSpPr txBox="1"/>
          <p:nvPr/>
        </p:nvSpPr>
        <p:spPr>
          <a:xfrm>
            <a:off x="3952643" y="4065408"/>
            <a:ext cx="519693" cy="280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108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  <a:ea typeface="Pretendard" panose="02000503000000020004" pitchFamily="50" charset="-127"/>
                <a:cs typeface="Pretendard" panose="02000503000000020004" pitchFamily="50" charset="-127"/>
              </a:rPr>
              <a:t>2023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5C58E9-562F-DF6B-31D0-C41063CF04F3}"/>
              </a:ext>
            </a:extLst>
          </p:cNvPr>
          <p:cNvSpPr txBox="1"/>
          <p:nvPr/>
        </p:nvSpPr>
        <p:spPr>
          <a:xfrm>
            <a:off x="3971881" y="2479568"/>
            <a:ext cx="481222" cy="301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3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anose="00000700000000000000" pitchFamily="2" charset="0"/>
                <a:ea typeface="Pretendard" panose="02000503000000020004" pitchFamily="50" charset="-127"/>
                <a:cs typeface="Pretendard" panose="02000503000000020004" pitchFamily="50" charset="-127"/>
              </a:rPr>
              <a:t>10.2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F98C1E0-1F92-D01B-A278-D754ED3E321A}"/>
              </a:ext>
            </a:extLst>
          </p:cNvPr>
          <p:cNvSpPr/>
          <p:nvPr/>
        </p:nvSpPr>
        <p:spPr>
          <a:xfrm>
            <a:off x="3256689" y="3139314"/>
            <a:ext cx="174207" cy="872935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36528E-2D2C-3AEC-2F9C-4A6CB4ED6EA5}"/>
              </a:ext>
            </a:extLst>
          </p:cNvPr>
          <p:cNvSpPr txBox="1"/>
          <p:nvPr/>
        </p:nvSpPr>
        <p:spPr>
          <a:xfrm>
            <a:off x="3078762" y="4065408"/>
            <a:ext cx="519693" cy="280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108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  <a:ea typeface="Pretendard" panose="02000503000000020004" pitchFamily="50" charset="-127"/>
                <a:cs typeface="Pretendard" panose="02000503000000020004" pitchFamily="50" charset="-127"/>
              </a:rPr>
              <a:t>2022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6CA49-FF91-6B11-A4A9-D2C6972E9A29}"/>
              </a:ext>
            </a:extLst>
          </p:cNvPr>
          <p:cNvSpPr txBox="1"/>
          <p:nvPr/>
        </p:nvSpPr>
        <p:spPr>
          <a:xfrm>
            <a:off x="3156956" y="2728046"/>
            <a:ext cx="380232" cy="301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3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anose="00000700000000000000" pitchFamily="2" charset="0"/>
                <a:ea typeface="Pretendard" panose="02000503000000020004" pitchFamily="50" charset="-127"/>
                <a:cs typeface="Pretendard" panose="02000503000000020004" pitchFamily="50" charset="-127"/>
              </a:rPr>
              <a:t>7.1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621FE85-106E-172A-A6CD-88FDC39BE8CE}"/>
              </a:ext>
            </a:extLst>
          </p:cNvPr>
          <p:cNvSpPr/>
          <p:nvPr/>
        </p:nvSpPr>
        <p:spPr>
          <a:xfrm>
            <a:off x="2391337" y="3246075"/>
            <a:ext cx="174207" cy="766175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78EE98-09CE-2C05-450F-52368835F85B}"/>
              </a:ext>
            </a:extLst>
          </p:cNvPr>
          <p:cNvSpPr txBox="1"/>
          <p:nvPr/>
        </p:nvSpPr>
        <p:spPr>
          <a:xfrm>
            <a:off x="2234104" y="4065408"/>
            <a:ext cx="490839" cy="280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108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  <a:ea typeface="Pretendard" panose="02000503000000020004" pitchFamily="50" charset="-127"/>
                <a:cs typeface="Pretendard" panose="02000503000000020004" pitchFamily="50" charset="-127"/>
              </a:rPr>
              <a:t>2021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43EEF5-4177-5CB4-713A-9517D385534A}"/>
              </a:ext>
            </a:extLst>
          </p:cNvPr>
          <p:cNvSpPr txBox="1"/>
          <p:nvPr/>
        </p:nvSpPr>
        <p:spPr>
          <a:xfrm>
            <a:off x="2269097" y="2834258"/>
            <a:ext cx="425116" cy="301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3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anose="00000700000000000000" pitchFamily="2" charset="0"/>
                <a:ea typeface="Pretendard" panose="02000503000000020004" pitchFamily="50" charset="-127"/>
                <a:cs typeface="Pretendard" panose="02000503000000020004" pitchFamily="50" charset="-127"/>
              </a:rPr>
              <a:t>6.8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F90E414-92A7-4FF4-5EC0-678420CE55C7}"/>
              </a:ext>
            </a:extLst>
          </p:cNvPr>
          <p:cNvSpPr/>
          <p:nvPr/>
        </p:nvSpPr>
        <p:spPr>
          <a:xfrm>
            <a:off x="1525986" y="3759690"/>
            <a:ext cx="174207" cy="25255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82277F-514A-C828-BCA2-8C1A217AA4A6}"/>
              </a:ext>
            </a:extLst>
          </p:cNvPr>
          <p:cNvSpPr txBox="1"/>
          <p:nvPr/>
        </p:nvSpPr>
        <p:spPr>
          <a:xfrm>
            <a:off x="1346474" y="4065408"/>
            <a:ext cx="534121" cy="280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108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  <a:ea typeface="Pretendard" panose="02000503000000020004" pitchFamily="50" charset="-127"/>
                <a:cs typeface="Pretendard" panose="02000503000000020004" pitchFamily="50" charset="-127"/>
              </a:rPr>
              <a:t>2020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76E16B-EDD2-5EF0-4768-B2D7A53378A1}"/>
              </a:ext>
            </a:extLst>
          </p:cNvPr>
          <p:cNvSpPr txBox="1"/>
          <p:nvPr/>
        </p:nvSpPr>
        <p:spPr>
          <a:xfrm>
            <a:off x="1405283" y="3347979"/>
            <a:ext cx="421910" cy="301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23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anose="00000700000000000000" pitchFamily="2" charset="0"/>
                <a:ea typeface="Pretendard" panose="02000503000000020004" pitchFamily="50" charset="-127"/>
                <a:cs typeface="Pretendard" panose="02000503000000020004" pitchFamily="50" charset="-127"/>
              </a:rPr>
              <a:t>4.2</a:t>
            </a:r>
          </a:p>
        </p:txBody>
      </p:sp>
    </p:spTree>
    <p:extLst>
      <p:ext uri="{BB962C8B-B14F-4D97-AF65-F5344CB8AC3E}">
        <p14:creationId xmlns:p14="http://schemas.microsoft.com/office/powerpoint/2010/main" val="32538871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55E4A4E3-E883-3FA8-9E50-50B03D6948AC}"/>
              </a:ext>
            </a:extLst>
          </p:cNvPr>
          <p:cNvGrpSpPr/>
          <p:nvPr/>
        </p:nvGrpSpPr>
        <p:grpSpPr>
          <a:xfrm>
            <a:off x="2562950" y="1955323"/>
            <a:ext cx="7566288" cy="4015970"/>
            <a:chOff x="355196" y="1989253"/>
            <a:chExt cx="6147609" cy="3262975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5240B7B6-4189-294D-9DCD-85EB772FF2FC}"/>
                </a:ext>
              </a:extLst>
            </p:cNvPr>
            <p:cNvSpPr/>
            <p:nvPr/>
          </p:nvSpPr>
          <p:spPr>
            <a:xfrm>
              <a:off x="355196" y="4181034"/>
              <a:ext cx="1071194" cy="107119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3B2A0464-19EA-0778-A1B4-E6AAB717D2F4}"/>
                </a:ext>
              </a:extLst>
            </p:cNvPr>
            <p:cNvSpPr/>
            <p:nvPr/>
          </p:nvSpPr>
          <p:spPr>
            <a:xfrm>
              <a:off x="5431611" y="4181034"/>
              <a:ext cx="1071194" cy="107119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7553561-2E79-DC70-5554-392D627D8FE2}"/>
                </a:ext>
              </a:extLst>
            </p:cNvPr>
            <p:cNvSpPr txBox="1"/>
            <p:nvPr/>
          </p:nvSpPr>
          <p:spPr>
            <a:xfrm>
              <a:off x="668493" y="4441331"/>
              <a:ext cx="444601" cy="533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723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공개</a:t>
              </a:r>
              <a:endParaRPr lang="en-US" altLang="ko-KR" sz="1723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>
                <a:lnSpc>
                  <a:spcPct val="110000"/>
                </a:lnSpc>
              </a:pPr>
              <a:r>
                <a:rPr lang="ko-KR" altLang="en-US" sz="1723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경영</a:t>
              </a:r>
              <a:endParaRPr lang="en-US" sz="1723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18527087-30F0-545A-4680-81C5BC16A069}"/>
                </a:ext>
              </a:extLst>
            </p:cNvPr>
            <p:cNvGrpSpPr/>
            <p:nvPr/>
          </p:nvGrpSpPr>
          <p:grpSpPr>
            <a:xfrm>
              <a:off x="1133670" y="2657670"/>
              <a:ext cx="1071194" cy="1071194"/>
              <a:chOff x="1148910" y="2766086"/>
              <a:chExt cx="1071194" cy="1071194"/>
            </a:xfrm>
          </p:grpSpPr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F0E2AD60-D141-8100-B01A-AC3809E54BE7}"/>
                  </a:ext>
                </a:extLst>
              </p:cNvPr>
              <p:cNvSpPr/>
              <p:nvPr/>
            </p:nvSpPr>
            <p:spPr>
              <a:xfrm>
                <a:off x="1148910" y="2766086"/>
                <a:ext cx="1071194" cy="107119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15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BB0210F-E2DD-A77E-8E6A-9BC5DC91C975}"/>
                  </a:ext>
                </a:extLst>
              </p:cNvPr>
              <p:cNvSpPr txBox="1"/>
              <p:nvPr/>
            </p:nvSpPr>
            <p:spPr>
              <a:xfrm>
                <a:off x="1462207" y="3026383"/>
                <a:ext cx="444601" cy="533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ko-KR" altLang="en-US" sz="1723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신의</a:t>
                </a:r>
                <a:endParaRPr lang="en-US" altLang="ko-KR" sz="1723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>
                  <a:lnSpc>
                    <a:spcPct val="110000"/>
                  </a:lnSpc>
                </a:pPr>
                <a:r>
                  <a:rPr lang="ko-KR" altLang="en-US" sz="1723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경영</a:t>
                </a:r>
                <a:endParaRPr lang="en-US" sz="1723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64F4A172-9D47-CFEA-11A8-499F07E11391}"/>
                </a:ext>
              </a:extLst>
            </p:cNvPr>
            <p:cNvGrpSpPr/>
            <p:nvPr/>
          </p:nvGrpSpPr>
          <p:grpSpPr>
            <a:xfrm>
              <a:off x="4653136" y="2657670"/>
              <a:ext cx="1071194" cy="1071194"/>
              <a:chOff x="4664591" y="2775012"/>
              <a:chExt cx="1071194" cy="1071194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9098B4C2-ADD2-0EEE-0F15-840F0FB52A74}"/>
                  </a:ext>
                </a:extLst>
              </p:cNvPr>
              <p:cNvSpPr/>
              <p:nvPr/>
            </p:nvSpPr>
            <p:spPr>
              <a:xfrm>
                <a:off x="4664591" y="2775012"/>
                <a:ext cx="1071194" cy="107119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15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02B14F6-B40B-A847-432A-02814929DED8}"/>
                  </a:ext>
                </a:extLst>
              </p:cNvPr>
              <p:cNvSpPr txBox="1"/>
              <p:nvPr/>
            </p:nvSpPr>
            <p:spPr>
              <a:xfrm>
                <a:off x="4977888" y="3035309"/>
                <a:ext cx="444601" cy="533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ko-KR" altLang="en-US" sz="1723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공생</a:t>
                </a:r>
                <a:endParaRPr lang="en-US" altLang="ko-KR" sz="1723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>
                  <a:lnSpc>
                    <a:spcPct val="110000"/>
                  </a:lnSpc>
                </a:pPr>
                <a:r>
                  <a:rPr lang="ko-KR" altLang="en-US" sz="1723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경영</a:t>
                </a:r>
                <a:endParaRPr lang="en-US" sz="1723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A978288-66A7-83C4-71ED-F9F9395F69BB}"/>
                </a:ext>
              </a:extLst>
            </p:cNvPr>
            <p:cNvSpPr txBox="1"/>
            <p:nvPr/>
          </p:nvSpPr>
          <p:spPr>
            <a:xfrm>
              <a:off x="5744907" y="4441331"/>
              <a:ext cx="444601" cy="533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723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투명</a:t>
              </a:r>
              <a:endParaRPr lang="en-US" altLang="ko-KR" sz="1723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>
                <a:lnSpc>
                  <a:spcPct val="110000"/>
                </a:lnSpc>
              </a:pPr>
              <a:r>
                <a:rPr lang="ko-KR" altLang="en-US" sz="1723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경영</a:t>
              </a:r>
              <a:endParaRPr lang="en-US" sz="1723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C7A0886A-33D6-EDDD-0261-8F56F2EE9518}"/>
                </a:ext>
              </a:extLst>
            </p:cNvPr>
            <p:cNvCxnSpPr>
              <a:cxnSpLocks/>
            </p:cNvCxnSpPr>
            <p:nvPr/>
          </p:nvCxnSpPr>
          <p:spPr>
            <a:xfrm>
              <a:off x="3429000" y="3157689"/>
              <a:ext cx="1" cy="926105"/>
            </a:xfrm>
            <a:prstGeom prst="straightConnector1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headEnd type="arrow" w="med" len="sm"/>
              <a:tailEnd type="arrow" w="med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D425813-D9F6-1584-3198-E8DA639F5B70}"/>
                </a:ext>
              </a:extLst>
            </p:cNvPr>
            <p:cNvSpPr txBox="1"/>
            <p:nvPr/>
          </p:nvSpPr>
          <p:spPr>
            <a:xfrm>
              <a:off x="3032564" y="3420686"/>
              <a:ext cx="792873" cy="38281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투명하고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수평적인 조직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A8B280C0-D153-A824-7C43-071B3A4524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3069" y="4716631"/>
              <a:ext cx="644586" cy="1"/>
            </a:xfrm>
            <a:prstGeom prst="straightConnector1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headEnd type="arrow" w="med" len="sm"/>
              <a:tailEnd type="arrow" w="med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2E72B9A-3C00-B200-B6C7-47F0653DE140}"/>
                </a:ext>
              </a:extLst>
            </p:cNvPr>
            <p:cNvSpPr txBox="1"/>
            <p:nvPr/>
          </p:nvSpPr>
          <p:spPr>
            <a:xfrm>
              <a:off x="1561923" y="4831614"/>
              <a:ext cx="586879" cy="382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조화로운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관계 형성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04F9EB9-5725-13C7-11EF-D545DCA300CE}"/>
                </a:ext>
              </a:extLst>
            </p:cNvPr>
            <p:cNvSpPr txBox="1"/>
            <p:nvPr/>
          </p:nvSpPr>
          <p:spPr>
            <a:xfrm>
              <a:off x="4704423" y="4831614"/>
              <a:ext cx="586879" cy="382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지역사회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동반 성장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ED3B3A9C-1AE2-9966-707C-458EA0AF704E}"/>
                </a:ext>
              </a:extLst>
            </p:cNvPr>
            <p:cNvGrpSpPr/>
            <p:nvPr/>
          </p:nvGrpSpPr>
          <p:grpSpPr>
            <a:xfrm>
              <a:off x="2893403" y="1989253"/>
              <a:ext cx="1071194" cy="1071194"/>
              <a:chOff x="2893403" y="2144688"/>
              <a:chExt cx="1071194" cy="1071194"/>
            </a:xfrm>
          </p:grpSpPr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CF45B9E7-6A76-7F21-DD13-BBC4CCD4F4FB}"/>
                  </a:ext>
                </a:extLst>
              </p:cNvPr>
              <p:cNvSpPr/>
              <p:nvPr/>
            </p:nvSpPr>
            <p:spPr>
              <a:xfrm>
                <a:off x="2893403" y="2144688"/>
                <a:ext cx="1071194" cy="10711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15" dirty="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44A434A-621B-8165-BE81-5642CD71F3DD}"/>
                  </a:ext>
                </a:extLst>
              </p:cNvPr>
              <p:cNvSpPr txBox="1"/>
              <p:nvPr/>
            </p:nvSpPr>
            <p:spPr>
              <a:xfrm>
                <a:off x="3206700" y="2404985"/>
                <a:ext cx="444601" cy="533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ko-KR" altLang="en-US" sz="1723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상생</a:t>
                </a:r>
                <a:endParaRPr lang="en-US" altLang="ko-KR" sz="1723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>
                  <a:lnSpc>
                    <a:spcPct val="110000"/>
                  </a:lnSpc>
                </a:pPr>
                <a:r>
                  <a:rPr lang="ko-KR" altLang="en-US" sz="1723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경영</a:t>
                </a:r>
                <a:endParaRPr lang="en-US" sz="1723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B2651DFD-D79C-DE8C-B55B-EF190FAED225}"/>
                </a:ext>
              </a:extLst>
            </p:cNvPr>
            <p:cNvSpPr/>
            <p:nvPr/>
          </p:nvSpPr>
          <p:spPr>
            <a:xfrm>
              <a:off x="2284334" y="4181035"/>
              <a:ext cx="2289333" cy="1071193"/>
            </a:xfrm>
            <a:prstGeom prst="roundRect">
              <a:avLst>
                <a:gd name="adj" fmla="val 5997"/>
              </a:avLst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BC45CFF2-4096-C924-F469-CF5F5820EBCF}"/>
                </a:ext>
              </a:extLst>
            </p:cNvPr>
            <p:cNvGrpSpPr/>
            <p:nvPr/>
          </p:nvGrpSpPr>
          <p:grpSpPr>
            <a:xfrm>
              <a:off x="2492728" y="4362200"/>
              <a:ext cx="1872544" cy="691601"/>
              <a:chOff x="2492728" y="4456656"/>
              <a:chExt cx="1872544" cy="691601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55D82C6-7CAE-A355-57F1-993FEA90BCF6}"/>
                  </a:ext>
                </a:extLst>
              </p:cNvPr>
              <p:cNvSpPr txBox="1"/>
              <p:nvPr/>
            </p:nvSpPr>
            <p:spPr>
              <a:xfrm>
                <a:off x="2545634" y="4456656"/>
                <a:ext cx="1766733" cy="2647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ko-KR" altLang="en-US" sz="1477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원칙에 따른 투명한 경영 원칙</a:t>
                </a:r>
                <a:endParaRPr lang="en-US" sz="1477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C80C554-1BFC-ABCD-6BF6-28885DAB9F3F}"/>
                  </a:ext>
                </a:extLst>
              </p:cNvPr>
              <p:cNvSpPr txBox="1"/>
              <p:nvPr/>
            </p:nvSpPr>
            <p:spPr>
              <a:xfrm>
                <a:off x="2492728" y="4718921"/>
                <a:ext cx="1872544" cy="4293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기업시민으로서 지속적인 사회적 가치</a:t>
                </a:r>
                <a:endPara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추구를 통해서 상생 경영을 추진</a:t>
                </a:r>
                <a:endParaRPr 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AF5DE5DF-5400-F7B4-3DB0-005F2E0A47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75569" y="4716631"/>
              <a:ext cx="644586" cy="1"/>
            </a:xfrm>
            <a:prstGeom prst="straightConnector1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headEnd type="arrow" w="med" len="sm"/>
              <a:tailEnd type="arrow" w="med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5025AF33-D13A-75F0-605E-A84BD0CA4D59}"/>
              </a:ext>
            </a:extLst>
          </p:cNvPr>
          <p:cNvSpPr txBox="1"/>
          <p:nvPr/>
        </p:nvSpPr>
        <p:spPr>
          <a:xfrm>
            <a:off x="2505196" y="1230335"/>
            <a:ext cx="7651782" cy="594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신재생에너지 사업에 대한 적극적인 투자를 통해 전남 신안군 </a:t>
            </a:r>
            <a:r>
              <a:rPr lang="ko-KR" altLang="en-US" sz="1231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안좌도에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태양광 발전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288MW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준공 완료하여 </a:t>
            </a:r>
            <a:r>
              <a:rPr lang="ko-KR" altLang="en-US" sz="1231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상업전운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개시 중이며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algn="just">
              <a:lnSpc>
                <a:spcPct val="140000"/>
              </a:lnSpc>
            </a:pP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미래를 위한 친환경 기술을 지속적으로 개발하고 있습니다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AB7B78-ADA3-24F5-E518-81FBBAD8423C}"/>
              </a:ext>
            </a:extLst>
          </p:cNvPr>
          <p:cNvSpPr txBox="1"/>
          <p:nvPr/>
        </p:nvSpPr>
        <p:spPr>
          <a:xfrm>
            <a:off x="3047291" y="640721"/>
            <a:ext cx="4722255" cy="481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환경 정책 방향에 부합하는 사업을 추진</a:t>
            </a:r>
            <a:endParaRPr lang="en-US" sz="2462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80BF5D6-FAD8-817F-2055-A7A794DFDF61}"/>
              </a:ext>
            </a:extLst>
          </p:cNvPr>
          <p:cNvSpPr/>
          <p:nvPr/>
        </p:nvSpPr>
        <p:spPr>
          <a:xfrm>
            <a:off x="2624016" y="724200"/>
            <a:ext cx="354501" cy="3545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latin typeface="Montserrat ExtraBold" panose="00000900000000000000" pitchFamily="2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58120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BFAB0E-1950-535E-4933-7D401FFAB7B2}"/>
              </a:ext>
            </a:extLst>
          </p:cNvPr>
          <p:cNvSpPr txBox="1"/>
          <p:nvPr/>
        </p:nvSpPr>
        <p:spPr>
          <a:xfrm>
            <a:off x="2270109" y="1325267"/>
            <a:ext cx="7651782" cy="1125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현재는 동남아시아 시장의 높은 성장성을 기대하고 베트남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필리핀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말레이시아로 판매처 다각화를 추진하고 있습니다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2023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년에는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800</a:t>
            </a:r>
            <a:r>
              <a:rPr lang="ko-KR" altLang="en-US" sz="1231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만톤까지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공급이 가능할 것으로 예상되며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2025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년도까지 연간 약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1000</a:t>
            </a:r>
            <a:r>
              <a:rPr lang="ko-KR" altLang="en-US" sz="1231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만톤까지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공급목표를 가지고 있습니다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 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에너지는 대한민국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No.1 Trader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로서 신규 자원 사업 추진을 통해 글로벌 시장에서 트레이딩 경쟁력을 지속적으로 확보하고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차별화된 트레이딩 프로세스를 확장해 나갈 것입니다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0D855-8B41-3034-C2DA-E529F20B551D}"/>
              </a:ext>
            </a:extLst>
          </p:cNvPr>
          <p:cNvSpPr txBox="1"/>
          <p:nvPr/>
        </p:nvSpPr>
        <p:spPr>
          <a:xfrm>
            <a:off x="2812204" y="735654"/>
            <a:ext cx="4853573" cy="481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2462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지역사회와의 균형과 상생을 추구합니다</a:t>
            </a:r>
            <a:endParaRPr lang="en-US" sz="2462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E9E6EFB-1B4A-355D-7B79-0F620742E538}"/>
              </a:ext>
            </a:extLst>
          </p:cNvPr>
          <p:cNvSpPr/>
          <p:nvPr/>
        </p:nvSpPr>
        <p:spPr>
          <a:xfrm>
            <a:off x="2388929" y="819133"/>
            <a:ext cx="354501" cy="3545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31" spc="25" dirty="0">
                <a:latin typeface="Montserrat ExtraBold" panose="00000900000000000000" pitchFamily="2" charset="0"/>
              </a:rPr>
              <a:t>04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8853BD5-C388-0F7C-7EDE-10C8AF059E7F}"/>
              </a:ext>
            </a:extLst>
          </p:cNvPr>
          <p:cNvGrpSpPr/>
          <p:nvPr/>
        </p:nvGrpSpPr>
        <p:grpSpPr>
          <a:xfrm>
            <a:off x="2401501" y="2774035"/>
            <a:ext cx="1669365" cy="459932"/>
            <a:chOff x="343641" y="7247830"/>
            <a:chExt cx="1356359" cy="373695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C3EA0854-213C-1A60-B905-823E1F899224}"/>
                </a:ext>
              </a:extLst>
            </p:cNvPr>
            <p:cNvSpPr/>
            <p:nvPr/>
          </p:nvSpPr>
          <p:spPr>
            <a:xfrm>
              <a:off x="343641" y="7247830"/>
              <a:ext cx="1356359" cy="37369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D0F828E-8D01-6D96-5D31-4F66035698F4}"/>
                </a:ext>
              </a:extLst>
            </p:cNvPr>
            <p:cNvSpPr txBox="1"/>
            <p:nvPr/>
          </p:nvSpPr>
          <p:spPr>
            <a:xfrm>
              <a:off x="792304" y="7309482"/>
              <a:ext cx="459032" cy="2330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사업명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60CDCA1-E6CC-D98B-6E1B-90BD283F4659}"/>
              </a:ext>
            </a:extLst>
          </p:cNvPr>
          <p:cNvGrpSpPr/>
          <p:nvPr/>
        </p:nvGrpSpPr>
        <p:grpSpPr>
          <a:xfrm>
            <a:off x="4322241" y="2774035"/>
            <a:ext cx="1669365" cy="459932"/>
            <a:chOff x="1848957" y="7247830"/>
            <a:chExt cx="1356359" cy="373695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C43D0BB9-B2A5-636B-1EFC-F8CB8F8E1FC6}"/>
                </a:ext>
              </a:extLst>
            </p:cNvPr>
            <p:cNvSpPr/>
            <p:nvPr/>
          </p:nvSpPr>
          <p:spPr>
            <a:xfrm>
              <a:off x="1848957" y="7247830"/>
              <a:ext cx="1356359" cy="37369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C80E0F6-E231-AEBD-DD82-A9AD1C54F6C7}"/>
                </a:ext>
              </a:extLst>
            </p:cNvPr>
            <p:cNvSpPr txBox="1"/>
            <p:nvPr/>
          </p:nvSpPr>
          <p:spPr>
            <a:xfrm>
              <a:off x="2183501" y="7309482"/>
              <a:ext cx="687272" cy="2330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사업 시행자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8C6720C-EE33-4A19-7426-DF636F966684}"/>
              </a:ext>
            </a:extLst>
          </p:cNvPr>
          <p:cNvGrpSpPr/>
          <p:nvPr/>
        </p:nvGrpSpPr>
        <p:grpSpPr>
          <a:xfrm>
            <a:off x="6242980" y="2774035"/>
            <a:ext cx="1669365" cy="459932"/>
            <a:chOff x="3354273" y="7247830"/>
            <a:chExt cx="1356359" cy="373695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A265E320-83F8-3C35-71DF-AD504E091AE4}"/>
                </a:ext>
              </a:extLst>
            </p:cNvPr>
            <p:cNvSpPr/>
            <p:nvPr/>
          </p:nvSpPr>
          <p:spPr>
            <a:xfrm>
              <a:off x="3354273" y="7247830"/>
              <a:ext cx="1356359" cy="37369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C7AC464-0E18-7231-4A03-7DA895A1B790}"/>
                </a:ext>
              </a:extLst>
            </p:cNvPr>
            <p:cNvSpPr txBox="1"/>
            <p:nvPr/>
          </p:nvSpPr>
          <p:spPr>
            <a:xfrm>
              <a:off x="3563575" y="7309482"/>
              <a:ext cx="937757" cy="2330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기간 및 상업 운전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AE1D963-7111-F813-A354-4FCD7BFCBBC4}"/>
              </a:ext>
            </a:extLst>
          </p:cNvPr>
          <p:cNvGrpSpPr/>
          <p:nvPr/>
        </p:nvGrpSpPr>
        <p:grpSpPr>
          <a:xfrm>
            <a:off x="8163719" y="2774035"/>
            <a:ext cx="1669365" cy="459932"/>
            <a:chOff x="4859588" y="7247830"/>
            <a:chExt cx="1356359" cy="373695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77ED685-EF06-E4C2-C339-83D18C9E1E3A}"/>
                </a:ext>
              </a:extLst>
            </p:cNvPr>
            <p:cNvSpPr/>
            <p:nvPr/>
          </p:nvSpPr>
          <p:spPr>
            <a:xfrm>
              <a:off x="4859588" y="7247830"/>
              <a:ext cx="1356359" cy="373695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DC816A4-0149-F8B9-78EB-9370F183F456}"/>
                </a:ext>
              </a:extLst>
            </p:cNvPr>
            <p:cNvSpPr txBox="1"/>
            <p:nvPr/>
          </p:nvSpPr>
          <p:spPr>
            <a:xfrm>
              <a:off x="5308251" y="7309482"/>
              <a:ext cx="459032" cy="2330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231" spc="-74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사업비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F340EFC-918D-F605-6E13-860E21A7990C}"/>
              </a:ext>
            </a:extLst>
          </p:cNvPr>
          <p:cNvSpPr txBox="1"/>
          <p:nvPr/>
        </p:nvSpPr>
        <p:spPr>
          <a:xfrm>
            <a:off x="2335438" y="3378182"/>
            <a:ext cx="1805879" cy="471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기흥 </a:t>
            </a:r>
            <a:r>
              <a:rPr lang="ko-KR" altLang="en-US" sz="1231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스마트팜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앤 에너지</a:t>
            </a:r>
          </a:p>
          <a:p>
            <a:pPr algn="ctr"/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태양광 발전사업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(24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 추진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23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2CF82F-5C40-E038-0A4E-ED1E97A0FF66}"/>
              </a:ext>
            </a:extLst>
          </p:cNvPr>
          <p:cNvSpPr txBox="1"/>
          <p:nvPr/>
        </p:nvSpPr>
        <p:spPr>
          <a:xfrm>
            <a:off x="4415471" y="3378182"/>
            <a:ext cx="1482905" cy="471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기흥 </a:t>
            </a:r>
            <a:r>
              <a:rPr lang="ko-KR" altLang="en-US" sz="1231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스파트팜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앤</a:t>
            </a:r>
          </a:p>
          <a:p>
            <a:pPr algn="ctr"/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고에너지시티 주식회사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7318C6-A51D-1F25-1C30-487A97E88B71}"/>
              </a:ext>
            </a:extLst>
          </p:cNvPr>
          <p:cNvSpPr txBox="1"/>
          <p:nvPr/>
        </p:nvSpPr>
        <p:spPr>
          <a:xfrm>
            <a:off x="6193830" y="3378182"/>
            <a:ext cx="1767663" cy="471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2024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2027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 수주</a:t>
            </a:r>
            <a:endParaRPr lang="en-US" altLang="ko-KR" sz="123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상업운전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2020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11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월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F06C47-A7B7-B120-A5EB-831D28EDC2ED}"/>
              </a:ext>
            </a:extLst>
          </p:cNvPr>
          <p:cNvSpPr txBox="1"/>
          <p:nvPr/>
        </p:nvSpPr>
        <p:spPr>
          <a:xfrm>
            <a:off x="8201323" y="3378182"/>
            <a:ext cx="1594154" cy="471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사업비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2,850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억원</a:t>
            </a:r>
            <a:endParaRPr lang="en-US" altLang="ko-KR" sz="123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ESS </a:t>
            </a:r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시설 사업 추진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EE4876E-B409-0C55-F3FA-12CD5E2E3212}"/>
              </a:ext>
            </a:extLst>
          </p:cNvPr>
          <p:cNvCxnSpPr>
            <a:cxnSpLocks/>
          </p:cNvCxnSpPr>
          <p:nvPr/>
        </p:nvCxnSpPr>
        <p:spPr>
          <a:xfrm flipH="1">
            <a:off x="2401501" y="4963388"/>
            <a:ext cx="7431583" cy="0"/>
          </a:xfrm>
          <a:prstGeom prst="straightConnector1">
            <a:avLst/>
          </a:prstGeom>
          <a:noFill/>
          <a:ln>
            <a:solidFill>
              <a:schemeClr val="bg1">
                <a:lumMod val="65000"/>
              </a:schemeClr>
            </a:solidFill>
            <a:headEnd type="arrow" w="med" len="sm"/>
            <a:tailEnd type="none" w="med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6A2E6C30-3219-02C9-008E-9DE4BE4F7D66}"/>
              </a:ext>
            </a:extLst>
          </p:cNvPr>
          <p:cNvSpPr/>
          <p:nvPr/>
        </p:nvSpPr>
        <p:spPr>
          <a:xfrm>
            <a:off x="5101012" y="4909254"/>
            <a:ext cx="108268" cy="1082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7B80132-4536-C220-A74A-AF50FD5B0EB3}"/>
              </a:ext>
            </a:extLst>
          </p:cNvPr>
          <p:cNvSpPr/>
          <p:nvPr/>
        </p:nvSpPr>
        <p:spPr>
          <a:xfrm>
            <a:off x="7023528" y="4909254"/>
            <a:ext cx="108268" cy="1082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D2D26E9C-8C9F-9880-6310-63313FA86A15}"/>
              </a:ext>
            </a:extLst>
          </p:cNvPr>
          <p:cNvSpPr/>
          <p:nvPr/>
        </p:nvSpPr>
        <p:spPr>
          <a:xfrm>
            <a:off x="8944266" y="4909254"/>
            <a:ext cx="108268" cy="1082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25C5E2-B3AF-86E3-3231-6C0B191F06F0}"/>
              </a:ext>
            </a:extLst>
          </p:cNvPr>
          <p:cNvSpPr txBox="1"/>
          <p:nvPr/>
        </p:nvSpPr>
        <p:spPr>
          <a:xfrm>
            <a:off x="2263046" y="4192038"/>
            <a:ext cx="2913618" cy="3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171450" indent="-171450">
              <a:lnSpc>
                <a:spcPct val="110000"/>
              </a:lnSpc>
              <a:buFont typeface="Wingdings" panose="05000000000000000000" pitchFamily="2" charset="2"/>
              <a:buChar char="§"/>
              <a:defRPr sz="1200" spc="-8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ko-KR" altLang="en-US" sz="1477"/>
              <a:t>신규자원</a:t>
            </a:r>
            <a:r>
              <a:rPr lang="en-US" altLang="ko-KR" sz="1477" dirty="0"/>
              <a:t> </a:t>
            </a:r>
            <a:r>
              <a:rPr lang="ko-KR" altLang="en-US" sz="1477" dirty="0"/>
              <a:t>프로젝트 </a:t>
            </a:r>
            <a:r>
              <a:rPr lang="ko-KR" altLang="en-US" sz="1477"/>
              <a:t>히스토리 타임라인</a:t>
            </a:r>
            <a:endParaRPr lang="en-US" sz="1477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638EAB-B07D-EBD6-D2F4-ED20460C00A1}"/>
              </a:ext>
            </a:extLst>
          </p:cNvPr>
          <p:cNvSpPr txBox="1"/>
          <p:nvPr/>
        </p:nvSpPr>
        <p:spPr>
          <a:xfrm>
            <a:off x="4781775" y="5144389"/>
            <a:ext cx="746743" cy="286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2020. 12</a:t>
            </a:r>
            <a:endParaRPr lang="en-US" sz="123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DC2F1F-5D9B-C187-0F1E-BCED2C06FED6}"/>
              </a:ext>
            </a:extLst>
          </p:cNvPr>
          <p:cNvSpPr txBox="1"/>
          <p:nvPr/>
        </p:nvSpPr>
        <p:spPr>
          <a:xfrm>
            <a:off x="6693448" y="5144389"/>
            <a:ext cx="769185" cy="286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2022. 02</a:t>
            </a:r>
            <a:endParaRPr lang="en-US" sz="123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44C407-A1F5-75CA-47BE-CDCB1E94E211}"/>
              </a:ext>
            </a:extLst>
          </p:cNvPr>
          <p:cNvSpPr txBox="1"/>
          <p:nvPr/>
        </p:nvSpPr>
        <p:spPr>
          <a:xfrm>
            <a:off x="8611534" y="5144389"/>
            <a:ext cx="778803" cy="286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2023. 08</a:t>
            </a:r>
            <a:endParaRPr lang="en-US" sz="123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7A46BA0-8334-70CF-4319-080B13C573DA}"/>
              </a:ext>
            </a:extLst>
          </p:cNvPr>
          <p:cNvSpPr/>
          <p:nvPr/>
        </p:nvSpPr>
        <p:spPr>
          <a:xfrm>
            <a:off x="3184243" y="4909254"/>
            <a:ext cx="108268" cy="1082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886BE2-EDD2-3E52-8DE7-0D33704D850D}"/>
              </a:ext>
            </a:extLst>
          </p:cNvPr>
          <p:cNvSpPr txBox="1"/>
          <p:nvPr/>
        </p:nvSpPr>
        <p:spPr>
          <a:xfrm>
            <a:off x="2860197" y="5144389"/>
            <a:ext cx="756361" cy="286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31" spc="-74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2019. </a:t>
            </a:r>
            <a:r>
              <a: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03</a:t>
            </a:r>
            <a:endParaRPr lang="en-US" sz="123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C2C455-23E2-41BD-8F80-173A24497C14}"/>
              </a:ext>
            </a:extLst>
          </p:cNvPr>
          <p:cNvSpPr txBox="1"/>
          <p:nvPr/>
        </p:nvSpPr>
        <p:spPr>
          <a:xfrm>
            <a:off x="2638982" y="5450333"/>
            <a:ext cx="1198790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발전사업허가승인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E24402-C559-AC88-B7CB-AC5D3DDC6977}"/>
              </a:ext>
            </a:extLst>
          </p:cNvPr>
          <p:cNvSpPr txBox="1"/>
          <p:nvPr/>
        </p:nvSpPr>
        <p:spPr>
          <a:xfrm>
            <a:off x="4428986" y="5450333"/>
            <a:ext cx="1452321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31" spc="-74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한전송전이용계약체결</a:t>
            </a:r>
            <a:endParaRPr lang="ko-KR" altLang="en-US" sz="1231" spc="-74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CD8380-0B84-1639-89D3-ECE2B3949612}"/>
              </a:ext>
            </a:extLst>
          </p:cNvPr>
          <p:cNvSpPr txBox="1"/>
          <p:nvPr/>
        </p:nvSpPr>
        <p:spPr>
          <a:xfrm>
            <a:off x="6320916" y="5450333"/>
            <a:ext cx="1513491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환경영향평가 협의 완료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7693C6-BB27-70DC-3AD1-630CD7AC565C}"/>
              </a:ext>
            </a:extLst>
          </p:cNvPr>
          <p:cNvSpPr txBox="1"/>
          <p:nvPr/>
        </p:nvSpPr>
        <p:spPr>
          <a:xfrm>
            <a:off x="8164755" y="5450333"/>
            <a:ext cx="1670842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발전사업 완공 및 상업운전</a:t>
            </a:r>
          </a:p>
        </p:txBody>
      </p:sp>
    </p:spTree>
    <p:extLst>
      <p:ext uri="{BB962C8B-B14F-4D97-AF65-F5344CB8AC3E}">
        <p14:creationId xmlns:p14="http://schemas.microsoft.com/office/powerpoint/2010/main" val="19007103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BF3720C-BF4B-84A4-6F54-65858E0E7465}"/>
              </a:ext>
            </a:extLst>
          </p:cNvPr>
          <p:cNvGrpSpPr/>
          <p:nvPr/>
        </p:nvGrpSpPr>
        <p:grpSpPr>
          <a:xfrm>
            <a:off x="341924" y="-423313"/>
            <a:ext cx="7444154" cy="5406139"/>
            <a:chOff x="404813" y="2203996"/>
            <a:chExt cx="6048375" cy="439248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CDA70C86-BE47-85D7-9817-D0EE9A34EA41}"/>
                </a:ext>
              </a:extLst>
            </p:cNvPr>
            <p:cNvSpPr/>
            <p:nvPr/>
          </p:nvSpPr>
          <p:spPr>
            <a:xfrm>
              <a:off x="404813" y="2203996"/>
              <a:ext cx="6048375" cy="4392488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8CBDAAF-00BE-3E11-57D5-AFEEB680BB0A}"/>
                </a:ext>
              </a:extLst>
            </p:cNvPr>
            <p:cNvSpPr txBox="1"/>
            <p:nvPr/>
          </p:nvSpPr>
          <p:spPr>
            <a:xfrm>
              <a:off x="548829" y="2338169"/>
              <a:ext cx="1662695" cy="2647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171450" indent="-171450">
                <a:lnSpc>
                  <a:spcPct val="110000"/>
                </a:lnSpc>
                <a:buFont typeface="Wingdings" panose="05000000000000000000" pitchFamily="2" charset="2"/>
                <a:buChar char="§"/>
                <a:defRPr sz="1200" spc="-8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477" dirty="0"/>
                <a:t>신소재 에너지 </a:t>
              </a:r>
              <a:r>
                <a:rPr lang="en-US" altLang="ko-KR" sz="1477" dirty="0"/>
                <a:t>TF </a:t>
              </a:r>
              <a:r>
                <a:rPr lang="ko-KR" altLang="en-US" sz="1477" dirty="0"/>
                <a:t>조직도</a:t>
              </a:r>
              <a:endParaRPr lang="en-US" sz="1477" dirty="0"/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5D9418F5-31AE-FC08-D126-BC5E23700D1F}"/>
                </a:ext>
              </a:extLst>
            </p:cNvPr>
            <p:cNvSpPr/>
            <p:nvPr/>
          </p:nvSpPr>
          <p:spPr>
            <a:xfrm>
              <a:off x="2750821" y="2453049"/>
              <a:ext cx="1356359" cy="373695"/>
            </a:xfrm>
            <a:prstGeom prst="roundRect">
              <a:avLst>
                <a:gd name="adj" fmla="val 7746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92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센터장</a:t>
              </a:r>
              <a:endParaRPr lang="en-US" sz="1292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D0B255A-B566-A8E0-EABB-B5480DBC79E6}"/>
                </a:ext>
              </a:extLst>
            </p:cNvPr>
            <p:cNvSpPr/>
            <p:nvPr/>
          </p:nvSpPr>
          <p:spPr>
            <a:xfrm>
              <a:off x="4522396" y="2446874"/>
              <a:ext cx="1357200" cy="374400"/>
            </a:xfrm>
            <a:prstGeom prst="roundRect">
              <a:avLst>
                <a:gd name="adj" fmla="val 7746"/>
              </a:avLst>
            </a:prstGeom>
            <a:solidFill>
              <a:schemeClr val="bg1"/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92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운영위원회</a:t>
              </a:r>
              <a:endParaRPr lang="en-US" sz="1292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477E9D2E-5EDE-8E98-47D9-0DEAB766F7F8}"/>
                </a:ext>
              </a:extLst>
            </p:cNvPr>
            <p:cNvCxnSpPr>
              <a:cxnSpLocks/>
            </p:cNvCxnSpPr>
            <p:nvPr/>
          </p:nvCxnSpPr>
          <p:spPr>
            <a:xfrm>
              <a:off x="4107180" y="2639896"/>
              <a:ext cx="41521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FE40EEAB-AFAF-7A2C-0F2C-ECB12B6F8817}"/>
                </a:ext>
              </a:extLst>
            </p:cNvPr>
            <p:cNvCxnSpPr>
              <a:cxnSpLocks/>
            </p:cNvCxnSpPr>
            <p:nvPr/>
          </p:nvCxnSpPr>
          <p:spPr>
            <a:xfrm>
              <a:off x="3429000" y="2820569"/>
              <a:ext cx="0" cy="1800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E0550775-8DA8-4198-C93A-8B8ECD106E02}"/>
                </a:ext>
              </a:extLst>
            </p:cNvPr>
            <p:cNvCxnSpPr>
              <a:cxnSpLocks/>
            </p:cNvCxnSpPr>
            <p:nvPr/>
          </p:nvCxnSpPr>
          <p:spPr>
            <a:xfrm>
              <a:off x="2178193" y="3000589"/>
              <a:ext cx="3023224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72F0C10-1F11-0D3F-2B00-1AC711EB95F2}"/>
                </a:ext>
              </a:extLst>
            </p:cNvPr>
            <p:cNvCxnSpPr>
              <a:cxnSpLocks/>
            </p:cNvCxnSpPr>
            <p:nvPr/>
          </p:nvCxnSpPr>
          <p:spPr>
            <a:xfrm>
              <a:off x="5201417" y="3001066"/>
              <a:ext cx="0" cy="727798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0436136E-436D-C36A-AAD8-00DF24018227}"/>
                </a:ext>
              </a:extLst>
            </p:cNvPr>
            <p:cNvCxnSpPr>
              <a:cxnSpLocks/>
            </p:cNvCxnSpPr>
            <p:nvPr/>
          </p:nvCxnSpPr>
          <p:spPr>
            <a:xfrm>
              <a:off x="2178193" y="3001066"/>
              <a:ext cx="0" cy="976613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A1C9C017-D303-6A32-A45C-99E82734BCC8}"/>
                </a:ext>
              </a:extLst>
            </p:cNvPr>
            <p:cNvSpPr/>
            <p:nvPr/>
          </p:nvSpPr>
          <p:spPr>
            <a:xfrm>
              <a:off x="1500013" y="3181086"/>
              <a:ext cx="1356359" cy="373695"/>
            </a:xfrm>
            <a:prstGeom prst="roundRect">
              <a:avLst>
                <a:gd name="adj" fmla="val 7746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92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전략경영실</a:t>
              </a:r>
              <a:endParaRPr lang="en-US" sz="1292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C48CADE6-9CF0-D28E-DA50-667F9B79BD4F}"/>
                </a:ext>
              </a:extLst>
            </p:cNvPr>
            <p:cNvCxnSpPr>
              <a:cxnSpLocks/>
            </p:cNvCxnSpPr>
            <p:nvPr/>
          </p:nvCxnSpPr>
          <p:spPr>
            <a:xfrm>
              <a:off x="1135697" y="3728864"/>
              <a:ext cx="2084991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B69ADC2-1F42-1DF0-953B-4406FDB0F9FD}"/>
                </a:ext>
              </a:extLst>
            </p:cNvPr>
            <p:cNvSpPr/>
            <p:nvPr/>
          </p:nvSpPr>
          <p:spPr>
            <a:xfrm>
              <a:off x="1712635" y="3902948"/>
              <a:ext cx="931116" cy="2436738"/>
            </a:xfrm>
            <a:prstGeom prst="roundRect">
              <a:avLst>
                <a:gd name="adj" fmla="val 1856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92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68661449-40F7-2979-08D3-A8031426E00A}"/>
                </a:ext>
              </a:extLst>
            </p:cNvPr>
            <p:cNvSpPr/>
            <p:nvPr/>
          </p:nvSpPr>
          <p:spPr>
            <a:xfrm>
              <a:off x="670139" y="3902948"/>
              <a:ext cx="931116" cy="2436738"/>
            </a:xfrm>
            <a:prstGeom prst="roundRect">
              <a:avLst>
                <a:gd name="adj" fmla="val 1856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92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9D63F4BC-C7B2-8CE8-DE69-6F28A5A3346C}"/>
                </a:ext>
              </a:extLst>
            </p:cNvPr>
            <p:cNvCxnSpPr>
              <a:cxnSpLocks/>
            </p:cNvCxnSpPr>
            <p:nvPr/>
          </p:nvCxnSpPr>
          <p:spPr>
            <a:xfrm>
              <a:off x="1135697" y="3728864"/>
              <a:ext cx="0" cy="18002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E68537E4-255B-3945-1D54-17384102BFB8}"/>
                </a:ext>
              </a:extLst>
            </p:cNvPr>
            <p:cNvGrpSpPr/>
            <p:nvPr/>
          </p:nvGrpSpPr>
          <p:grpSpPr>
            <a:xfrm>
              <a:off x="2755130" y="3728864"/>
              <a:ext cx="931116" cy="2610822"/>
              <a:chOff x="2750821" y="3728864"/>
              <a:chExt cx="931116" cy="2610822"/>
            </a:xfrm>
          </p:grpSpPr>
          <p:sp>
            <p:nvSpPr>
              <p:cNvPr id="68" name="사각형: 둥근 모서리 67">
                <a:extLst>
                  <a:ext uri="{FF2B5EF4-FFF2-40B4-BE49-F238E27FC236}">
                    <a16:creationId xmlns:a16="http://schemas.microsoft.com/office/drawing/2014/main" id="{E9B3E2B2-152B-DB76-7788-B5E303DDEFE5}"/>
                  </a:ext>
                </a:extLst>
              </p:cNvPr>
              <p:cNvSpPr/>
              <p:nvPr/>
            </p:nvSpPr>
            <p:spPr>
              <a:xfrm>
                <a:off x="2750821" y="3902948"/>
                <a:ext cx="931116" cy="2436738"/>
              </a:xfrm>
              <a:prstGeom prst="roundRect">
                <a:avLst>
                  <a:gd name="adj" fmla="val 1856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92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F7AE099F-6B58-CA54-AD87-3836AAEEDB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6379" y="3728864"/>
                <a:ext cx="0" cy="18002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DB8EEEF-1123-AD38-264E-361F034E4183}"/>
                </a:ext>
              </a:extLst>
            </p:cNvPr>
            <p:cNvSpPr txBox="1"/>
            <p:nvPr/>
          </p:nvSpPr>
          <p:spPr>
            <a:xfrm>
              <a:off x="898522" y="3997499"/>
              <a:ext cx="474349" cy="2330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231" spc="-25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운영팀</a:t>
              </a:r>
              <a:endParaRPr lang="en-US" sz="1231" spc="-25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EF9B8A5-FFA9-8431-70B8-A162EC3DF48A}"/>
                </a:ext>
              </a:extLst>
            </p:cNvPr>
            <p:cNvSpPr txBox="1"/>
            <p:nvPr/>
          </p:nvSpPr>
          <p:spPr>
            <a:xfrm>
              <a:off x="1941018" y="3997499"/>
              <a:ext cx="474349" cy="2330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231" spc="-25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기획팀</a:t>
              </a:r>
              <a:endParaRPr lang="en-US" sz="1231" spc="-25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6CFAAA-A864-99B7-8A59-B4FB9394668C}"/>
                </a:ext>
              </a:extLst>
            </p:cNvPr>
            <p:cNvSpPr txBox="1"/>
            <p:nvPr/>
          </p:nvSpPr>
          <p:spPr>
            <a:xfrm>
              <a:off x="2983516" y="3997499"/>
              <a:ext cx="474349" cy="2330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231" spc="-25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지원팀</a:t>
              </a:r>
              <a:endParaRPr lang="en-US" sz="1231" spc="-25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3959BA37-4710-3EC3-35D9-D63E6766BC3E}"/>
                </a:ext>
              </a:extLst>
            </p:cNvPr>
            <p:cNvCxnSpPr>
              <a:cxnSpLocks/>
            </p:cNvCxnSpPr>
            <p:nvPr/>
          </p:nvCxnSpPr>
          <p:spPr>
            <a:xfrm>
              <a:off x="792170" y="4304928"/>
              <a:ext cx="687054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0ECCB5E-F34E-ECB7-DB45-3EF8C6FB3019}"/>
                </a:ext>
              </a:extLst>
            </p:cNvPr>
            <p:cNvSpPr txBox="1"/>
            <p:nvPr/>
          </p:nvSpPr>
          <p:spPr>
            <a:xfrm>
              <a:off x="829833" y="4444995"/>
              <a:ext cx="611730" cy="382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인사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노무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보안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관리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D7722B93-C578-93F9-7A81-BF11E4EBA0A0}"/>
                </a:ext>
              </a:extLst>
            </p:cNvPr>
            <p:cNvCxnSpPr>
              <a:cxnSpLocks/>
            </p:cNvCxnSpPr>
            <p:nvPr/>
          </p:nvCxnSpPr>
          <p:spPr>
            <a:xfrm>
              <a:off x="792170" y="4985172"/>
              <a:ext cx="687054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E53FE34-BF6B-74C4-3560-AC9376C5D149}"/>
                </a:ext>
              </a:extLst>
            </p:cNvPr>
            <p:cNvSpPr txBox="1"/>
            <p:nvPr/>
          </p:nvSpPr>
          <p:spPr>
            <a:xfrm>
              <a:off x="829833" y="5125239"/>
              <a:ext cx="611730" cy="2289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회계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계약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F1FE208-FF36-9339-06D4-BCB3CF5B2252}"/>
                </a:ext>
              </a:extLst>
            </p:cNvPr>
            <p:cNvCxnSpPr>
              <a:cxnSpLocks/>
            </p:cNvCxnSpPr>
            <p:nvPr/>
          </p:nvCxnSpPr>
          <p:spPr>
            <a:xfrm>
              <a:off x="792170" y="5511527"/>
              <a:ext cx="687054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9E0323E-7637-9AEB-C034-A4559A6E0C38}"/>
                </a:ext>
              </a:extLst>
            </p:cNvPr>
            <p:cNvSpPr txBox="1"/>
            <p:nvPr/>
          </p:nvSpPr>
          <p:spPr>
            <a:xfrm>
              <a:off x="829833" y="5651594"/>
              <a:ext cx="611730" cy="5367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지원 교육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</a:t>
              </a:r>
            </a:p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복무 관리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</a:t>
              </a:r>
            </a:p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복무 후생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A9D0C788-E6F9-9C24-09B5-61928F48D5DF}"/>
                </a:ext>
              </a:extLst>
            </p:cNvPr>
            <p:cNvCxnSpPr>
              <a:cxnSpLocks/>
            </p:cNvCxnSpPr>
            <p:nvPr/>
          </p:nvCxnSpPr>
          <p:spPr>
            <a:xfrm>
              <a:off x="1834665" y="4304928"/>
              <a:ext cx="687054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8DB1808-B2D1-CD21-E9DA-C7AD088801C5}"/>
                </a:ext>
              </a:extLst>
            </p:cNvPr>
            <p:cNvSpPr txBox="1"/>
            <p:nvPr/>
          </p:nvSpPr>
          <p:spPr>
            <a:xfrm>
              <a:off x="1751696" y="4377660"/>
              <a:ext cx="852994" cy="382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성과 관리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법인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언론 담당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8A7423C7-4D20-FB64-6AC5-85C226C34E5D}"/>
                </a:ext>
              </a:extLst>
            </p:cNvPr>
            <p:cNvCxnSpPr>
              <a:cxnSpLocks/>
            </p:cNvCxnSpPr>
            <p:nvPr/>
          </p:nvCxnSpPr>
          <p:spPr>
            <a:xfrm>
              <a:off x="1834665" y="4850502"/>
              <a:ext cx="687054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222EA72-CA22-ABF3-22AB-E48A683CE5C1}"/>
                </a:ext>
              </a:extLst>
            </p:cNvPr>
            <p:cNvSpPr txBox="1"/>
            <p:nvPr/>
          </p:nvSpPr>
          <p:spPr>
            <a:xfrm>
              <a:off x="1712624" y="4923234"/>
              <a:ext cx="931140" cy="382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네트워크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자원 연계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매거진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18FE0DF-0EED-90CA-85BA-FF2C25BE807E}"/>
                </a:ext>
              </a:extLst>
            </p:cNvPr>
            <p:cNvCxnSpPr>
              <a:cxnSpLocks/>
            </p:cNvCxnSpPr>
            <p:nvPr/>
          </p:nvCxnSpPr>
          <p:spPr>
            <a:xfrm>
              <a:off x="1834665" y="5396076"/>
              <a:ext cx="687054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D6755A1-5B7E-5046-F764-070FD14CCA13}"/>
                </a:ext>
              </a:extLst>
            </p:cNvPr>
            <p:cNvSpPr txBox="1"/>
            <p:nvPr/>
          </p:nvSpPr>
          <p:spPr>
            <a:xfrm>
              <a:off x="1884755" y="5468808"/>
              <a:ext cx="586879" cy="382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정책 연구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포럼 기획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61898B2-05AC-59EB-9544-479553DCC589}"/>
                </a:ext>
              </a:extLst>
            </p:cNvPr>
            <p:cNvSpPr txBox="1"/>
            <p:nvPr/>
          </p:nvSpPr>
          <p:spPr>
            <a:xfrm>
              <a:off x="1776549" y="6014380"/>
              <a:ext cx="803294" cy="2289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홍보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기획행사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A1BBE018-0015-FB10-175D-B42676049E11}"/>
                </a:ext>
              </a:extLst>
            </p:cNvPr>
            <p:cNvCxnSpPr>
              <a:cxnSpLocks/>
            </p:cNvCxnSpPr>
            <p:nvPr/>
          </p:nvCxnSpPr>
          <p:spPr>
            <a:xfrm>
              <a:off x="1834665" y="5941650"/>
              <a:ext cx="687054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C6A679EF-0F8B-CF57-BD22-C6860022AB31}"/>
                </a:ext>
              </a:extLst>
            </p:cNvPr>
            <p:cNvCxnSpPr>
              <a:cxnSpLocks/>
            </p:cNvCxnSpPr>
            <p:nvPr/>
          </p:nvCxnSpPr>
          <p:spPr>
            <a:xfrm>
              <a:off x="2877161" y="4304928"/>
              <a:ext cx="687054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DEAB0BC-ECBB-C561-C89F-ACA360095A6F}"/>
                </a:ext>
              </a:extLst>
            </p:cNvPr>
            <p:cNvSpPr txBox="1"/>
            <p:nvPr/>
          </p:nvSpPr>
          <p:spPr>
            <a:xfrm>
              <a:off x="2888175" y="4378125"/>
              <a:ext cx="665026" cy="382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자문위원회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31" spc="-74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네크워크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6C3042F-3778-2148-8324-305428A8B3E4}"/>
                </a:ext>
              </a:extLst>
            </p:cNvPr>
            <p:cNvCxnSpPr>
              <a:cxnSpLocks/>
            </p:cNvCxnSpPr>
            <p:nvPr/>
          </p:nvCxnSpPr>
          <p:spPr>
            <a:xfrm>
              <a:off x="2877161" y="4851432"/>
              <a:ext cx="687054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785B015-5944-B843-BAFE-03D785BFE2C5}"/>
                </a:ext>
              </a:extLst>
            </p:cNvPr>
            <p:cNvSpPr txBox="1"/>
            <p:nvPr/>
          </p:nvSpPr>
          <p:spPr>
            <a:xfrm>
              <a:off x="2927249" y="4924629"/>
              <a:ext cx="586879" cy="382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정보 발굴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및 제공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97DEE92F-0DBD-87CF-2548-9F78D9854F54}"/>
                </a:ext>
              </a:extLst>
            </p:cNvPr>
            <p:cNvCxnSpPr>
              <a:cxnSpLocks/>
            </p:cNvCxnSpPr>
            <p:nvPr/>
          </p:nvCxnSpPr>
          <p:spPr>
            <a:xfrm>
              <a:off x="2877161" y="5397936"/>
              <a:ext cx="687054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6A93C5C-8265-9DE1-425E-A9E04E6D4797}"/>
                </a:ext>
              </a:extLst>
            </p:cNvPr>
            <p:cNvSpPr txBox="1"/>
            <p:nvPr/>
          </p:nvSpPr>
          <p:spPr>
            <a:xfrm>
              <a:off x="2875751" y="5471133"/>
              <a:ext cx="689877" cy="382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업무 매뉴얼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유지 보수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7BADF85-EF95-4C19-AFBB-C59A471CE526}"/>
                </a:ext>
              </a:extLst>
            </p:cNvPr>
            <p:cNvSpPr txBox="1"/>
            <p:nvPr/>
          </p:nvSpPr>
          <p:spPr>
            <a:xfrm>
              <a:off x="2888175" y="6017638"/>
              <a:ext cx="665026" cy="2289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초수망지원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1316C028-73B2-67A9-5A51-A6B825935041}"/>
                </a:ext>
              </a:extLst>
            </p:cNvPr>
            <p:cNvCxnSpPr>
              <a:cxnSpLocks/>
            </p:cNvCxnSpPr>
            <p:nvPr/>
          </p:nvCxnSpPr>
          <p:spPr>
            <a:xfrm>
              <a:off x="2877161" y="5944440"/>
              <a:ext cx="687054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F3A3E6BE-FEDB-BCE6-72FF-B830875EE2CB}"/>
                </a:ext>
              </a:extLst>
            </p:cNvPr>
            <p:cNvSpPr/>
            <p:nvPr/>
          </p:nvSpPr>
          <p:spPr>
            <a:xfrm>
              <a:off x="4523238" y="3181086"/>
              <a:ext cx="1356359" cy="373695"/>
            </a:xfrm>
            <a:prstGeom prst="roundRect">
              <a:avLst>
                <a:gd name="adj" fmla="val 7746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92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활력사업단</a:t>
              </a:r>
              <a:endParaRPr lang="en-US" sz="1292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645DECB8-442E-3DDC-423B-2EF2E3665E43}"/>
                </a:ext>
              </a:extLst>
            </p:cNvPr>
            <p:cNvGrpSpPr/>
            <p:nvPr/>
          </p:nvGrpSpPr>
          <p:grpSpPr>
            <a:xfrm>
              <a:off x="4214974" y="3728864"/>
              <a:ext cx="1972887" cy="2610822"/>
              <a:chOff x="4214974" y="3728864"/>
              <a:chExt cx="1972887" cy="2610822"/>
            </a:xfrm>
          </p:grpSpPr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3944A7F9-00AF-6B16-DF0A-6F8FCA67FEA7}"/>
                  </a:ext>
                </a:extLst>
              </p:cNvPr>
              <p:cNvSpPr/>
              <p:nvPr/>
            </p:nvSpPr>
            <p:spPr>
              <a:xfrm>
                <a:off x="4214974" y="3902948"/>
                <a:ext cx="931116" cy="2436738"/>
              </a:xfrm>
              <a:prstGeom prst="roundRect">
                <a:avLst>
                  <a:gd name="adj" fmla="val 1856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92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C4BE171B-7F3E-10BD-C76D-EB05B0D514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0532" y="3728864"/>
                <a:ext cx="0" cy="18002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4582B47B-CDEA-6710-6466-6E4827832EF1}"/>
                  </a:ext>
                </a:extLst>
              </p:cNvPr>
              <p:cNvSpPr/>
              <p:nvPr/>
            </p:nvSpPr>
            <p:spPr>
              <a:xfrm>
                <a:off x="5256745" y="3902948"/>
                <a:ext cx="931116" cy="2436738"/>
              </a:xfrm>
              <a:prstGeom prst="roundRect">
                <a:avLst>
                  <a:gd name="adj" fmla="val 1856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92" dirty="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F9A80837-4338-E793-C599-A8481C8E09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2303" y="3728864"/>
                <a:ext cx="0" cy="18002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B9C79B08-F6B7-FED4-CDF4-771A1781DD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0532" y="3728864"/>
                <a:ext cx="1041771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412C619-BA1B-A424-3609-6701589B53D6}"/>
                  </a:ext>
                </a:extLst>
              </p:cNvPr>
              <p:cNvSpPr txBox="1"/>
              <p:nvPr/>
            </p:nvSpPr>
            <p:spPr>
              <a:xfrm>
                <a:off x="4335257" y="3997499"/>
                <a:ext cx="690554" cy="2330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ko-KR" altLang="en-US" sz="1231" spc="-25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건강지원팀</a:t>
                </a:r>
                <a:endParaRPr lang="en-US" sz="1231" spc="-25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0EED664-48D3-1FE1-D97C-6218C4C76268}"/>
                  </a:ext>
                </a:extLst>
              </p:cNvPr>
              <p:cNvSpPr txBox="1"/>
              <p:nvPr/>
            </p:nvSpPr>
            <p:spPr>
              <a:xfrm>
                <a:off x="5377027" y="3997499"/>
                <a:ext cx="690554" cy="2330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ko-KR" altLang="en-US" sz="1231" spc="-25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참여지원팀</a:t>
                </a:r>
                <a:endParaRPr lang="en-US" sz="1231" spc="-25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D8153487-CD52-5B4C-90CF-2A0024A236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7005" y="4304928"/>
                <a:ext cx="687054" cy="0"/>
              </a:xfrm>
              <a:prstGeom prst="line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427B09A-DB7D-9158-B38E-6A2E7B1192F6}"/>
                  </a:ext>
                </a:extLst>
              </p:cNvPr>
              <p:cNvSpPr txBox="1"/>
              <p:nvPr/>
            </p:nvSpPr>
            <p:spPr>
              <a:xfrm>
                <a:off x="4335595" y="4378125"/>
                <a:ext cx="689877" cy="382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231" spc="-74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온라인</a:t>
                </a:r>
                <a:endPara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/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고민 상담소</a:t>
                </a:r>
                <a:endParaRPr 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C6CC84C3-C8A7-719D-DA0B-310EBDFA1B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7005" y="4851432"/>
                <a:ext cx="687054" cy="0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ECE48AA-0CF3-B0F7-1F92-F1B92F9D1C00}"/>
                  </a:ext>
                </a:extLst>
              </p:cNvPr>
              <p:cNvSpPr txBox="1"/>
              <p:nvPr/>
            </p:nvSpPr>
            <p:spPr>
              <a:xfrm>
                <a:off x="4284097" y="4924629"/>
                <a:ext cx="792873" cy="382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마음 상담</a:t>
                </a:r>
                <a:endPara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/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유관기관 네트</a:t>
                </a:r>
                <a:endParaRPr 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F3592FCD-903E-5C78-E4D9-D47E4BB5B0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7005" y="5397936"/>
                <a:ext cx="687054" cy="0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335188E-EE57-759F-4F73-A048B069A3A0}"/>
                  </a:ext>
                </a:extLst>
              </p:cNvPr>
              <p:cNvSpPr txBox="1"/>
              <p:nvPr/>
            </p:nvSpPr>
            <p:spPr>
              <a:xfrm>
                <a:off x="4399518" y="5471133"/>
                <a:ext cx="562029" cy="382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마음건강</a:t>
                </a:r>
                <a:endPara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/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운영지원</a:t>
                </a:r>
                <a:endParaRPr 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90ECC04-759B-983F-6392-FC30CDC51B15}"/>
                  </a:ext>
                </a:extLst>
              </p:cNvPr>
              <p:cNvSpPr txBox="1"/>
              <p:nvPr/>
            </p:nvSpPr>
            <p:spPr>
              <a:xfrm>
                <a:off x="4284097" y="6017638"/>
                <a:ext cx="792873" cy="228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231" spc="-74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오프라인 상담</a:t>
                </a:r>
                <a:endParaRPr 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527FAD57-E183-E5BC-7B2D-8D98986A29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7005" y="5944440"/>
                <a:ext cx="687054" cy="0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C3AD56F4-346A-A517-AD11-203A674E8F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8776" y="4304928"/>
                <a:ext cx="687054" cy="0"/>
              </a:xfrm>
              <a:prstGeom prst="line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0DB1249-4D17-F66F-1922-09BE88949DCF}"/>
                  </a:ext>
                </a:extLst>
              </p:cNvPr>
              <p:cNvSpPr txBox="1"/>
              <p:nvPr/>
            </p:nvSpPr>
            <p:spPr>
              <a:xfrm>
                <a:off x="5441290" y="4378125"/>
                <a:ext cx="562029" cy="382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231" spc="-74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특화</a:t>
                </a:r>
                <a:endPara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/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프로그램</a:t>
                </a:r>
                <a:endParaRPr 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1E853E44-043C-E3E7-3102-26427A4CC0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8776" y="4851432"/>
                <a:ext cx="687054" cy="0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FC2860C-780E-F299-A5BE-3CCF8E1CE3A0}"/>
                  </a:ext>
                </a:extLst>
              </p:cNvPr>
              <p:cNvSpPr txBox="1"/>
              <p:nvPr/>
            </p:nvSpPr>
            <p:spPr>
              <a:xfrm>
                <a:off x="5428865" y="4924629"/>
                <a:ext cx="586879" cy="382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청년 수당</a:t>
                </a:r>
                <a:endPara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/>
                <a:r>
                  <a:rPr 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OT</a:t>
                </a:r>
              </a:p>
            </p:txBody>
          </p: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13E6910B-8FF2-6C57-91A0-32C3DEDAC3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8776" y="5397936"/>
                <a:ext cx="687054" cy="0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625DF80-4242-8333-505A-811D00A32BEC}"/>
                  </a:ext>
                </a:extLst>
              </p:cNvPr>
              <p:cNvSpPr txBox="1"/>
              <p:nvPr/>
            </p:nvSpPr>
            <p:spPr>
              <a:xfrm>
                <a:off x="5428864" y="5471133"/>
                <a:ext cx="586879" cy="382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자기 이해</a:t>
                </a:r>
                <a:endPara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/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프로그램</a:t>
                </a:r>
                <a:endParaRPr 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3BD8EEF-2698-8E8C-85FF-5EF5F44AEC45}"/>
                  </a:ext>
                </a:extLst>
              </p:cNvPr>
              <p:cNvSpPr txBox="1"/>
              <p:nvPr/>
            </p:nvSpPr>
            <p:spPr>
              <a:xfrm>
                <a:off x="5441291" y="6017638"/>
                <a:ext cx="562029" cy="228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231" spc="-74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운영지원</a:t>
                </a:r>
                <a:endParaRPr 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AE48100C-42C9-D2B4-5FC4-5F416E51B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8776" y="5944440"/>
                <a:ext cx="687054" cy="0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BD4621A7-78B3-D95C-5750-D3A51E352AC4}"/>
              </a:ext>
            </a:extLst>
          </p:cNvPr>
          <p:cNvGrpSpPr/>
          <p:nvPr/>
        </p:nvGrpSpPr>
        <p:grpSpPr>
          <a:xfrm>
            <a:off x="4252906" y="5392508"/>
            <a:ext cx="7444154" cy="1815590"/>
            <a:chOff x="404813" y="8038637"/>
            <a:chExt cx="6048375" cy="1475167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D9273C26-EBCF-562A-07B5-651CECD5CCBE}"/>
                </a:ext>
              </a:extLst>
            </p:cNvPr>
            <p:cNvSpPr/>
            <p:nvPr/>
          </p:nvSpPr>
          <p:spPr>
            <a:xfrm>
              <a:off x="404813" y="8038637"/>
              <a:ext cx="6048375" cy="1475167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392E825F-59D1-0606-7739-85623558295B}"/>
                </a:ext>
              </a:extLst>
            </p:cNvPr>
            <p:cNvSpPr/>
            <p:nvPr/>
          </p:nvSpPr>
          <p:spPr>
            <a:xfrm>
              <a:off x="667011" y="8240623"/>
              <a:ext cx="1071194" cy="1071194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F4F30CC9-AF67-1D29-65D6-9A122BEC18D8}"/>
                </a:ext>
              </a:extLst>
            </p:cNvPr>
            <p:cNvSpPr/>
            <p:nvPr/>
          </p:nvSpPr>
          <p:spPr>
            <a:xfrm>
              <a:off x="2151272" y="8240623"/>
              <a:ext cx="1071194" cy="1071194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9C90CC62-F0C4-E2DB-E2F7-5C870051808C}"/>
                </a:ext>
              </a:extLst>
            </p:cNvPr>
            <p:cNvSpPr/>
            <p:nvPr/>
          </p:nvSpPr>
          <p:spPr>
            <a:xfrm>
              <a:off x="3635533" y="8240623"/>
              <a:ext cx="1071194" cy="1071194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67138804-05C5-96AB-CA01-170BC3B16C79}"/>
                </a:ext>
              </a:extLst>
            </p:cNvPr>
            <p:cNvSpPr/>
            <p:nvPr/>
          </p:nvSpPr>
          <p:spPr>
            <a:xfrm>
              <a:off x="5119795" y="8240623"/>
              <a:ext cx="1071194" cy="1071194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pic>
          <p:nvPicPr>
            <p:cNvPr id="76" name="그림 75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AC6BEC38-75FC-0C59-0800-B2BAEE24F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9420" y="8397932"/>
              <a:ext cx="371945" cy="371945"/>
            </a:xfrm>
            <a:prstGeom prst="rect">
              <a:avLst/>
            </a:prstGeom>
          </p:spPr>
        </p:pic>
        <p:pic>
          <p:nvPicPr>
            <p:cNvPr id="77" name="그림 76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E4CE85C5-578F-858F-58F4-A683FFCA1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636" y="8397932"/>
              <a:ext cx="371945" cy="371945"/>
            </a:xfrm>
            <a:prstGeom prst="rect">
              <a:avLst/>
            </a:prstGeom>
          </p:spPr>
        </p:pic>
        <p:pic>
          <p:nvPicPr>
            <p:cNvPr id="78" name="그림 77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2FD8AD40-84C1-60E9-3A37-FDE0FCF12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5158" y="8397932"/>
              <a:ext cx="371945" cy="371945"/>
            </a:xfrm>
            <a:prstGeom prst="rect">
              <a:avLst/>
            </a:prstGeom>
          </p:spPr>
        </p:pic>
        <p:pic>
          <p:nvPicPr>
            <p:cNvPr id="79" name="그림 78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641AC8F6-0C65-1382-5B11-B54098952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2299" y="8379334"/>
              <a:ext cx="409140" cy="409140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7C0D0A7-CC24-8623-A5BB-42A7C8E2BCD2}"/>
                </a:ext>
              </a:extLst>
            </p:cNvPr>
            <p:cNvSpPr txBox="1"/>
            <p:nvPr/>
          </p:nvSpPr>
          <p:spPr>
            <a:xfrm>
              <a:off x="857670" y="8798615"/>
              <a:ext cx="689877" cy="382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8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전기 자동차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8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기술 개발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964BED2-5770-0D99-20DF-1E0AE0FB701F}"/>
                </a:ext>
              </a:extLst>
            </p:cNvPr>
            <p:cNvSpPr txBox="1"/>
            <p:nvPr/>
          </p:nvSpPr>
          <p:spPr>
            <a:xfrm>
              <a:off x="2290433" y="8798615"/>
              <a:ext cx="792873" cy="382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8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친환경 에너지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8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프로젝트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A8E17B1-5F50-DD09-8F04-C283E984A63D}"/>
                </a:ext>
              </a:extLst>
            </p:cNvPr>
            <p:cNvSpPr txBox="1"/>
            <p:nvPr/>
          </p:nvSpPr>
          <p:spPr>
            <a:xfrm>
              <a:off x="3826193" y="8798615"/>
              <a:ext cx="689877" cy="382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8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친환경 식물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8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배합 조절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05A3FDD-0FB1-7A52-5C70-0CA307CE29BF}"/>
                </a:ext>
              </a:extLst>
            </p:cNvPr>
            <p:cNvSpPr txBox="1"/>
            <p:nvPr/>
          </p:nvSpPr>
          <p:spPr>
            <a:xfrm>
              <a:off x="5310455" y="8798615"/>
              <a:ext cx="689877" cy="382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8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친환경 공장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8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수주 건설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2D59C663-C0D9-0CB4-CA65-CD7C7AAA58E3}"/>
                </a:ext>
              </a:extLst>
            </p:cNvPr>
            <p:cNvSpPr/>
            <p:nvPr/>
          </p:nvSpPr>
          <p:spPr>
            <a:xfrm>
              <a:off x="684874" y="8236211"/>
              <a:ext cx="294704" cy="29470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8" spc="25" dirty="0">
                  <a:latin typeface="Montserrat SemiBold" panose="00000700000000000000" pitchFamily="2" charset="0"/>
                </a:rPr>
                <a:t>01</a:t>
              </a: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A8E8D472-9152-601C-360D-7D22771FAD52}"/>
                </a:ext>
              </a:extLst>
            </p:cNvPr>
            <p:cNvSpPr/>
            <p:nvPr/>
          </p:nvSpPr>
          <p:spPr>
            <a:xfrm>
              <a:off x="2165160" y="8236211"/>
              <a:ext cx="294704" cy="29470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8" spc="25" dirty="0">
                  <a:latin typeface="Montserrat SemiBold" panose="00000700000000000000" pitchFamily="2" charset="0"/>
                </a:rPr>
                <a:t>02</a:t>
              </a:r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6FF7E2EC-4621-5DE1-AE98-A4071C189B9D}"/>
                </a:ext>
              </a:extLst>
            </p:cNvPr>
            <p:cNvSpPr/>
            <p:nvPr/>
          </p:nvSpPr>
          <p:spPr>
            <a:xfrm>
              <a:off x="3645446" y="8236211"/>
              <a:ext cx="294704" cy="29470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8" spc="25" dirty="0">
                  <a:latin typeface="Montserrat SemiBold" panose="00000700000000000000" pitchFamily="2" charset="0"/>
                </a:rPr>
                <a:t>03</a:t>
              </a:r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7C28975A-1C97-AC49-6F21-52EA1E3A97D4}"/>
                </a:ext>
              </a:extLst>
            </p:cNvPr>
            <p:cNvSpPr/>
            <p:nvPr/>
          </p:nvSpPr>
          <p:spPr>
            <a:xfrm>
              <a:off x="5125732" y="8236211"/>
              <a:ext cx="294704" cy="29470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8" spc="25" dirty="0">
                  <a:latin typeface="Montserrat SemiBold" panose="00000700000000000000" pitchFamily="2" charset="0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76851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42EED9B-CF4F-218E-FBE9-E93E5A355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22397"/>
              </p:ext>
            </p:extLst>
          </p:nvPr>
        </p:nvGraphicFramePr>
        <p:xfrm>
          <a:off x="435708" y="-184479"/>
          <a:ext cx="7444154" cy="468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321">
                  <a:extLst>
                    <a:ext uri="{9D8B030D-6E8A-4147-A177-3AD203B41FA5}">
                      <a16:colId xmlns:a16="http://schemas.microsoft.com/office/drawing/2014/main" val="137665825"/>
                    </a:ext>
                  </a:extLst>
                </a:gridCol>
                <a:gridCol w="1595254">
                  <a:extLst>
                    <a:ext uri="{9D8B030D-6E8A-4147-A177-3AD203B41FA5}">
                      <a16:colId xmlns:a16="http://schemas.microsoft.com/office/drawing/2014/main" val="1618976747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245523968"/>
                    </a:ext>
                  </a:extLst>
                </a:gridCol>
                <a:gridCol w="3367575">
                  <a:extLst>
                    <a:ext uri="{9D8B030D-6E8A-4147-A177-3AD203B41FA5}">
                      <a16:colId xmlns:a16="http://schemas.microsoft.com/office/drawing/2014/main" val="3933105640"/>
                    </a:ext>
                  </a:extLst>
                </a:gridCol>
              </a:tblGrid>
              <a:tr h="4571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구분</a:t>
                      </a:r>
                      <a:endParaRPr lang="en-US" sz="13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12542" marR="112542" marT="56271" marB="5627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신뢰관계인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12542" marR="112542" marT="56271" marB="5627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소통 조력인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12542" marR="112542" marT="56271" marB="5627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 </a:t>
                      </a:r>
                      <a:r>
                        <a:rPr kumimoji="0" lang="ko-KR" altLang="en-US" sz="1300" b="0" i="0" u="none" strike="noStrike" kern="1200" cap="none" spc="0" normalizeH="0" baseline="0" noProof="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코워킹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스페이스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12542" marR="112542" marT="56271" marB="5627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279993"/>
                  </a:ext>
                </a:extLst>
              </a:tr>
              <a:tr h="705097">
                <a:tc row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관련</a:t>
                      </a:r>
                      <a:endParaRPr lang="en-US" altLang="ko-KR" sz="13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규정</a:t>
                      </a:r>
                      <a:endParaRPr lang="en-US" sz="13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12542" marR="112542" marT="56271" marB="56271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60" normalizeH="0" baseline="0" noProof="0" dirty="0" err="1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프라이빗</a:t>
                      </a:r>
                      <a:r>
                        <a:rPr kumimoji="0" lang="ko-KR" altLang="en-US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 오피스</a:t>
                      </a:r>
                      <a:endParaRPr kumimoji="0" lang="en-US" sz="1100" b="0" i="0" u="none" strike="noStrike" kern="1200" cap="none" spc="-60" normalizeH="0" baseline="0" noProof="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132923" marR="112542" marT="132923" marB="56271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11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장애인복지법</a:t>
                      </a:r>
                      <a:endParaRPr lang="en-US" altLang="ko-KR" sz="11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11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형사소송법</a:t>
                      </a:r>
                      <a:endParaRPr lang="en-US" sz="11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769" marR="112542" marT="57600" marB="5627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lnSpc>
                          <a:spcPct val="120000"/>
                        </a:lnSpc>
                      </a:pPr>
                      <a:r>
                        <a:rPr lang="ko-KR" altLang="en-US" sz="11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 라운지</a:t>
                      </a:r>
                      <a:r>
                        <a:rPr lang="en-US" altLang="ko-KR" sz="11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11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카페와 더불어 </a:t>
                      </a:r>
                      <a:r>
                        <a:rPr lang="ko-KR" altLang="en-US" sz="11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프라이빗</a:t>
                      </a:r>
                      <a:r>
                        <a:rPr lang="ko-KR" altLang="en-US" sz="11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오피스를 추가하여</a:t>
                      </a:r>
                      <a:endParaRPr lang="en-US" altLang="ko-KR" sz="110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  <a:alpha val="8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algn="l" defTabSz="685800" rtl="0" eaLnBrk="1" latinLnBrk="0" hangingPunct="1">
                        <a:lnSpc>
                          <a:spcPct val="120000"/>
                        </a:lnSpc>
                      </a:pPr>
                      <a:r>
                        <a:rPr lang="ko-KR" altLang="en-US" sz="11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수준 높은 공간과 서비스를 제공하여 사업가 양산</a:t>
                      </a:r>
                      <a:endParaRPr lang="en-US" altLang="ko-KR" sz="110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  <a:alpha val="8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769" marR="112542" marT="57600" marB="5627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581678"/>
                  </a:ext>
                </a:extLst>
              </a:tr>
              <a:tr h="70509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프리랜서</a:t>
                      </a:r>
                      <a:r>
                        <a:rPr kumimoji="0" lang="en-US" altLang="ko-KR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스타트업</a:t>
                      </a:r>
                      <a:endParaRPr kumimoji="0" lang="en-US" sz="1100" b="0" i="0" u="none" strike="noStrike" kern="1200" cap="none" spc="-60" normalizeH="0" baseline="0" noProof="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132923" marR="112542" marT="132923" marB="56271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심리적 안정과</a:t>
                      </a:r>
                      <a:endParaRPr lang="en-US" altLang="ko-KR" sz="1100" kern="120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원활한 의사소통</a:t>
                      </a:r>
                      <a:endParaRPr lang="en-US" altLang="ko-KR" sz="1100" kern="120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769" marR="112542" marT="57600" marB="5627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2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  <a:alpha val="80000"/>
                            </a:prstClr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최소 </a:t>
                      </a:r>
                      <a:r>
                        <a:rPr kumimoji="0" lang="en-US" altLang="ko-KR" sz="1100" b="0" i="0" u="none" strike="noStrike" kern="1200" cap="none" spc="-2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  <a:alpha val="80000"/>
                            </a:prstClr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kumimoji="0" lang="ko-KR" altLang="en-US" sz="1100" b="0" i="0" u="none" strike="noStrike" kern="1200" cap="none" spc="-2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  <a:alpha val="80000"/>
                            </a:prstClr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개월 이용자에겐 보증금을 대출해주고 디지털화 된 서비스 및 다양한 업무를 지원하는 서비스 제공</a:t>
                      </a:r>
                      <a:endParaRPr kumimoji="0" lang="en-US" altLang="ko-KR" sz="1100" b="0" i="0" u="none" strike="noStrike" kern="1200" cap="none" spc="-20" normalizeH="0" baseline="0" noProof="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769" marR="112542" marT="57600" marB="5627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291905"/>
                  </a:ext>
                </a:extLst>
              </a:tr>
              <a:tr h="70509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주</a:t>
                      </a:r>
                      <a:r>
                        <a:rPr kumimoji="0" lang="en-US" altLang="ko-KR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하루 이용자</a:t>
                      </a:r>
                      <a:endParaRPr kumimoji="0" lang="en-US" altLang="ko-KR" sz="1100" b="0" i="0" u="none" strike="noStrike" kern="1200" cap="none" spc="-60" normalizeH="0" baseline="0" noProof="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부</a:t>
                      </a:r>
                      <a:r>
                        <a:rPr kumimoji="0" lang="en-US" altLang="ko-KR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장기 이용자</a:t>
                      </a:r>
                      <a:endParaRPr kumimoji="0" lang="en-US" sz="1100" b="0" i="0" u="none" strike="noStrike" kern="1200" cap="none" spc="-60" normalizeH="0" baseline="0" noProof="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110769" marR="112542" marT="57600" marB="56271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장애인복지법</a:t>
                      </a:r>
                      <a:endParaRPr lang="en-US" altLang="ko-KR" sz="1100" kern="120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형사소송법</a:t>
                      </a:r>
                      <a:endParaRPr lang="en-US" sz="1100" kern="120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769" marR="112542" marT="57600" marB="5627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lnSpc>
                          <a:spcPct val="120000"/>
                        </a:lnSpc>
                      </a:pPr>
                      <a:r>
                        <a:rPr lang="ko-KR" altLang="en-US" sz="11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 라운지</a:t>
                      </a:r>
                      <a:r>
                        <a:rPr lang="en-US" altLang="ko-KR" sz="11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11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카페와 더불어 </a:t>
                      </a:r>
                      <a:r>
                        <a:rPr lang="ko-KR" altLang="en-US" sz="11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프라이빗</a:t>
                      </a:r>
                      <a:r>
                        <a:rPr lang="ko-KR" altLang="en-US" sz="11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오피스를 추가하여</a:t>
                      </a:r>
                      <a:endParaRPr lang="en-US" altLang="ko-KR" sz="110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  <a:alpha val="8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algn="l" defTabSz="685800" rtl="0" eaLnBrk="1" latinLnBrk="0" hangingPunct="1">
                        <a:lnSpc>
                          <a:spcPct val="120000"/>
                        </a:lnSpc>
                      </a:pPr>
                      <a:r>
                        <a:rPr lang="ko-KR" altLang="en-US" sz="11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수준 높은 공간과 서비스를 제공하여 사업가 양산</a:t>
                      </a:r>
                      <a:endParaRPr lang="en-US" altLang="ko-KR" sz="110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  <a:alpha val="8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769" marR="112542" marT="57600" marB="5627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423528"/>
                  </a:ext>
                </a:extLst>
              </a:tr>
              <a:tr h="705097">
                <a:tc row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네트</a:t>
                      </a:r>
                      <a:endParaRPr lang="en-US" altLang="ko-KR" sz="13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워킹</a:t>
                      </a:r>
                      <a:endParaRPr lang="en-US" sz="13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12542" marR="112542" marT="56271" marB="56271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제한된 서비스</a:t>
                      </a:r>
                      <a:endParaRPr kumimoji="0" lang="en-US" altLang="ko-KR" sz="1100" b="0" i="0" u="none" strike="noStrike" kern="1200" cap="none" spc="-60" normalizeH="0" baseline="0" noProof="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복합기 등</a:t>
                      </a:r>
                      <a:r>
                        <a:rPr kumimoji="0" lang="en-US" altLang="ko-KR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)</a:t>
                      </a:r>
                      <a:endParaRPr kumimoji="0" lang="en-US" sz="1100" b="0" i="0" u="none" strike="noStrike" kern="1200" cap="none" spc="-60" normalizeH="0" baseline="0" noProof="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110769" marR="110769" marT="57600" marB="56271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심리적 안정과</a:t>
                      </a:r>
                      <a:endParaRPr lang="en-US" altLang="ko-KR" sz="1100" kern="120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원활한 의사소통</a:t>
                      </a:r>
                      <a:endParaRPr lang="en-US" sz="1100" kern="120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769" marR="112542" marT="57600" marB="5627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2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  <a:alpha val="80000"/>
                            </a:prstClr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최소 </a:t>
                      </a:r>
                      <a:r>
                        <a:rPr kumimoji="0" lang="en-US" altLang="ko-KR" sz="1100" b="0" i="0" u="none" strike="noStrike" kern="1200" cap="none" spc="-2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  <a:alpha val="80000"/>
                            </a:prstClr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kumimoji="0" lang="ko-KR" altLang="en-US" sz="1100" b="0" i="0" u="none" strike="noStrike" kern="1200" cap="none" spc="-2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  <a:alpha val="80000"/>
                            </a:prstClr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개월 이용자에겐 보증금을 대출해주고 디지털화 된 서비스 및 다양한 업무를 지원하는 서비스 제공</a:t>
                      </a:r>
                      <a:endParaRPr kumimoji="0" lang="en-US" altLang="ko-KR" sz="1100" b="0" i="0" u="none" strike="noStrike" kern="1200" cap="none" spc="-20" normalizeH="0" baseline="0" noProof="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769" marR="112542" marT="57600" marB="5627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72319"/>
                  </a:ext>
                </a:extLst>
              </a:tr>
              <a:tr h="7050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간헐적 이벤트</a:t>
                      </a:r>
                      <a:endParaRPr kumimoji="0" lang="en-US" sz="1100" b="0" i="0" u="none" strike="noStrike" kern="1200" cap="none" spc="-60" normalizeH="0" baseline="0" noProof="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110769" marR="110769" marT="57600" marB="56271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모든 장애인 여부 무관 사업 등록</a:t>
                      </a:r>
                      <a:endParaRPr lang="en-US" sz="1100" kern="120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769" marR="112542" marT="57600" marB="5627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lnSpc>
                          <a:spcPct val="120000"/>
                        </a:lnSpc>
                      </a:pPr>
                      <a:r>
                        <a:rPr lang="ko-KR" altLang="en-US" sz="11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메인 라운지</a:t>
                      </a:r>
                      <a:r>
                        <a:rPr lang="en-US" altLang="ko-KR" sz="11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11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카페와 더불어 </a:t>
                      </a:r>
                      <a:r>
                        <a:rPr lang="ko-KR" altLang="en-US" sz="11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프라이빗</a:t>
                      </a:r>
                      <a:r>
                        <a:rPr lang="ko-KR" altLang="en-US" sz="11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오피스를 추가하여</a:t>
                      </a:r>
                      <a:endParaRPr lang="en-US" altLang="ko-KR" sz="110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  <a:alpha val="8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algn="l" defTabSz="685800" rtl="0" eaLnBrk="1" latinLnBrk="0" hangingPunct="1">
                        <a:lnSpc>
                          <a:spcPct val="120000"/>
                        </a:lnSpc>
                      </a:pPr>
                      <a:r>
                        <a:rPr lang="ko-KR" altLang="en-US" sz="11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  <a:alpha val="80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수준 높은 공간과 서비스를 제공하여 사업가 양산</a:t>
                      </a:r>
                      <a:endParaRPr lang="en-US" altLang="ko-KR" sz="110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  <a:alpha val="80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769" marR="112542" marT="57600" marB="5627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307338"/>
                  </a:ext>
                </a:extLst>
              </a:tr>
              <a:tr h="70509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오픈 데스크</a:t>
                      </a:r>
                      <a:r>
                        <a:rPr kumimoji="0" lang="en-US" altLang="ko-KR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주 공간</a:t>
                      </a:r>
                      <a:r>
                        <a:rPr kumimoji="0" lang="en-US" altLang="ko-KR" sz="1100" b="0" i="0" u="none" strike="noStrike" kern="1200" cap="none" spc="-6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)</a:t>
                      </a:r>
                      <a:endParaRPr kumimoji="0" lang="en-US" sz="1100" b="0" i="0" u="none" strike="noStrike" kern="1200" cap="none" spc="-60" normalizeH="0" baseline="0" noProof="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110769" marR="110769" marT="57600" marB="56271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발달 피해자는 신뢰관계인 동석</a:t>
                      </a:r>
                      <a:endParaRPr lang="en-US" sz="1100" kern="120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769" marR="112542" marT="57600" marB="5627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2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  <a:alpha val="80000"/>
                            </a:prstClr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최소 </a:t>
                      </a:r>
                      <a:r>
                        <a:rPr kumimoji="0" lang="en-US" altLang="ko-KR" sz="1100" b="0" i="0" u="none" strike="noStrike" kern="1200" cap="none" spc="-2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  <a:alpha val="80000"/>
                            </a:prstClr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kumimoji="0" lang="ko-KR" altLang="en-US" sz="1100" b="0" i="0" u="none" strike="noStrike" kern="1200" cap="none" spc="-2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  <a:alpha val="80000"/>
                            </a:prstClr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개월 이용자에겐 보증금을 대출해주고 디지털화 된 서비스 및 다양한 업무를 지원하는 서비스 제공</a:t>
                      </a:r>
                      <a:endParaRPr kumimoji="0" lang="en-US" altLang="ko-KR" sz="1100" b="0" i="0" u="none" strike="noStrike" kern="1200" cap="none" spc="-20" normalizeH="0" baseline="0" noProof="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  <a:alpha val="80000"/>
                          </a:prstClr>
                        </a:solidFill>
                        <a:effectLst/>
                        <a:uLnTx/>
                        <a:uFillTx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10769" marR="112542" marT="57600" marB="56271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443429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E9A239F6-1212-53AF-A825-673ED3267123}"/>
              </a:ext>
            </a:extLst>
          </p:cNvPr>
          <p:cNvGrpSpPr/>
          <p:nvPr/>
        </p:nvGrpSpPr>
        <p:grpSpPr>
          <a:xfrm>
            <a:off x="577330" y="5077681"/>
            <a:ext cx="7553450" cy="1612604"/>
            <a:chOff x="316680" y="8210252"/>
            <a:chExt cx="6137178" cy="131024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2668775-7104-76BF-BBE1-42438E935E1D}"/>
                </a:ext>
              </a:extLst>
            </p:cNvPr>
            <p:cNvSpPr txBox="1"/>
            <p:nvPr/>
          </p:nvSpPr>
          <p:spPr>
            <a:xfrm>
              <a:off x="316680" y="8638725"/>
              <a:ext cx="1365791" cy="435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신재생에너지 기업으로</a:t>
              </a:r>
              <a:endParaRPr lang="en-US" altLang="ko-KR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도약하기 위한 도전</a:t>
              </a:r>
              <a:endParaRPr lang="en-US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24C1BAB-F22E-493A-2E77-3B384604264E}"/>
                </a:ext>
              </a:extLst>
            </p:cNvPr>
            <p:cNvSpPr txBox="1"/>
            <p:nvPr/>
          </p:nvSpPr>
          <p:spPr>
            <a:xfrm>
              <a:off x="316680" y="9091157"/>
              <a:ext cx="1460556" cy="4293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국내 최다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최초 주민참여형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발전소로서 연간 사용할 전력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D44DFC5-D8B0-2C8D-176F-90E78049EC27}"/>
                </a:ext>
              </a:extLst>
            </p:cNvPr>
            <p:cNvCxnSpPr/>
            <p:nvPr/>
          </p:nvCxnSpPr>
          <p:spPr>
            <a:xfrm>
              <a:off x="404812" y="8210252"/>
              <a:ext cx="187206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DE4F36-87E5-F4C6-DB49-4C9669A37A0A}"/>
                </a:ext>
              </a:extLst>
            </p:cNvPr>
            <p:cNvSpPr txBox="1"/>
            <p:nvPr/>
          </p:nvSpPr>
          <p:spPr>
            <a:xfrm>
              <a:off x="2398755" y="8638725"/>
              <a:ext cx="1431016" cy="435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태양광 프로젝트 첫번째</a:t>
              </a: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,</a:t>
              </a:r>
            </a:p>
            <a:p>
              <a:pPr algn="l">
                <a:lnSpc>
                  <a:spcPct val="110000"/>
                </a:lnSpc>
              </a:pPr>
              <a:r>
                <a:rPr 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ESS </a:t>
              </a: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연계 발전소 건설</a:t>
              </a:r>
              <a:endParaRPr lang="en-US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F21715-32CC-963F-4289-93364DF1F3F8}"/>
                </a:ext>
              </a:extLst>
            </p:cNvPr>
            <p:cNvSpPr txBox="1"/>
            <p:nvPr/>
          </p:nvSpPr>
          <p:spPr>
            <a:xfrm>
              <a:off x="2398755" y="9091157"/>
              <a:ext cx="1588404" cy="4293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에너지 사업 확장 및 전력사업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자유화 전망에 대비한 산업 연계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F1DE97B3-A2B7-0F53-D543-69B1CF4C8EFF}"/>
                </a:ext>
              </a:extLst>
            </p:cNvPr>
            <p:cNvCxnSpPr/>
            <p:nvPr/>
          </p:nvCxnSpPr>
          <p:spPr>
            <a:xfrm>
              <a:off x="2493305" y="8210252"/>
              <a:ext cx="187206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1779E38-3E3B-D836-4D32-24D1ADACB826}"/>
                </a:ext>
              </a:extLst>
            </p:cNvPr>
            <p:cNvSpPr txBox="1"/>
            <p:nvPr/>
          </p:nvSpPr>
          <p:spPr>
            <a:xfrm>
              <a:off x="4487765" y="8638725"/>
              <a:ext cx="1574389" cy="435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재생 에너지 전력 사업 연계</a:t>
              </a:r>
              <a:endParaRPr lang="en-US" altLang="ko-KR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신규</a:t>
              </a: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</a:t>
              </a: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사업 기획 발굴</a:t>
              </a:r>
              <a:endParaRPr lang="en-US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CD114FC-B18C-A603-5480-2BE02FF80B25}"/>
                </a:ext>
              </a:extLst>
            </p:cNvPr>
            <p:cNvSpPr txBox="1"/>
            <p:nvPr/>
          </p:nvSpPr>
          <p:spPr>
            <a:xfrm>
              <a:off x="4478239" y="9091157"/>
              <a:ext cx="1716252" cy="4293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신재생 사업부지 선점 및 사업개발</a:t>
              </a:r>
            </a:p>
            <a:p>
              <a:pPr>
                <a:lnSpc>
                  <a:spcPct val="12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가속화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해상풍력  대규모 사업개발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90BA685-2573-E589-5BFA-D720972AC1D4}"/>
                </a:ext>
              </a:extLst>
            </p:cNvPr>
            <p:cNvCxnSpPr/>
            <p:nvPr/>
          </p:nvCxnSpPr>
          <p:spPr>
            <a:xfrm>
              <a:off x="4581798" y="8210252"/>
              <a:ext cx="187206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60A49F-3E22-1058-6CF7-3C6B25274E51}"/>
                </a:ext>
              </a:extLst>
            </p:cNvPr>
            <p:cNvSpPr txBox="1"/>
            <p:nvPr/>
          </p:nvSpPr>
          <p:spPr>
            <a:xfrm>
              <a:off x="316680" y="8354268"/>
              <a:ext cx="344105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01.</a:t>
              </a:r>
              <a:endParaRPr lang="en-US" sz="135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D0D3F01-2451-6007-0691-2BB6EA982FA7}"/>
                </a:ext>
              </a:extLst>
            </p:cNvPr>
            <p:cNvSpPr txBox="1"/>
            <p:nvPr/>
          </p:nvSpPr>
          <p:spPr>
            <a:xfrm>
              <a:off x="2398755" y="8354268"/>
              <a:ext cx="363641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02.</a:t>
              </a:r>
              <a:endParaRPr lang="en-US" sz="135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03B2D6-55E5-33FC-3DAF-28B07FD8C3A7}"/>
                </a:ext>
              </a:extLst>
            </p:cNvPr>
            <p:cNvSpPr txBox="1"/>
            <p:nvPr/>
          </p:nvSpPr>
          <p:spPr>
            <a:xfrm>
              <a:off x="4482432" y="8354268"/>
              <a:ext cx="367549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03.</a:t>
              </a:r>
              <a:endParaRPr lang="en-US" sz="135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17160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728DDB-623B-CC60-8D61-BF040BCB3A31}"/>
              </a:ext>
            </a:extLst>
          </p:cNvPr>
          <p:cNvSpPr txBox="1"/>
          <p:nvPr/>
        </p:nvSpPr>
        <p:spPr>
          <a:xfrm>
            <a:off x="1892438" y="5989723"/>
            <a:ext cx="250390" cy="2385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62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</a:t>
            </a:r>
            <a:endParaRPr lang="en-US" altLang="ko-KR" sz="862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362492-4146-FD32-0F6C-5449E7E873A1}"/>
              </a:ext>
            </a:extLst>
          </p:cNvPr>
          <p:cNvSpPr txBox="1"/>
          <p:nvPr/>
        </p:nvSpPr>
        <p:spPr>
          <a:xfrm>
            <a:off x="2443561" y="5989723"/>
            <a:ext cx="298480" cy="2385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62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97F87B-85C9-588E-6948-81AF5B827E68}"/>
              </a:ext>
            </a:extLst>
          </p:cNvPr>
          <p:cNvSpPr txBox="1"/>
          <p:nvPr/>
        </p:nvSpPr>
        <p:spPr>
          <a:xfrm>
            <a:off x="9136023" y="5989723"/>
            <a:ext cx="364202" cy="2385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862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BC160-4317-FC86-AE4C-45E9233C034C}"/>
              </a:ext>
            </a:extLst>
          </p:cNvPr>
          <p:cNvSpPr txBox="1"/>
          <p:nvPr/>
        </p:nvSpPr>
        <p:spPr>
          <a:xfrm>
            <a:off x="1867777" y="5439603"/>
            <a:ext cx="298480" cy="2385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62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26FB03-4BE1-14F6-A760-5FD1704B8860}"/>
              </a:ext>
            </a:extLst>
          </p:cNvPr>
          <p:cNvSpPr txBox="1"/>
          <p:nvPr/>
        </p:nvSpPr>
        <p:spPr>
          <a:xfrm>
            <a:off x="1856533" y="222324"/>
            <a:ext cx="364202" cy="2385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862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100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91582B-1CFC-F8E3-7873-A4095F36CF4B}"/>
              </a:ext>
            </a:extLst>
          </p:cNvPr>
          <p:cNvSpPr/>
          <p:nvPr/>
        </p:nvSpPr>
        <p:spPr>
          <a:xfrm>
            <a:off x="2201955" y="304636"/>
            <a:ext cx="7178462" cy="5640497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2492ED7-7FF7-16A3-B078-6B9E00330FF0}"/>
              </a:ext>
            </a:extLst>
          </p:cNvPr>
          <p:cNvCxnSpPr/>
          <p:nvPr/>
        </p:nvCxnSpPr>
        <p:spPr>
          <a:xfrm>
            <a:off x="2610122" y="304636"/>
            <a:ext cx="0" cy="56404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73B1DB7-96F1-94D5-E88B-053738D64C3D}"/>
              </a:ext>
            </a:extLst>
          </p:cNvPr>
          <p:cNvCxnSpPr>
            <a:cxnSpLocks/>
          </p:cNvCxnSpPr>
          <p:nvPr/>
        </p:nvCxnSpPr>
        <p:spPr>
          <a:xfrm>
            <a:off x="2201955" y="5569500"/>
            <a:ext cx="717846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22408EC-2DF6-2F41-5D0F-D0B8943DB58B}"/>
              </a:ext>
            </a:extLst>
          </p:cNvPr>
          <p:cNvCxnSpPr>
            <a:cxnSpLocks/>
          </p:cNvCxnSpPr>
          <p:nvPr/>
        </p:nvCxnSpPr>
        <p:spPr>
          <a:xfrm flipV="1">
            <a:off x="2610121" y="1620851"/>
            <a:ext cx="677029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AE4E200-A6DE-1B75-B617-D095FCCCE090}"/>
              </a:ext>
            </a:extLst>
          </p:cNvPr>
          <p:cNvCxnSpPr>
            <a:cxnSpLocks/>
          </p:cNvCxnSpPr>
          <p:nvPr/>
        </p:nvCxnSpPr>
        <p:spPr>
          <a:xfrm flipV="1">
            <a:off x="2610121" y="2937066"/>
            <a:ext cx="677029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E505656-74E8-6FBB-D6AD-A6169462D9CD}"/>
              </a:ext>
            </a:extLst>
          </p:cNvPr>
          <p:cNvCxnSpPr>
            <a:cxnSpLocks/>
          </p:cNvCxnSpPr>
          <p:nvPr/>
        </p:nvCxnSpPr>
        <p:spPr>
          <a:xfrm flipV="1">
            <a:off x="2610121" y="4253282"/>
            <a:ext cx="677029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FA59744-EE59-EB4C-3586-C5AC0C528F81}"/>
              </a:ext>
            </a:extLst>
          </p:cNvPr>
          <p:cNvCxnSpPr/>
          <p:nvPr/>
        </p:nvCxnSpPr>
        <p:spPr>
          <a:xfrm>
            <a:off x="4302695" y="304636"/>
            <a:ext cx="0" cy="528225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9FEA3C0-55E0-EFCC-862D-354FAC9ED704}"/>
              </a:ext>
            </a:extLst>
          </p:cNvPr>
          <p:cNvCxnSpPr/>
          <p:nvPr/>
        </p:nvCxnSpPr>
        <p:spPr>
          <a:xfrm>
            <a:off x="5995269" y="304636"/>
            <a:ext cx="0" cy="528225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D4B8CC6-9162-2ADF-0B07-187292DD3D6E}"/>
              </a:ext>
            </a:extLst>
          </p:cNvPr>
          <p:cNvCxnSpPr/>
          <p:nvPr/>
        </p:nvCxnSpPr>
        <p:spPr>
          <a:xfrm>
            <a:off x="7687842" y="304636"/>
            <a:ext cx="0" cy="528225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491C130-F801-44F3-7A23-C94F16C10522}"/>
              </a:ext>
            </a:extLst>
          </p:cNvPr>
          <p:cNvSpPr txBox="1"/>
          <p:nvPr/>
        </p:nvSpPr>
        <p:spPr>
          <a:xfrm rot="16200000">
            <a:off x="1456081" y="2841565"/>
            <a:ext cx="1023037" cy="2385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62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Energy Resource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F77AA3-3F72-91D0-82F8-56C591CD67C8}"/>
              </a:ext>
            </a:extLst>
          </p:cNvPr>
          <p:cNvSpPr txBox="1"/>
          <p:nvPr/>
        </p:nvSpPr>
        <p:spPr>
          <a:xfrm>
            <a:off x="5521032" y="5989723"/>
            <a:ext cx="857927" cy="2385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862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Green Energy</a:t>
            </a: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0576BD2C-3EFA-304A-B8A5-F965C0D3A25F}"/>
              </a:ext>
            </a:extLst>
          </p:cNvPr>
          <p:cNvSpPr/>
          <p:nvPr/>
        </p:nvSpPr>
        <p:spPr>
          <a:xfrm>
            <a:off x="5218529" y="304635"/>
            <a:ext cx="4161888" cy="4162430"/>
          </a:xfrm>
          <a:custGeom>
            <a:avLst/>
            <a:gdLst>
              <a:gd name="connsiteX0" fmla="*/ 32620 w 3381534"/>
              <a:gd name="connsiteY0" fmla="*/ 0 h 3381974"/>
              <a:gd name="connsiteX1" fmla="*/ 3381534 w 3381534"/>
              <a:gd name="connsiteY1" fmla="*/ 0 h 3381974"/>
              <a:gd name="connsiteX2" fmla="*/ 3381534 w 3381534"/>
              <a:gd name="connsiteY2" fmla="*/ 3349421 h 3381974"/>
              <a:gd name="connsiteX3" fmla="*/ 3268552 w 3381534"/>
              <a:gd name="connsiteY3" fmla="*/ 3366665 h 3381974"/>
              <a:gd name="connsiteX4" fmla="*/ 2965360 w 3381534"/>
              <a:gd name="connsiteY4" fmla="*/ 3381974 h 3381974"/>
              <a:gd name="connsiteX5" fmla="*/ 0 w 3381534"/>
              <a:gd name="connsiteY5" fmla="*/ 416614 h 3381974"/>
              <a:gd name="connsiteX6" fmla="*/ 15310 w 3381534"/>
              <a:gd name="connsiteY6" fmla="*/ 113423 h 3381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1534" h="3381974">
                <a:moveTo>
                  <a:pt x="32620" y="0"/>
                </a:moveTo>
                <a:lnTo>
                  <a:pt x="3381534" y="0"/>
                </a:lnTo>
                <a:lnTo>
                  <a:pt x="3381534" y="3349421"/>
                </a:lnTo>
                <a:lnTo>
                  <a:pt x="3268552" y="3366665"/>
                </a:lnTo>
                <a:cubicBezTo>
                  <a:pt x="3168864" y="3376788"/>
                  <a:pt x="3067718" y="3381974"/>
                  <a:pt x="2965360" y="3381974"/>
                </a:cubicBezTo>
                <a:cubicBezTo>
                  <a:pt x="1327637" y="3381974"/>
                  <a:pt x="0" y="2054337"/>
                  <a:pt x="0" y="416614"/>
                </a:cubicBezTo>
                <a:cubicBezTo>
                  <a:pt x="0" y="314256"/>
                  <a:pt x="5186" y="213110"/>
                  <a:pt x="15310" y="113423"/>
                </a:cubicBezTo>
                <a:close/>
              </a:path>
            </a:pathLst>
          </a:custGeom>
          <a:solidFill>
            <a:schemeClr val="tx1">
              <a:alpha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215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41FBE17-69C2-FC5C-A3B1-A7DAE4342C69}"/>
              </a:ext>
            </a:extLst>
          </p:cNvPr>
          <p:cNvGrpSpPr/>
          <p:nvPr/>
        </p:nvGrpSpPr>
        <p:grpSpPr>
          <a:xfrm>
            <a:off x="5880469" y="1874701"/>
            <a:ext cx="1396600" cy="486341"/>
            <a:chOff x="3793236" y="3554651"/>
            <a:chExt cx="1134737" cy="395152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944B0DF-59A9-7355-0EEE-AD0FA7CC116F}"/>
                </a:ext>
              </a:extLst>
            </p:cNvPr>
            <p:cNvSpPr/>
            <p:nvPr/>
          </p:nvSpPr>
          <p:spPr>
            <a:xfrm>
              <a:off x="4315605" y="3554651"/>
              <a:ext cx="90000" cy="9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72DD066-C792-77F9-ADC8-7DC8D8B3A7D0}"/>
                </a:ext>
              </a:extLst>
            </p:cNvPr>
            <p:cNvSpPr txBox="1"/>
            <p:nvPr/>
          </p:nvSpPr>
          <p:spPr>
            <a:xfrm>
              <a:off x="3793236" y="3732452"/>
              <a:ext cx="1134737" cy="2173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108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친환경 녹색 이미지 구축</a:t>
              </a:r>
              <a:endParaRPr 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F4A95B5-1A99-D33C-EEFA-7B2DAA870AB6}"/>
              </a:ext>
            </a:extLst>
          </p:cNvPr>
          <p:cNvGrpSpPr/>
          <p:nvPr/>
        </p:nvGrpSpPr>
        <p:grpSpPr>
          <a:xfrm>
            <a:off x="6733307" y="4075060"/>
            <a:ext cx="1282659" cy="486341"/>
            <a:chOff x="4102925" y="5151274"/>
            <a:chExt cx="1042161" cy="395152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A09F5FB8-8318-6EE5-98AC-AFAFBC22F989}"/>
                </a:ext>
              </a:extLst>
            </p:cNvPr>
            <p:cNvSpPr/>
            <p:nvPr/>
          </p:nvSpPr>
          <p:spPr>
            <a:xfrm>
              <a:off x="4579001" y="5151274"/>
              <a:ext cx="90000" cy="9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A8D3CEE-D5E4-7E6A-3823-A61E09259E86}"/>
                </a:ext>
              </a:extLst>
            </p:cNvPr>
            <p:cNvSpPr txBox="1"/>
            <p:nvPr/>
          </p:nvSpPr>
          <p:spPr>
            <a:xfrm>
              <a:off x="4102925" y="5329075"/>
              <a:ext cx="1042161" cy="2173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108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신안군 고급 인력 육성</a:t>
              </a:r>
              <a:endParaRPr 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D4E0B27-D6AC-BA15-7A4D-B4D7FF5657D6}"/>
              </a:ext>
            </a:extLst>
          </p:cNvPr>
          <p:cNvGrpSpPr/>
          <p:nvPr/>
        </p:nvGrpSpPr>
        <p:grpSpPr>
          <a:xfrm>
            <a:off x="7600810" y="998561"/>
            <a:ext cx="1282659" cy="486341"/>
            <a:chOff x="5075129" y="2680646"/>
            <a:chExt cx="1042161" cy="395152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157E913B-09CC-EBDE-6AC2-C867810A9F5E}"/>
                </a:ext>
              </a:extLst>
            </p:cNvPr>
            <p:cNvSpPr/>
            <p:nvPr/>
          </p:nvSpPr>
          <p:spPr>
            <a:xfrm>
              <a:off x="5551201" y="2680646"/>
              <a:ext cx="90000" cy="9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4444A2E-CA5A-078F-2C40-456CED14599E}"/>
                </a:ext>
              </a:extLst>
            </p:cNvPr>
            <p:cNvSpPr txBox="1"/>
            <p:nvPr/>
          </p:nvSpPr>
          <p:spPr>
            <a:xfrm>
              <a:off x="5075129" y="2858447"/>
              <a:ext cx="1042161" cy="2173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108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다양성 및 효용성 제고</a:t>
              </a:r>
              <a:endParaRPr lang="en-US" sz="1108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7804806-8B04-B296-121F-8C7E1FD4024D}"/>
              </a:ext>
            </a:extLst>
          </p:cNvPr>
          <p:cNvGrpSpPr/>
          <p:nvPr/>
        </p:nvGrpSpPr>
        <p:grpSpPr>
          <a:xfrm>
            <a:off x="4040886" y="3574088"/>
            <a:ext cx="682238" cy="673893"/>
            <a:chOff x="1754995" y="5029932"/>
            <a:chExt cx="554318" cy="54753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EA5D477-95BC-8DBA-6412-45453AF6F6C4}"/>
                </a:ext>
              </a:extLst>
            </p:cNvPr>
            <p:cNvSpPr/>
            <p:nvPr/>
          </p:nvSpPr>
          <p:spPr>
            <a:xfrm>
              <a:off x="1987154" y="5029932"/>
              <a:ext cx="90000" cy="9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D6AFA88-040A-B88A-DDB9-DBE585CB21A5}"/>
                </a:ext>
              </a:extLst>
            </p:cNvPr>
            <p:cNvSpPr txBox="1"/>
            <p:nvPr/>
          </p:nvSpPr>
          <p:spPr>
            <a:xfrm>
              <a:off x="1754995" y="5207733"/>
              <a:ext cx="554318" cy="3697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108" spc="-49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테마 관광</a:t>
              </a:r>
              <a:endParaRPr lang="en-US" altLang="ko-KR" sz="1108" spc="-49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>
                <a:lnSpc>
                  <a:spcPct val="110000"/>
                </a:lnSpc>
              </a:pPr>
              <a:r>
                <a:rPr lang="ko-KR" altLang="en-US" sz="1108" spc="-49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개발 지역</a:t>
              </a:r>
              <a:endParaRPr lang="en-US" sz="1108" spc="-49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6597516-A88D-92DB-A325-FFE1CE787F8D}"/>
              </a:ext>
            </a:extLst>
          </p:cNvPr>
          <p:cNvGrpSpPr/>
          <p:nvPr/>
        </p:nvGrpSpPr>
        <p:grpSpPr>
          <a:xfrm>
            <a:off x="4768742" y="4661031"/>
            <a:ext cx="1208793" cy="486341"/>
            <a:chOff x="2466039" y="5790455"/>
            <a:chExt cx="982144" cy="395152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066C3CA6-1525-16EB-426C-F2B9CE4FA3EA}"/>
                </a:ext>
              </a:extLst>
            </p:cNvPr>
            <p:cNvSpPr/>
            <p:nvPr/>
          </p:nvSpPr>
          <p:spPr>
            <a:xfrm>
              <a:off x="2912111" y="5790455"/>
              <a:ext cx="90000" cy="9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5CDC94E-B265-1D8A-E8AB-C69CB406DE92}"/>
                </a:ext>
              </a:extLst>
            </p:cNvPr>
            <p:cNvSpPr txBox="1"/>
            <p:nvPr/>
          </p:nvSpPr>
          <p:spPr>
            <a:xfrm>
              <a:off x="2466039" y="5968256"/>
              <a:ext cx="982144" cy="2173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108" spc="-49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안전 </a:t>
              </a:r>
              <a:r>
                <a:rPr lang="ko-KR" altLang="en-US" sz="1108" spc="-49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부지 주입 체계</a:t>
              </a:r>
              <a:endParaRPr lang="en-US" sz="1108" spc="-49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6D058BD-E725-EFC1-9E2C-7919EC0F1232}"/>
              </a:ext>
            </a:extLst>
          </p:cNvPr>
          <p:cNvGrpSpPr/>
          <p:nvPr/>
        </p:nvGrpSpPr>
        <p:grpSpPr>
          <a:xfrm>
            <a:off x="2684471" y="4671475"/>
            <a:ext cx="916533" cy="673893"/>
            <a:chOff x="1012733" y="5721210"/>
            <a:chExt cx="744683" cy="547538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A2856FFD-4824-E0EC-C48F-7DA82F6D2534}"/>
                </a:ext>
              </a:extLst>
            </p:cNvPr>
            <p:cNvSpPr/>
            <p:nvPr/>
          </p:nvSpPr>
          <p:spPr>
            <a:xfrm>
              <a:off x="1340073" y="5721210"/>
              <a:ext cx="90000" cy="9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CB44331-14DE-ACB0-8CFC-E12A13161ED1}"/>
                </a:ext>
              </a:extLst>
            </p:cNvPr>
            <p:cNvSpPr txBox="1"/>
            <p:nvPr/>
          </p:nvSpPr>
          <p:spPr>
            <a:xfrm>
              <a:off x="1012733" y="5899011"/>
              <a:ext cx="744683" cy="3697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108" spc="-49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목습입대</a:t>
              </a:r>
              <a:r>
                <a:rPr lang="ko-KR" altLang="en-US" sz="1108" spc="-49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및</a:t>
              </a:r>
              <a:endParaRPr lang="en-US" altLang="ko-KR" sz="1108" spc="-49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>
                <a:lnSpc>
                  <a:spcPct val="110000"/>
                </a:lnSpc>
              </a:pPr>
              <a:r>
                <a:rPr lang="ko-KR" altLang="en-US" sz="1108" spc="-49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아티스트 확보</a:t>
              </a:r>
              <a:endParaRPr lang="en-US" sz="1108" spc="-49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1F6CE23-A40D-8BE6-1CA3-BE2950327494}"/>
              </a:ext>
            </a:extLst>
          </p:cNvPr>
          <p:cNvGrpSpPr/>
          <p:nvPr/>
        </p:nvGrpSpPr>
        <p:grpSpPr>
          <a:xfrm>
            <a:off x="2993362" y="2140546"/>
            <a:ext cx="1325940" cy="673893"/>
            <a:chOff x="1197056" y="4046882"/>
            <a:chExt cx="1077326" cy="547538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F9E566AA-1B23-AED3-646D-14F153CCF501}"/>
                </a:ext>
              </a:extLst>
            </p:cNvPr>
            <p:cNvSpPr/>
            <p:nvPr/>
          </p:nvSpPr>
          <p:spPr>
            <a:xfrm>
              <a:off x="1690717" y="4046882"/>
              <a:ext cx="90000" cy="9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CE515DD-3053-FF5B-C908-BC4BD72DD637}"/>
                </a:ext>
              </a:extLst>
            </p:cNvPr>
            <p:cNvSpPr txBox="1"/>
            <p:nvPr/>
          </p:nvSpPr>
          <p:spPr>
            <a:xfrm>
              <a:off x="1197056" y="4224683"/>
              <a:ext cx="1077326" cy="3697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108" spc="-49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기후 변화 대응</a:t>
              </a:r>
              <a:endParaRPr lang="en-US" altLang="ko-KR" sz="1108" spc="-49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>
                <a:lnSpc>
                  <a:spcPct val="110000"/>
                </a:lnSpc>
              </a:pPr>
              <a:r>
                <a:rPr lang="ko-KR" altLang="en-US" sz="1108" spc="-49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리스크 관리 체계 구축</a:t>
              </a:r>
              <a:endParaRPr lang="en-US" sz="1108" spc="-49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16082966-EC85-1B44-BC6C-C35E4DD7CC94}"/>
              </a:ext>
            </a:extLst>
          </p:cNvPr>
          <p:cNvCxnSpPr>
            <a:cxnSpLocks/>
          </p:cNvCxnSpPr>
          <p:nvPr/>
        </p:nvCxnSpPr>
        <p:spPr>
          <a:xfrm>
            <a:off x="2201955" y="304636"/>
            <a:ext cx="717846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D196FE0-3456-730B-31A9-22A574FCD1EF}"/>
              </a:ext>
            </a:extLst>
          </p:cNvPr>
          <p:cNvCxnSpPr>
            <a:cxnSpLocks/>
          </p:cNvCxnSpPr>
          <p:nvPr/>
        </p:nvCxnSpPr>
        <p:spPr>
          <a:xfrm>
            <a:off x="9380417" y="304636"/>
            <a:ext cx="0" cy="56404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8391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4E72B082-DF0E-3F50-C8C7-A24952403DE6}"/>
              </a:ext>
            </a:extLst>
          </p:cNvPr>
          <p:cNvGrpSpPr/>
          <p:nvPr/>
        </p:nvGrpSpPr>
        <p:grpSpPr>
          <a:xfrm>
            <a:off x="310661" y="-494443"/>
            <a:ext cx="7444155" cy="4076761"/>
            <a:chOff x="404812" y="2197003"/>
            <a:chExt cx="6048376" cy="3312368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73580699-39AC-689F-8AFB-96EB9AAA8E25}"/>
                </a:ext>
              </a:extLst>
            </p:cNvPr>
            <p:cNvSpPr/>
            <p:nvPr/>
          </p:nvSpPr>
          <p:spPr>
            <a:xfrm>
              <a:off x="404812" y="2197003"/>
              <a:ext cx="3024188" cy="1656184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8B5BBF5-76C5-BBC1-CB79-D8CDE68CEB0E}"/>
                </a:ext>
              </a:extLst>
            </p:cNvPr>
            <p:cNvSpPr/>
            <p:nvPr/>
          </p:nvSpPr>
          <p:spPr>
            <a:xfrm>
              <a:off x="3429000" y="2197003"/>
              <a:ext cx="3024188" cy="1656184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280B289-F302-CD0A-7779-A5D30CBE509B}"/>
                </a:ext>
              </a:extLst>
            </p:cNvPr>
            <p:cNvSpPr/>
            <p:nvPr/>
          </p:nvSpPr>
          <p:spPr>
            <a:xfrm>
              <a:off x="404812" y="3853187"/>
              <a:ext cx="3024188" cy="1656184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E0F11C8-237F-1718-4C88-647F0E0B6675}"/>
                </a:ext>
              </a:extLst>
            </p:cNvPr>
            <p:cNvSpPr/>
            <p:nvPr/>
          </p:nvSpPr>
          <p:spPr>
            <a:xfrm>
              <a:off x="3429000" y="3853187"/>
              <a:ext cx="3024188" cy="1656184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pic>
          <p:nvPicPr>
            <p:cNvPr id="6" name="그림 5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5B6D1BA4-CD90-370A-5106-9189EFA41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9676" y="4740605"/>
              <a:ext cx="548364" cy="548364"/>
            </a:xfrm>
            <a:prstGeom prst="rect">
              <a:avLst/>
            </a:prstGeom>
          </p:spPr>
        </p:pic>
        <p:pic>
          <p:nvPicPr>
            <p:cNvPr id="7" name="그림 6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E81AD878-638A-6268-0C6E-18BA7CC37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0907" y="3098104"/>
              <a:ext cx="548364" cy="548364"/>
            </a:xfrm>
            <a:prstGeom prst="rect">
              <a:avLst/>
            </a:prstGeom>
          </p:spPr>
        </p:pic>
        <p:pic>
          <p:nvPicPr>
            <p:cNvPr id="8" name="그림 7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E2E44D07-E44C-321C-962E-ED33D95B5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0907" y="4740605"/>
              <a:ext cx="548364" cy="548364"/>
            </a:xfrm>
            <a:prstGeom prst="rect">
              <a:avLst/>
            </a:prstGeom>
          </p:spPr>
        </p:pic>
        <p:pic>
          <p:nvPicPr>
            <p:cNvPr id="9" name="그림 8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C4212DB9-3A1C-F1A4-87F5-1E0FFA0EC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2258" y="3070686"/>
              <a:ext cx="603201" cy="60320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82D7552-32A1-226B-0062-5DD4C6EA09A2}"/>
                </a:ext>
              </a:extLst>
            </p:cNvPr>
            <p:cNvSpPr txBox="1"/>
            <p:nvPr/>
          </p:nvSpPr>
          <p:spPr>
            <a:xfrm>
              <a:off x="548680" y="2862619"/>
              <a:ext cx="2000392" cy="4832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신의경영을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실현하며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기업시민의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사회적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4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책임을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적극 실천하여 상생경영 추구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ADF0A20-94C4-E05F-10CB-C5295A830086}"/>
                </a:ext>
              </a:extLst>
            </p:cNvPr>
            <p:cNvSpPr txBox="1"/>
            <p:nvPr/>
          </p:nvSpPr>
          <p:spPr>
            <a:xfrm>
              <a:off x="558502" y="2627054"/>
              <a:ext cx="1307233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전기 자동차 기술 개발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7D913B-FE8D-09F0-4795-4527A454B645}"/>
                </a:ext>
              </a:extLst>
            </p:cNvPr>
            <p:cNvSpPr txBox="1"/>
            <p:nvPr/>
          </p:nvSpPr>
          <p:spPr>
            <a:xfrm>
              <a:off x="566122" y="2367542"/>
              <a:ext cx="362547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01. </a:t>
              </a:r>
              <a:endParaRPr lang="ko-KR" altLang="en-US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B7C53F-0854-2C57-04F2-99C5FC36423B}"/>
                </a:ext>
              </a:extLst>
            </p:cNvPr>
            <p:cNvSpPr txBox="1"/>
            <p:nvPr/>
          </p:nvSpPr>
          <p:spPr>
            <a:xfrm>
              <a:off x="3590310" y="2862619"/>
              <a:ext cx="2000392" cy="4832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신의경영을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실현하며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기업시민의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사회적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4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책임을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적극 실천하여 상생경영 추구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91366EA-EA1A-652A-521A-EC33BEAEC719}"/>
                </a:ext>
              </a:extLst>
            </p:cNvPr>
            <p:cNvSpPr txBox="1"/>
            <p:nvPr/>
          </p:nvSpPr>
          <p:spPr>
            <a:xfrm>
              <a:off x="3600132" y="2627054"/>
              <a:ext cx="1395799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친환경 에너지 프로젝트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AA0B822-4F55-3856-5214-2D058691D098}"/>
                </a:ext>
              </a:extLst>
            </p:cNvPr>
            <p:cNvSpPr txBox="1"/>
            <p:nvPr/>
          </p:nvSpPr>
          <p:spPr>
            <a:xfrm>
              <a:off x="3607752" y="2367542"/>
              <a:ext cx="382084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02. </a:t>
              </a:r>
              <a:endParaRPr lang="ko-KR" altLang="en-US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8C26CC4-F2FB-CE81-FA59-B3F352E28E90}"/>
                </a:ext>
              </a:extLst>
            </p:cNvPr>
            <p:cNvSpPr txBox="1"/>
            <p:nvPr/>
          </p:nvSpPr>
          <p:spPr>
            <a:xfrm>
              <a:off x="548680" y="4549465"/>
              <a:ext cx="2000392" cy="4832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신의경영을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실현하며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기업시민의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사회적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4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책임을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적극 실천하여 상생경영 추구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D4E2D5-4947-15A0-E8D1-D496FF446A65}"/>
                </a:ext>
              </a:extLst>
            </p:cNvPr>
            <p:cNvSpPr txBox="1"/>
            <p:nvPr/>
          </p:nvSpPr>
          <p:spPr>
            <a:xfrm>
              <a:off x="558502" y="4313900"/>
              <a:ext cx="1307233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친환경 식물 배합 조절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0D59D5-A0EC-2298-FC97-A0FDD0070506}"/>
                </a:ext>
              </a:extLst>
            </p:cNvPr>
            <p:cNvSpPr txBox="1"/>
            <p:nvPr/>
          </p:nvSpPr>
          <p:spPr>
            <a:xfrm>
              <a:off x="566122" y="4054388"/>
              <a:ext cx="385991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spc="-37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03. </a:t>
              </a:r>
              <a:endParaRPr lang="ko-KR" altLang="en-US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91EBB23-BDBA-FBA9-F016-15D92D0C41D0}"/>
                </a:ext>
              </a:extLst>
            </p:cNvPr>
            <p:cNvSpPr txBox="1"/>
            <p:nvPr/>
          </p:nvSpPr>
          <p:spPr>
            <a:xfrm>
              <a:off x="3590310" y="4549465"/>
              <a:ext cx="2000392" cy="4832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신의경영을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실현하며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기업시민의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사회적</a:t>
              </a:r>
              <a:endParaRPr lang="en-US" altLang="ko-KR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40000"/>
                </a:lnSpc>
              </a:pP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책임을</a:t>
              </a:r>
              <a:r>
                <a: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적극 실천하여 상생경영 추구</a:t>
              </a:r>
              <a:endParaRPr lang="en-US" sz="1231" spc="-74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1A4B4F-A79D-A75E-8153-93BC0E4FF524}"/>
                </a:ext>
              </a:extLst>
            </p:cNvPr>
            <p:cNvSpPr txBox="1"/>
            <p:nvPr/>
          </p:nvSpPr>
          <p:spPr>
            <a:xfrm>
              <a:off x="3600132" y="4313900"/>
              <a:ext cx="1307233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친환경 공장 수주 건설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6B073CD-B5B6-2FF1-8D0E-22B06E7A6E81}"/>
                </a:ext>
              </a:extLst>
            </p:cNvPr>
            <p:cNvSpPr txBox="1"/>
            <p:nvPr/>
          </p:nvSpPr>
          <p:spPr>
            <a:xfrm>
              <a:off x="3607752" y="4054388"/>
              <a:ext cx="388596" cy="24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354" spc="-37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04. </a:t>
              </a:r>
              <a:endParaRPr lang="ko-KR" altLang="en-US" sz="1354" spc="-37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1886132-B11B-307D-A445-1354D73D1F57}"/>
              </a:ext>
            </a:extLst>
          </p:cNvPr>
          <p:cNvGrpSpPr/>
          <p:nvPr/>
        </p:nvGrpSpPr>
        <p:grpSpPr>
          <a:xfrm>
            <a:off x="4713456" y="3670592"/>
            <a:ext cx="7444155" cy="3900213"/>
            <a:chOff x="404812" y="6321152"/>
            <a:chExt cx="6048376" cy="3168923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AF91B93-48CE-0D8B-67A9-4415DBB713D6}"/>
                </a:ext>
              </a:extLst>
            </p:cNvPr>
            <p:cNvSpPr/>
            <p:nvPr/>
          </p:nvSpPr>
          <p:spPr>
            <a:xfrm>
              <a:off x="404812" y="6321152"/>
              <a:ext cx="6048376" cy="3168923"/>
            </a:xfrm>
            <a:prstGeom prst="rect">
              <a:avLst/>
            </a:prstGeom>
            <a:solidFill>
              <a:srgbClr val="FBFB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15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E31BE6E3-BCFA-6D56-E58D-486C1636528E}"/>
                </a:ext>
              </a:extLst>
            </p:cNvPr>
            <p:cNvGrpSpPr/>
            <p:nvPr/>
          </p:nvGrpSpPr>
          <p:grpSpPr>
            <a:xfrm>
              <a:off x="2054300" y="6562627"/>
              <a:ext cx="2749401" cy="2685972"/>
              <a:chOff x="2054299" y="6643970"/>
              <a:chExt cx="2749401" cy="2685972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AB232EF8-7220-255A-4E20-57D7920E4F6A}"/>
                  </a:ext>
                </a:extLst>
              </p:cNvPr>
              <p:cNvSpPr/>
              <p:nvPr/>
            </p:nvSpPr>
            <p:spPr>
              <a:xfrm>
                <a:off x="2135110" y="6742164"/>
                <a:ext cx="2587778" cy="2587778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15"/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21BD6AE5-B851-ABCE-7951-1CD8663FF0DC}"/>
                  </a:ext>
                </a:extLst>
              </p:cNvPr>
              <p:cNvSpPr/>
              <p:nvPr/>
            </p:nvSpPr>
            <p:spPr>
              <a:xfrm>
                <a:off x="2431824" y="7038878"/>
                <a:ext cx="1994350" cy="199435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15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2B5AD819-0E89-78C5-8EBD-040D2F8251E6}"/>
                  </a:ext>
                </a:extLst>
              </p:cNvPr>
              <p:cNvSpPr/>
              <p:nvPr/>
            </p:nvSpPr>
            <p:spPr>
              <a:xfrm>
                <a:off x="2780927" y="7387981"/>
                <a:ext cx="1296144" cy="129614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15"/>
              </a:p>
            </p:txBody>
          </p: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6EBA711A-CBD0-791C-F636-B4C2F360135B}"/>
                  </a:ext>
                </a:extLst>
              </p:cNvPr>
              <p:cNvSpPr/>
              <p:nvPr/>
            </p:nvSpPr>
            <p:spPr>
              <a:xfrm>
                <a:off x="2893402" y="6643970"/>
                <a:ext cx="1071194" cy="1071194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15"/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0067046F-7747-D2F1-96D5-B258554BAB40}"/>
                  </a:ext>
                </a:extLst>
              </p:cNvPr>
              <p:cNvSpPr/>
              <p:nvPr/>
            </p:nvSpPr>
            <p:spPr>
              <a:xfrm>
                <a:off x="2054299" y="7993547"/>
                <a:ext cx="1071194" cy="1071194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15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23619964-3BDD-7929-ECDC-ACB45844DCC4}"/>
                  </a:ext>
                </a:extLst>
              </p:cNvPr>
              <p:cNvSpPr/>
              <p:nvPr/>
            </p:nvSpPr>
            <p:spPr>
              <a:xfrm>
                <a:off x="3732506" y="7993547"/>
                <a:ext cx="1071194" cy="1071194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15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5430FAA-8633-4396-E05A-1DB3B8DA8E75}"/>
                  </a:ext>
                </a:extLst>
              </p:cNvPr>
              <p:cNvSpPr txBox="1"/>
              <p:nvPr/>
            </p:nvSpPr>
            <p:spPr>
              <a:xfrm>
                <a:off x="3103129" y="7809837"/>
                <a:ext cx="651741" cy="435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ko-KR" altLang="en-US" sz="1354" spc="-37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기업 관리</a:t>
                </a:r>
                <a:endPara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  <a:p>
                <a:pPr algn="ctr">
                  <a:lnSpc>
                    <a:spcPct val="110000"/>
                  </a:lnSpc>
                </a:pPr>
                <a:r>
                  <a:rPr lang="ko-KR" altLang="en-US" sz="1354" spc="-37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Pretendard ExtraBold" panose="02000903000000020004" pitchFamily="50" charset="-127"/>
                    <a:ea typeface="Pretendard ExtraBold" panose="02000903000000020004" pitchFamily="50" charset="-127"/>
                    <a:cs typeface="Pretendard ExtraBold" panose="02000903000000020004" pitchFamily="50" charset="-127"/>
                  </a:rPr>
                  <a:t>롭 기준</a:t>
                </a:r>
                <a:endParaRPr lang="en-US" altLang="ko-KR" sz="1354" spc="-37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endParaRPr>
              </a:p>
            </p:txBody>
          </p: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8DF36CDF-B3CB-21D7-C06D-FB4E7AAF6754}"/>
                  </a:ext>
                </a:extLst>
              </p:cNvPr>
              <p:cNvSpPr/>
              <p:nvPr/>
            </p:nvSpPr>
            <p:spPr>
              <a:xfrm>
                <a:off x="2862098" y="7168966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15"/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6CA65886-8629-B4B7-6628-9EB6ED0143CD}"/>
                  </a:ext>
                </a:extLst>
              </p:cNvPr>
              <p:cNvSpPr/>
              <p:nvPr/>
            </p:nvSpPr>
            <p:spPr>
              <a:xfrm>
                <a:off x="4388591" y="7986404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15"/>
              </a:p>
            </p:txBody>
          </p:sp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325E7F88-D85E-6B92-54DE-E3DD83022540}"/>
                  </a:ext>
                </a:extLst>
              </p:cNvPr>
              <p:cNvSpPr/>
              <p:nvPr/>
            </p:nvSpPr>
            <p:spPr>
              <a:xfrm>
                <a:off x="2933669" y="8872843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15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1A81902-7C3B-395F-9BA4-D3D0EA5742D9}"/>
                  </a:ext>
                </a:extLst>
              </p:cNvPr>
              <p:cNvSpPr txBox="1"/>
              <p:nvPr/>
            </p:nvSpPr>
            <p:spPr>
              <a:xfrm>
                <a:off x="3137565" y="6976018"/>
                <a:ext cx="582868" cy="2410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ko-KR" altLang="en-US" sz="1292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상생경영</a:t>
                </a:r>
                <a:endParaRPr lang="en-US" sz="1292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07C136-4415-055F-E915-D7F70AFB39D6}"/>
                  </a:ext>
                </a:extLst>
              </p:cNvPr>
              <p:cNvSpPr txBox="1"/>
              <p:nvPr/>
            </p:nvSpPr>
            <p:spPr>
              <a:xfrm>
                <a:off x="2969107" y="7155105"/>
                <a:ext cx="919783" cy="2107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ko-KR" sz="985" spc="-25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4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Social Awareness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C52127B-229A-C93B-F90A-D69D7B41B252}"/>
                  </a:ext>
                </a:extLst>
              </p:cNvPr>
              <p:cNvSpPr txBox="1"/>
              <p:nvPr/>
            </p:nvSpPr>
            <p:spPr>
              <a:xfrm>
                <a:off x="2298463" y="8318063"/>
                <a:ext cx="582868" cy="2410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ko-KR" altLang="en-US" sz="1292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신의경영</a:t>
                </a:r>
                <a:endParaRPr lang="en-US" sz="1292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00D970E-3724-C3B2-BF1D-E81D418129E4}"/>
                  </a:ext>
                </a:extLst>
              </p:cNvPr>
              <p:cNvSpPr txBox="1"/>
              <p:nvPr/>
            </p:nvSpPr>
            <p:spPr>
              <a:xfrm>
                <a:off x="2307788" y="8512214"/>
                <a:ext cx="564217" cy="2107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ko-KR" sz="985" dirty="0" err="1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4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Reliabilty</a:t>
                </a:r>
                <a:endParaRPr lang="en-US" altLang="ko-KR" sz="985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4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4B22BD1-2AAF-D434-52B7-FA80D12D40BE}"/>
                  </a:ext>
                </a:extLst>
              </p:cNvPr>
              <p:cNvSpPr txBox="1"/>
              <p:nvPr/>
            </p:nvSpPr>
            <p:spPr>
              <a:xfrm>
                <a:off x="3976670" y="8318063"/>
                <a:ext cx="582868" cy="2410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ko-KR" altLang="en-US" sz="1292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공생경영</a:t>
                </a:r>
                <a:endParaRPr lang="en-US" sz="1292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2A4D54-8DDB-4BD9-F610-5167E6BE7088}"/>
                  </a:ext>
                </a:extLst>
              </p:cNvPr>
              <p:cNvSpPr txBox="1"/>
              <p:nvPr/>
            </p:nvSpPr>
            <p:spPr>
              <a:xfrm>
                <a:off x="3890266" y="8512214"/>
                <a:ext cx="755676" cy="2107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ko-KR" sz="985" spc="-25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4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Transparency</a:t>
                </a: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DE475D8E-F438-2892-A774-326766C4DADC}"/>
                </a:ext>
              </a:extLst>
            </p:cNvPr>
            <p:cNvGrpSpPr/>
            <p:nvPr/>
          </p:nvGrpSpPr>
          <p:grpSpPr>
            <a:xfrm>
              <a:off x="4432887" y="6764862"/>
              <a:ext cx="410770" cy="183711"/>
              <a:chOff x="4388591" y="6846205"/>
              <a:chExt cx="410770" cy="183711"/>
            </a:xfrm>
          </p:grpSpPr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4F9C9ADE-A259-F95E-7A5A-088AE19F23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70338" y="6846205"/>
                <a:ext cx="229023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0D3C4A66-95D2-F9B0-E4CA-F24A5A4397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88591" y="6846205"/>
                <a:ext cx="181747" cy="183711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BB32531F-C73C-A58F-82F7-0C59C629FBD6}"/>
                </a:ext>
              </a:extLst>
            </p:cNvPr>
            <p:cNvGrpSpPr/>
            <p:nvPr/>
          </p:nvGrpSpPr>
          <p:grpSpPr>
            <a:xfrm flipH="1">
              <a:off x="2014343" y="6764862"/>
              <a:ext cx="410770" cy="183711"/>
              <a:chOff x="4388591" y="6846205"/>
              <a:chExt cx="410770" cy="183711"/>
            </a:xfrm>
          </p:grpSpPr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FC72B071-0AE5-C8B8-142B-C543A9C4AB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70338" y="6846205"/>
                <a:ext cx="229023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3197806B-847F-8FA0-2380-E28CEF49C0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88591" y="6846205"/>
                <a:ext cx="181747" cy="183711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E1A47967-CC75-FB46-5356-5ED4855A0E95}"/>
                </a:ext>
              </a:extLst>
            </p:cNvPr>
            <p:cNvGrpSpPr/>
            <p:nvPr/>
          </p:nvGrpSpPr>
          <p:grpSpPr>
            <a:xfrm>
              <a:off x="4914259" y="6578691"/>
              <a:ext cx="1460556" cy="711336"/>
              <a:chOff x="4914259" y="6689225"/>
              <a:chExt cx="1460556" cy="711336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6823018-7766-D407-4257-0B79E1F8CC09}"/>
                  </a:ext>
                </a:extLst>
              </p:cNvPr>
              <p:cNvSpPr txBox="1"/>
              <p:nvPr/>
            </p:nvSpPr>
            <p:spPr>
              <a:xfrm>
                <a:off x="4923119" y="6689225"/>
                <a:ext cx="1237058" cy="2647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171450" indent="-171450">
                  <a:lnSpc>
                    <a:spcPct val="110000"/>
                  </a:lnSpc>
                  <a:buFont typeface="Wingdings" panose="05000000000000000000" pitchFamily="2" charset="2"/>
                  <a:buChar char="§"/>
                  <a:defRPr sz="1200" spc="-8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defRPr>
                </a:lvl1pPr>
              </a:lstStyle>
              <a:p>
                <a:pPr marL="0" indent="0">
                  <a:buNone/>
                </a:pPr>
                <a:r>
                  <a:rPr lang="ko-KR" altLang="en-US" sz="1477" dirty="0"/>
                  <a:t>투명</a:t>
                </a:r>
                <a:r>
                  <a:rPr lang="en-US" altLang="ko-KR" sz="1477" dirty="0"/>
                  <a:t>,</a:t>
                </a:r>
                <a:r>
                  <a:rPr lang="ko-KR" altLang="en-US" sz="1477" dirty="0"/>
                  <a:t> 수평적인 문화</a:t>
                </a:r>
                <a:endParaRPr lang="en-US" sz="1477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B9C8ECD-375E-EBF1-6A3E-49B27C6E206C}"/>
                  </a:ext>
                </a:extLst>
              </p:cNvPr>
              <p:cNvSpPr txBox="1"/>
              <p:nvPr/>
            </p:nvSpPr>
            <p:spPr>
              <a:xfrm>
                <a:off x="4914259" y="6971225"/>
                <a:ext cx="1460556" cy="4293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구성원 간 수평적이고 투명한</a:t>
                </a:r>
                <a:endPara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의사소통을 통한 공개경영</a:t>
                </a:r>
                <a:endPara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E67A1B49-B56B-B104-847B-D8DCE56A76BA}"/>
                </a:ext>
              </a:extLst>
            </p:cNvPr>
            <p:cNvGrpSpPr/>
            <p:nvPr/>
          </p:nvGrpSpPr>
          <p:grpSpPr>
            <a:xfrm>
              <a:off x="483186" y="6578691"/>
              <a:ext cx="1460555" cy="711336"/>
              <a:chOff x="459387" y="6689225"/>
              <a:chExt cx="1460555" cy="711336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5E06AA2-E496-A497-0588-862AD5223EFC}"/>
                  </a:ext>
                </a:extLst>
              </p:cNvPr>
              <p:cNvSpPr txBox="1"/>
              <p:nvPr/>
            </p:nvSpPr>
            <p:spPr>
              <a:xfrm>
                <a:off x="682884" y="6689225"/>
                <a:ext cx="1237058" cy="2647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171450" indent="-171450">
                  <a:lnSpc>
                    <a:spcPct val="110000"/>
                  </a:lnSpc>
                  <a:buFont typeface="Wingdings" panose="05000000000000000000" pitchFamily="2" charset="2"/>
                  <a:buChar char="§"/>
                  <a:defRPr sz="1200" spc="-8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defRPr>
                </a:lvl1pPr>
              </a:lstStyle>
              <a:p>
                <a:pPr marL="0" indent="0" algn="r">
                  <a:buNone/>
                </a:pPr>
                <a:r>
                  <a:rPr lang="ko-KR" altLang="en-US" sz="1477" dirty="0"/>
                  <a:t>투명</a:t>
                </a:r>
                <a:r>
                  <a:rPr lang="en-US" altLang="ko-KR" sz="1477" dirty="0"/>
                  <a:t>,</a:t>
                </a:r>
                <a:r>
                  <a:rPr lang="ko-KR" altLang="en-US" sz="1477" dirty="0"/>
                  <a:t> 수평적인 문화</a:t>
                </a:r>
                <a:endParaRPr lang="en-US" sz="1477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6ECD55A-E464-2D8D-1A6E-B81EFE0F1807}"/>
                  </a:ext>
                </a:extLst>
              </p:cNvPr>
              <p:cNvSpPr txBox="1"/>
              <p:nvPr/>
            </p:nvSpPr>
            <p:spPr>
              <a:xfrm>
                <a:off x="459387" y="6971225"/>
                <a:ext cx="1460555" cy="4293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구성원 간 수평적이고 투명한</a:t>
                </a:r>
                <a:endPara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r">
                  <a:lnSpc>
                    <a:spcPct val="120000"/>
                  </a:lnSpc>
                </a:pPr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의사소통을 통한 공개경영</a:t>
                </a:r>
                <a:endPara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6AA6D839-40D8-ACCE-E1DE-E12B40EBECAD}"/>
                </a:ext>
              </a:extLst>
            </p:cNvPr>
            <p:cNvGrpSpPr/>
            <p:nvPr/>
          </p:nvGrpSpPr>
          <p:grpSpPr>
            <a:xfrm>
              <a:off x="4914259" y="8485269"/>
              <a:ext cx="1460556" cy="711336"/>
              <a:chOff x="4914259" y="6689225"/>
              <a:chExt cx="1460556" cy="711336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F39A99A-BB4A-FF57-48DE-66EE03FA7C6C}"/>
                  </a:ext>
                </a:extLst>
              </p:cNvPr>
              <p:cNvSpPr txBox="1"/>
              <p:nvPr/>
            </p:nvSpPr>
            <p:spPr>
              <a:xfrm>
                <a:off x="4923119" y="6689225"/>
                <a:ext cx="1237058" cy="2647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171450" indent="-171450">
                  <a:lnSpc>
                    <a:spcPct val="110000"/>
                  </a:lnSpc>
                  <a:buFont typeface="Wingdings" panose="05000000000000000000" pitchFamily="2" charset="2"/>
                  <a:buChar char="§"/>
                  <a:defRPr sz="1200" spc="-8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defRPr>
                </a:lvl1pPr>
              </a:lstStyle>
              <a:p>
                <a:pPr marL="0" indent="0">
                  <a:buNone/>
                </a:pPr>
                <a:r>
                  <a:rPr lang="ko-KR" altLang="en-US" sz="1477" dirty="0"/>
                  <a:t>투명</a:t>
                </a:r>
                <a:r>
                  <a:rPr lang="en-US" altLang="ko-KR" sz="1477" dirty="0"/>
                  <a:t>,</a:t>
                </a:r>
                <a:r>
                  <a:rPr lang="ko-KR" altLang="en-US" sz="1477" dirty="0"/>
                  <a:t> 수평적인 문화</a:t>
                </a:r>
                <a:endParaRPr lang="en-US" sz="1477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44DBB8-BB0F-68A4-E6F4-62A19A4451D4}"/>
                  </a:ext>
                </a:extLst>
              </p:cNvPr>
              <p:cNvSpPr txBox="1"/>
              <p:nvPr/>
            </p:nvSpPr>
            <p:spPr>
              <a:xfrm>
                <a:off x="4914259" y="6971225"/>
                <a:ext cx="1460556" cy="4293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구성원 간 수평적이고 투명한</a:t>
                </a:r>
                <a:endPara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의사소통을 통한 공개경영</a:t>
                </a:r>
                <a:endPara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0739C2F5-9E47-24AD-A528-6EEB89D5A04A}"/>
                </a:ext>
              </a:extLst>
            </p:cNvPr>
            <p:cNvGrpSpPr/>
            <p:nvPr/>
          </p:nvGrpSpPr>
          <p:grpSpPr>
            <a:xfrm>
              <a:off x="483186" y="8485269"/>
              <a:ext cx="1460555" cy="711336"/>
              <a:chOff x="459387" y="6689225"/>
              <a:chExt cx="1460555" cy="711336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FCA1D0C-9DD6-A36C-A813-1E0A10FDF120}"/>
                  </a:ext>
                </a:extLst>
              </p:cNvPr>
              <p:cNvSpPr txBox="1"/>
              <p:nvPr/>
            </p:nvSpPr>
            <p:spPr>
              <a:xfrm>
                <a:off x="682884" y="6689225"/>
                <a:ext cx="1237058" cy="2647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171450" indent="-171450">
                  <a:lnSpc>
                    <a:spcPct val="110000"/>
                  </a:lnSpc>
                  <a:buFont typeface="Wingdings" panose="05000000000000000000" pitchFamily="2" charset="2"/>
                  <a:buChar char="§"/>
                  <a:defRPr sz="1200" spc="-8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defRPr>
                </a:lvl1pPr>
              </a:lstStyle>
              <a:p>
                <a:pPr marL="0" indent="0" algn="r">
                  <a:buNone/>
                </a:pPr>
                <a:r>
                  <a:rPr lang="ko-KR" altLang="en-US" sz="1477" dirty="0"/>
                  <a:t>투명</a:t>
                </a:r>
                <a:r>
                  <a:rPr lang="en-US" altLang="ko-KR" sz="1477" dirty="0"/>
                  <a:t>,</a:t>
                </a:r>
                <a:r>
                  <a:rPr lang="ko-KR" altLang="en-US" sz="1477" dirty="0"/>
                  <a:t> 수평적인 문화</a:t>
                </a:r>
                <a:endParaRPr lang="en-US" sz="1477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9524FB0-58C5-B497-5410-570EA1A1D907}"/>
                  </a:ext>
                </a:extLst>
              </p:cNvPr>
              <p:cNvSpPr txBox="1"/>
              <p:nvPr/>
            </p:nvSpPr>
            <p:spPr>
              <a:xfrm>
                <a:off x="459387" y="6971225"/>
                <a:ext cx="1460555" cy="4293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구성원 간 수평적이고 투명한</a:t>
                </a:r>
                <a:endPara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r">
                  <a:lnSpc>
                    <a:spcPct val="120000"/>
                  </a:lnSpc>
                </a:pPr>
                <a:r>
                  <a:rPr lang="ko-KR" altLang="en-US" sz="1231" spc="-74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  <a:alpha val="60000"/>
                      </a:schemeClr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의사소통을 통한 공개경영</a:t>
                </a:r>
                <a:endParaRPr lang="en-US" altLang="ko-KR" sz="1231" spc="-74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  <a:alpha val="6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FE61163-D675-65E4-C828-BC75D3BCCC86}"/>
                </a:ext>
              </a:extLst>
            </p:cNvPr>
            <p:cNvGrpSpPr/>
            <p:nvPr/>
          </p:nvGrpSpPr>
          <p:grpSpPr>
            <a:xfrm flipH="1">
              <a:off x="4895720" y="8236720"/>
              <a:ext cx="410770" cy="183711"/>
              <a:chOff x="4388591" y="6846205"/>
              <a:chExt cx="410770" cy="183711"/>
            </a:xfrm>
          </p:grpSpPr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3458EB07-4617-058C-F150-32D2BA368F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70338" y="6846205"/>
                <a:ext cx="229023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B69AA8A8-37EB-D5BF-AE3A-4689DCB596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88591" y="6846205"/>
                <a:ext cx="181747" cy="183711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09469ED4-C68B-C0A2-8474-A9469A9BB85F}"/>
                </a:ext>
              </a:extLst>
            </p:cNvPr>
            <p:cNvGrpSpPr/>
            <p:nvPr/>
          </p:nvGrpSpPr>
          <p:grpSpPr>
            <a:xfrm>
              <a:off x="1551510" y="8236720"/>
              <a:ext cx="410770" cy="183711"/>
              <a:chOff x="4388591" y="6846205"/>
              <a:chExt cx="410770" cy="183711"/>
            </a:xfrm>
          </p:grpSpPr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DAF0BFF4-73F4-76BF-EC10-43A74F6F9A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70338" y="6846205"/>
                <a:ext cx="229023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A8CA9A1F-3C69-9429-5932-83C7A2D13E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88591" y="6846205"/>
                <a:ext cx="181747" cy="183711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527538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0GxMVwQ0GOqJLazWd3jK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0GxMVwQ0GOqJLazWd3jK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iF6gaEHp4DmiD_8LojhS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orURyB5sALXjhTSbKIH_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92C_X7OQCuuw1KKruhhH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92C_X7OQCuuw1KKruhhH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92C_X7OQCuuw1KKruhhH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92C_X7OQCuuw1KKruhhH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92C_X7OQCuuw1KKruhhH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92C_X7OQCuuw1KKruhhH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hiWhHoDWkOkCoq.aiu2r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hiWhHoDWkOkCoq.aiu2r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hiWhHoDWkOkCoq.aiu2rA"/>
</p:tagLst>
</file>

<file path=ppt/theme/theme1.xml><?xml version="1.0" encoding="utf-8"?>
<a:theme xmlns:a="http://schemas.openxmlformats.org/drawingml/2006/main" name="Office 테마">
  <a:themeElements>
    <a:clrScheme name="2025 DT">
      <a:dk1>
        <a:sysClr val="windowText" lastClr="000000"/>
      </a:dk1>
      <a:lt1>
        <a:sysClr val="window" lastClr="FFFFFF"/>
      </a:lt1>
      <a:dk2>
        <a:srgbClr val="1E2B3D"/>
      </a:dk2>
      <a:lt2>
        <a:srgbClr val="E3E1E1"/>
      </a:lt2>
      <a:accent1>
        <a:srgbClr val="ADD0DD"/>
      </a:accent1>
      <a:accent2>
        <a:srgbClr val="E4EDF2"/>
      </a:accent2>
      <a:accent3>
        <a:srgbClr val="436175"/>
      </a:accent3>
      <a:accent4>
        <a:srgbClr val="61A5C2"/>
      </a:accent4>
      <a:accent5>
        <a:srgbClr val="295D8A"/>
      </a:accent5>
      <a:accent6>
        <a:srgbClr val="01497C"/>
      </a:accent6>
      <a:hlink>
        <a:srgbClr val="0563C1"/>
      </a:hlink>
      <a:folHlink>
        <a:srgbClr val="954F72"/>
      </a:folHlink>
    </a:clrScheme>
    <a:fontScheme name="사용자 지정 2">
      <a:majorFont>
        <a:latin typeface="Pretendard"/>
        <a:ea typeface="Pretendar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spAutoFit/>
      </a:bodyPr>
      <a:lstStyle>
        <a:defPPr algn="l">
          <a:buFont typeface="Arial" panose="020B0604020202020204" pitchFamily="34" charset="0"/>
          <a:buChar char="•"/>
          <a:defRPr b="1" dirty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나눔스퀘어_ac">
      <a:majorFont>
        <a:latin typeface="나눔스퀘어_ac ExtraBold"/>
        <a:ea typeface="나눔스퀘어_ac ExtraBold"/>
        <a:cs typeface=""/>
      </a:majorFont>
      <a:minorFont>
        <a:latin typeface="나눔스퀘어_ac"/>
        <a:ea typeface="나눔스퀘어_a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7B31B3C75758247A6085F68B1F7249F" ma:contentTypeVersion="13" ma:contentTypeDescription="새 문서를 만듭니다." ma:contentTypeScope="" ma:versionID="28125495ca782a4e0e47e0f06118b28a">
  <xsd:schema xmlns:xsd="http://www.w3.org/2001/XMLSchema" xmlns:xs="http://www.w3.org/2001/XMLSchema" xmlns:p="http://schemas.microsoft.com/office/2006/metadata/properties" xmlns:ns2="b8657d39-236f-42d7-bacc-7d8eb95f4b7a" xmlns:ns3="d78f9f96-c453-4347-aebf-02e8dfda6997" targetNamespace="http://schemas.microsoft.com/office/2006/metadata/properties" ma:root="true" ma:fieldsID="dda6f50bc4c70a5d6ec02bd6fc813587" ns2:_="" ns3:_="">
    <xsd:import namespace="b8657d39-236f-42d7-bacc-7d8eb95f4b7a"/>
    <xsd:import namespace="d78f9f96-c453-4347-aebf-02e8dfda69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57d39-236f-42d7-bacc-7d8eb95f4b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cf2537ba-3ca5-4ae4-a91c-8f8a492586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8f9f96-c453-4347-aebf-02e8dfda699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77154a82-fcba-4cad-91d1-335d5e8bac85}" ma:internalName="TaxCatchAll" ma:showField="CatchAllData" ma:web="d78f9f96-c453-4347-aebf-02e8dfda69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8657d39-236f-42d7-bacc-7d8eb95f4b7a">
      <Terms xmlns="http://schemas.microsoft.com/office/infopath/2007/PartnerControls"/>
    </lcf76f155ced4ddcb4097134ff3c332f>
    <TaxCatchAll xmlns="d78f9f96-c453-4347-aebf-02e8dfda6997" xsi:nil="true"/>
  </documentManagement>
</p:properties>
</file>

<file path=customXml/itemProps1.xml><?xml version="1.0" encoding="utf-8"?>
<ds:datastoreItem xmlns:ds="http://schemas.openxmlformats.org/officeDocument/2006/customXml" ds:itemID="{9AAD41AA-8BC2-4C22-B4C7-D530DE7188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657d39-236f-42d7-bacc-7d8eb95f4b7a"/>
    <ds:schemaRef ds:uri="d78f9f96-c453-4347-aebf-02e8dfda69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16DF8C-79AB-4364-9DB0-E64A916776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96085C-40CE-4F70-9944-F01E5747AE39}">
  <ds:schemaRefs>
    <ds:schemaRef ds:uri="http://purl.org/dc/dcmitype/"/>
    <ds:schemaRef ds:uri="http://purl.org/dc/terms/"/>
    <ds:schemaRef ds:uri="b8657d39-236f-42d7-bacc-7d8eb95f4b7a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d78f9f96-c453-4347-aebf-02e8dfda6997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3d7489c-57ce-4967-b332-b53a94d66806}" enabled="0" method="" siteId="{43d7489c-57ce-4967-b332-b53a94d6680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2203</TotalTime>
  <Words>5844</Words>
  <Application>Microsoft Office PowerPoint</Application>
  <PresentationFormat>와이드스크린</PresentationFormat>
  <Paragraphs>1561</Paragraphs>
  <Slides>56</Slides>
  <Notes>22</Notes>
  <HiddenSlides>1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72" baseType="lpstr">
      <vt:lpstr>??</vt:lpstr>
      <vt:lpstr>Pretendard</vt:lpstr>
      <vt:lpstr>Pretendard ExtraBold</vt:lpstr>
      <vt:lpstr>Pretendard Medium</vt:lpstr>
      <vt:lpstr>Pretendard SemiBold</vt:lpstr>
      <vt:lpstr>Pretendard Variable</vt:lpstr>
      <vt:lpstr>바탕</vt:lpstr>
      <vt:lpstr>카이겐고딕 KR Medium</vt:lpstr>
      <vt:lpstr>Arial</vt:lpstr>
      <vt:lpstr>JetBrains Mono</vt:lpstr>
      <vt:lpstr>Montserrat</vt:lpstr>
      <vt:lpstr>Montserrat ExtraBold</vt:lpstr>
      <vt:lpstr>Montserrat SemiBold</vt:lpstr>
      <vt:lpstr>Trebuchet MS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</vt:lpstr>
      <vt:lpstr>타이틀 폰트 사이즈는 14pt 입니다.</vt:lpstr>
      <vt:lpstr>Color Guide</vt:lpstr>
      <vt:lpstr>페이지 타이틀 자리 입니다</vt:lpstr>
      <vt:lpstr>각종 Sample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DT플랫폼 </dc:title>
  <dc:creator/>
  <cp:lastModifiedBy>hyung jun jo</cp:lastModifiedBy>
  <cp:revision>544</cp:revision>
  <cp:lastPrinted>2026-06-08T02:20:33Z</cp:lastPrinted>
  <dcterms:created xsi:type="dcterms:W3CDTF">2020-11-23T10:53:39Z</dcterms:created>
  <dcterms:modified xsi:type="dcterms:W3CDTF">2026-06-08T02:20:36Z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0x01010017B31B3C75758247A6085F68B1F7249F</vt:lpwstr>
  </property>
  <property fmtid="{D5CDD505-2E9C-101B-9397-08002B2CF9AE}" pid="3" name="MediaServiceImageTags">
    <vt:lpwstr/>
  </property>
</Properties>
</file>